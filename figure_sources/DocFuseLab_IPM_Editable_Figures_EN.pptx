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cf6fb7540e4fa5" /><Relationship Type="http://schemas.openxmlformats.org/officeDocument/2006/relationships/extended-properties" Target="/docProps/app.xml" Id="R2f4f9ccf1df04d28" /><Relationship Type="http://schemas.openxmlformats.org/officeDocument/2006/relationships/officeDocument" Target="/ppt/presentation.xml" Id="Rf55d199151424602" /></Relationships>
</file>

<file path=ppt/presentation.xml><?xml version="1.0" encoding="utf-8"?>
<p:presentation xmlns:p="http://schemas.openxmlformats.org/presentationml/2006/main">
  <p:sldMasterIdLst>
    <p:sldMasterId xmlns:r="http://schemas.openxmlformats.org/officeDocument/2006/relationships" id="2147483648" r:id="R773e0d45487d484a"/>
  </p:sldMasterIdLst>
  <p:notesMasterIdLst>
    <p:notesMasterId xmlns:r="http://schemas.openxmlformats.org/officeDocument/2006/relationships" r:id="R147198c8c0e54d78"/>
  </p:notesMasterIdLst>
  <p:sldIdLst>
    <p:sldId xmlns:r="http://schemas.openxmlformats.org/officeDocument/2006/relationships" id="256" r:id="Re5c6428fea4248b3"/>
    <p:sldId xmlns:r="http://schemas.openxmlformats.org/officeDocument/2006/relationships" id="257" r:id="R97d6c5ce3d0d4e16"/>
    <p:sldId xmlns:r="http://schemas.openxmlformats.org/officeDocument/2006/relationships" id="258" r:id="R6f0b3eb637274dc6"/>
    <p:sldId xmlns:r="http://schemas.openxmlformats.org/officeDocument/2006/relationships" id="259" r:id="R8785861520a049ca"/>
    <p:sldId xmlns:r="http://schemas.openxmlformats.org/officeDocument/2006/relationships" id="260" r:id="R11e1384d02824873"/>
    <p:sldId xmlns:r="http://schemas.openxmlformats.org/officeDocument/2006/relationships" id="261" r:id="Rf69cc811c67d4725"/>
  </p:sldIdLst>
  <p:sldSz cx="5943600" cy="4343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defa0458fc949b9" /><Relationship Type="http://schemas.openxmlformats.org/officeDocument/2006/relationships/slideMaster" Target="/ppt/slideMasters/slideMaster1.xml" Id="R773e0d45487d484a" /><Relationship Type="http://schemas.openxmlformats.org/officeDocument/2006/relationships/notesMaster" Target="/ppt/notesMasters/notesMaster1.xml" Id="R147198c8c0e54d78" /><Relationship Type="http://schemas.openxmlformats.org/officeDocument/2006/relationships/presProps" Target="/ppt/presProps.xml" Id="R81b9ccfc85d141ac" /><Relationship Type="http://schemas.openxmlformats.org/officeDocument/2006/relationships/tableStyles" Target="/ppt/tableStyles.xml" Id="Rab051bf8a1524fea" /><Relationship Type="http://schemas.openxmlformats.org/officeDocument/2006/relationships/slide" Target="/ppt/slides/slide1.xml" Id="Re5c6428fea4248b3" /><Relationship Type="http://schemas.openxmlformats.org/officeDocument/2006/relationships/slide" Target="/ppt/slides/slide2.xml" Id="R97d6c5ce3d0d4e16" /><Relationship Type="http://schemas.openxmlformats.org/officeDocument/2006/relationships/slide" Target="/ppt/slides/slide3.xml" Id="R6f0b3eb637274dc6" /><Relationship Type="http://schemas.openxmlformats.org/officeDocument/2006/relationships/slide" Target="/ppt/slides/slide4.xml" Id="R8785861520a049ca" /><Relationship Type="http://schemas.openxmlformats.org/officeDocument/2006/relationships/slide" Target="/ppt/slides/slide5.xml" Id="R11e1384d02824873" /><Relationship Type="http://schemas.openxmlformats.org/officeDocument/2006/relationships/slide" Target="/ppt/slides/slide6.xml" Id="Rf69cc811c67d47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a59818ee83147a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a07ded106674f9e" /><Relationship Type="http://schemas.openxmlformats.org/officeDocument/2006/relationships/notesMaster" Target="/ppt/notesMasters/notesMaster1.xml" Id="R765a037ec4904735" /></Relationships>
</file>

<file path=ppt/notesSlides/_rels/notesSlide2.xml.rels>&#65279;<?xml version="1.0" encoding="utf-8"?><Relationships xmlns="http://schemas.openxmlformats.org/package/2006/relationships"><Relationship Type="http://schemas.openxmlformats.org/officeDocument/2006/relationships/slide" Target="/ppt/slides/slide2.xml" Id="Rcd9d06fced764fce" /><Relationship Type="http://schemas.openxmlformats.org/officeDocument/2006/relationships/notesMaster" Target="/ppt/notesMasters/notesMaster1.xml" Id="R12021c1de1c343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37db5b3dfcdf4674" /><Relationship Type="http://schemas.openxmlformats.org/officeDocument/2006/relationships/notesMaster" Target="/ppt/notesMasters/notesMaster1.xml" Id="R83ac1e9d8de04c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94459b539efb464f" /><Relationship Type="http://schemas.openxmlformats.org/officeDocument/2006/relationships/notesMaster" Target="/ppt/notesMasters/notesMaster1.xml" Id="Rf1a0fe112d07416b" /></Relationships>
</file>

<file path=ppt/notesSlides/_rels/notesSlide5.xml.rels>&#65279;<?xml version="1.0" encoding="utf-8"?><Relationships xmlns="http://schemas.openxmlformats.org/package/2006/relationships"><Relationship Type="http://schemas.openxmlformats.org/officeDocument/2006/relationships/slide" Target="/ppt/slides/slide5.xml" Id="Rbf7bb4c5df63427d" /><Relationship Type="http://schemas.openxmlformats.org/officeDocument/2006/relationships/notesMaster" Target="/ppt/notesMasters/notesMaster1.xml" Id="R35aa9a8fea0f40ef"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a9bc086d8a4c77" /><Relationship Type="http://schemas.openxmlformats.org/officeDocument/2006/relationships/notesMaster" Target="/ppt/notesMasters/notesMaster1.xml" Id="Re71b9531bc2f422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Evidence paths exposed by two equal-budget selections</a:t>
            </a:r>
          </a:p>
          <a:p xmlns:a="http://schemas.openxmlformats.org/drawingml/2006/main">
            <a:r>
              <a:t/>
            </a:r>
          </a:p>
          <a:p xmlns:a="http://schemas.openxmlformats.org/drawingml/2006/main">
            <a:r>
              <a:t>Illustrative names and selections. Source blocks represent original text units, not neural feature tensors. Both displayed packets have three units of equal cost c. The paths show supported information, not observed model outputs.</a:t>
            </a:r>
          </a:p>
          <a:p xmlns:a="http://schemas.openxmlformats.org/drawingml/2006/main">
            <a:r>
              <a:t/>
            </a:r>
          </a:p>
          <a:p xmlns:a="http://schemas.openxmlformats.org/drawingml/2006/main">
            <a:r>
              <a:t>Original English schematic. Source blocks represent text units, not neural tensors. Palette and visual organization follow the two supplied visual references. Native source text, shapes and equations remain editable. Manuscript canvas: 468 × 302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Source-grounded construction and structural selection</a:t>
            </a:r>
          </a:p>
          <a:p xmlns:a="http://schemas.openxmlformats.org/drawingml/2006/main">
            <a:r>
              <a:t/>
            </a:r>
          </a:p>
          <a:p xmlns:a="http://schemas.openxmlformats.org/drawingml/2006/main">
            <a:r>
              <a:t>Architecture of the implemented selector. Proposal uses the full pool and up to two existing Document blocks. Accepted witnesses are checked for complete support and pairwise relations. The expanded module retains conservative family unions, enumerates up to 64 family-union seeds, applies budget and active balance constraints, fills by the common priority and ranks the constructed feasible packets. Only original selected source text reaches the reader.</a:t>
            </a:r>
          </a:p>
          <a:p xmlns:a="http://schemas.openxmlformats.org/drawingml/2006/main">
            <a:r>
              <a:t/>
            </a:r>
          </a:p>
          <a:p xmlns:a="http://schemas.openxmlformats.org/drawingml/2006/main">
            <a:r>
              <a:t>Original English schematic. Source blocks represent text units, not neural tensors. Palette and visual organization follow the two supplied visual references. Native source text, shapes and equations remain editable. Manuscript canvas: 468 × 330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Source-level construction of the confirmation conditions</a:t>
            </a:r>
          </a:p>
          <a:p xmlns:a="http://schemas.openxmlformats.org/drawingml/2006/main">
            <a:r>
              <a:t/>
            </a:r>
          </a:p>
          <a:p xmlns:a="http://schemas.openxmlformats.org/drawingml/2006/main">
            <a:r>
              <a:t>Illustrative film, person and date. Eligibility uses connected official evidence triples and supporting facts in distinct documents. Original candidate documents remain in each pool. The conflict condition appends a terminal sentence with year shifted by seven; ordinary controls append an unchanged copy. Source titles and presentation status are matched. Conditions contain distinct assigned questions, not paired copies of every question.</a:t>
            </a:r>
          </a:p>
          <a:p xmlns:a="http://schemas.openxmlformats.org/drawingml/2006/main">
            <a:r>
              <a:t/>
            </a:r>
          </a:p>
          <a:p xmlns:a="http://schemas.openxmlformats.org/drawingml/2006/main">
            <a:r>
              <a:t>Original English schematic. Source blocks represent text units, not neural tensors. Palette and visual organization follow the two supplied visual references. Native source text, shapes and equations remain editable. Manuscript canvas: 468 × 310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Controlled information paths in the selector comparison</a:t>
            </a:r>
          </a:p>
          <a:p xmlns:a="http://schemas.openxmlformats.org/drawingml/2006/main">
            <a:r>
              <a:t/>
            </a:r>
          </a:p>
          <a:p xmlns:a="http://schemas.openxmlformats.org/drawingml/2006/main">
            <a:r>
              <a:t>Each selector branch is a separate per-question run. Candidate sources and declared token costs are fixed. The three graph-informed controls share the accepted graph and priority. The main frozen comparison is joint preservation against plain set; adapted SetR is supplemental. The source cap excludes the question and fixed instructions.</a:t>
            </a:r>
          </a:p>
          <a:p xmlns:a="http://schemas.openxmlformats.org/drawingml/2006/main">
            <a:r>
              <a:t/>
            </a:r>
          </a:p>
          <a:p xmlns:a="http://schemas.openxmlformats.org/drawingml/2006/main">
            <a:r>
              <a:t>Original English schematic. Source blocks represent text units, not neural tensors. Palette and visual organization follow the two supplied visual references. Native source text, shapes and equations remain editable. Manuscript canvas: 468 × 300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Matched perturbations of original source support</a:t>
            </a:r>
          </a:p>
          <a:p xmlns:a="http://schemas.openxmlformats.org/drawingml/2006/main">
            <a:r>
              <a:t/>
            </a:r>
          </a:p>
          <a:p xmlns:a="http://schemas.openxmlformats.org/drawingml/2006/main">
            <a:r>
              <a:t>Schematic unit roles: B bridge, A one answer side, O opposing side, N noncritical source, R replacement from the same candidate pool. Unit counts shown are illustrative; actual counts vary by question but are fixed within a matched triple. No reader output is implied by the schematic.</a:t>
            </a:r>
          </a:p>
          <a:p xmlns:a="http://schemas.openxmlformats.org/drawingml/2006/main">
            <a:r>
              <a:t/>
            </a:r>
          </a:p>
          <a:p xmlns:a="http://schemas.openxmlformats.org/drawingml/2006/main">
            <a:r>
              <a:t>Original English schematic. Source blocks represent text units, not neural tensors. Palette and visual organization follow the two supplied visual references. Native source text, shapes and equations remain editable. Manuscript canvas: 468 × 294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inputs and complete-reference checks</a:t>
            </a:r>
          </a:p>
          <a:p xmlns:a="http://schemas.openxmlformats.org/drawingml/2006/main">
            <a:r>
              <a:t/>
            </a:r>
          </a:p>
          <a:p xmlns:a="http://schemas.openxmlformats.org/drawingml/2006/main">
            <a:r>
              <a:t>Three diagnostic inputs use the same 300 confirmation questions. Source inspection is confined to the fixed 60-question subset. R denotes a complete inspected reference in the lower detail. Its containment is one direct diagnostic of retaining that reference, not a necessary condition for all alternative complete witnesses. The three checks are not mutually exclusive error classes.</a:t>
            </a:r>
          </a:p>
          <a:p xmlns:a="http://schemas.openxmlformats.org/drawingml/2006/main">
            <a:r>
              <a:t/>
            </a:r>
          </a:p>
          <a:p xmlns:a="http://schemas.openxmlformats.org/drawingml/2006/main">
            <a:r>
              <a:t>Original English schematic. Source blocks represent text units, not neural tensors. Palette and visual organization follow the two supplied visual references. Native source text, shapes and equations remain editable. Manuscript canvas: 468 × 288 points.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d379e0c2544df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b4057f581ff49e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16c0b3196944fc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3d0b807eee9428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a833b3bc3fb4d2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8f5d9be934c4fd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74216C5-D56C-482C-B61F-3D9BC216B92C}"/>
              </a:ext>
            </a:extLst>
          </p:cNvPr>
          <p:cNvSpPr>
            <a:spLocks xmlns:a="http://schemas.openxmlformats.org/drawingml/2006/main" noGrp="1"/>
          </p:cNvSpPr>
          <p:nvPr>
            <p:ph type="title" idx="0"/>
          </p:nvPr>
        </p:nvSpPr>
        <p:spPr>
          <a:xfrm xmlns:a="http://schemas.openxmlformats.org/drawingml/2006/main">
            <a:off x="594360" y="1640840"/>
            <a:ext cx="4754880" cy="62738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340" b="1">
                <a:solidFill>
                  <a:schemeClr val="tx1"/>
                </a:solidFill>
                <a:latin typeface="+mj-lt"/>
                <a:ea typeface="+mj-lt"/>
                <a:cs typeface="+mj-lt"/>
              </a:defRPr>
            </a:defPPr>
            <a:lvl1pPr marL="0" indent="0" algn="ctr">
              <a:lnSpc>
                <a:spcPct val="110000"/>
              </a:lnSpc>
              <a:spcBef>
                <a:spcPts val="0"/>
              </a:spcBef>
              <a:spcAft>
                <a:spcPts val="0"/>
              </a:spcAft>
              <a:buNone/>
              <a:defRPr sz="2340" b="1">
                <a:solidFill>
                  <a:schemeClr val="tx1"/>
                </a:solidFill>
                <a:latin typeface="+mj-lt"/>
                <a:ea typeface="+mj-lt"/>
                <a:cs typeface="+mj-lt"/>
              </a:defRPr>
            </a:lvl1pPr>
            <a:lvl2pPr marL="0" indent="0" algn="ctr">
              <a:lnSpc>
                <a:spcPct val="110000"/>
              </a:lnSpc>
              <a:spcBef>
                <a:spcPts val="0"/>
              </a:spcBef>
              <a:spcAft>
                <a:spcPts val="0"/>
              </a:spcAft>
              <a:buNone/>
              <a:defRPr sz="2340" b="1">
                <a:solidFill>
                  <a:schemeClr val="tx1"/>
                </a:solidFill>
                <a:latin typeface="+mj-lt"/>
                <a:ea typeface="+mj-lt"/>
                <a:cs typeface="+mj-lt"/>
              </a:defRPr>
            </a:lvl2pPr>
            <a:lvl3pPr marL="0" indent="0" algn="ctr">
              <a:lnSpc>
                <a:spcPct val="110000"/>
              </a:lnSpc>
              <a:spcBef>
                <a:spcPts val="0"/>
              </a:spcBef>
              <a:spcAft>
                <a:spcPts val="0"/>
              </a:spcAft>
              <a:buNone/>
              <a:defRPr sz="2340" b="1">
                <a:solidFill>
                  <a:schemeClr val="tx1"/>
                </a:solidFill>
                <a:latin typeface="+mj-lt"/>
                <a:ea typeface="+mj-lt"/>
                <a:cs typeface="+mj-lt"/>
              </a:defRPr>
            </a:lvl3pPr>
            <a:lvl4pPr marL="0" indent="0" algn="ctr">
              <a:lnSpc>
                <a:spcPct val="110000"/>
              </a:lnSpc>
              <a:spcBef>
                <a:spcPts val="0"/>
              </a:spcBef>
              <a:spcAft>
                <a:spcPts val="0"/>
              </a:spcAft>
              <a:buNone/>
              <a:defRPr sz="2340" b="1">
                <a:solidFill>
                  <a:schemeClr val="tx1"/>
                </a:solidFill>
                <a:latin typeface="+mj-lt"/>
                <a:ea typeface="+mj-lt"/>
                <a:cs typeface="+mj-lt"/>
              </a:defRPr>
            </a:lvl4pPr>
            <a:lvl5pPr marL="0" indent="0" algn="ctr">
              <a:lnSpc>
                <a:spcPct val="110000"/>
              </a:lnSpc>
              <a:spcBef>
                <a:spcPts val="0"/>
              </a:spcBef>
              <a:spcAft>
                <a:spcPts val="0"/>
              </a:spcAft>
              <a:buNone/>
              <a:defRPr sz="2340" b="1">
                <a:solidFill>
                  <a:schemeClr val="tx1"/>
                </a:solidFill>
                <a:latin typeface="+mj-lt"/>
                <a:ea typeface="+mj-lt"/>
                <a:cs typeface="+mj-lt"/>
              </a:defRPr>
            </a:lvl5pPr>
            <a:lvl6pPr marL="0" indent="0" algn="ctr">
              <a:lnSpc>
                <a:spcPct val="110000"/>
              </a:lnSpc>
              <a:spcBef>
                <a:spcPts val="0"/>
              </a:spcBef>
              <a:spcAft>
                <a:spcPts val="0"/>
              </a:spcAft>
              <a:buNone/>
              <a:defRPr sz="2340" b="1">
                <a:solidFill>
                  <a:schemeClr val="tx1"/>
                </a:solidFill>
                <a:latin typeface="+mj-lt"/>
                <a:ea typeface="+mj-lt"/>
                <a:cs typeface="+mj-lt"/>
              </a:defRPr>
            </a:lvl6pPr>
            <a:lvl7pPr marL="0" indent="0" algn="ctr">
              <a:lnSpc>
                <a:spcPct val="110000"/>
              </a:lnSpc>
              <a:spcBef>
                <a:spcPts val="0"/>
              </a:spcBef>
              <a:spcAft>
                <a:spcPts val="0"/>
              </a:spcAft>
              <a:buNone/>
              <a:defRPr sz="2340" b="1">
                <a:solidFill>
                  <a:schemeClr val="tx1"/>
                </a:solidFill>
                <a:latin typeface="+mj-lt"/>
                <a:ea typeface="+mj-lt"/>
                <a:cs typeface="+mj-lt"/>
              </a:defRPr>
            </a:lvl7pPr>
            <a:lvl8pPr marL="0" indent="0" algn="ctr">
              <a:lnSpc>
                <a:spcPct val="110000"/>
              </a:lnSpc>
              <a:spcBef>
                <a:spcPts val="0"/>
              </a:spcBef>
              <a:spcAft>
                <a:spcPts val="0"/>
              </a:spcAft>
              <a:buNone/>
              <a:defRPr sz="2340" b="1">
                <a:solidFill>
                  <a:schemeClr val="tx1"/>
                </a:solidFill>
                <a:latin typeface="+mj-lt"/>
                <a:ea typeface="+mj-lt"/>
                <a:cs typeface="+mj-lt"/>
              </a:defRPr>
            </a:lvl8pPr>
            <a:lvl9pPr marL="0" indent="0" algn="ctr">
              <a:lnSpc>
                <a:spcPct val="110000"/>
              </a:lnSpc>
              <a:spcBef>
                <a:spcPts val="0"/>
              </a:spcBef>
              <a:spcAft>
                <a:spcPts val="0"/>
              </a:spcAft>
              <a:buNone/>
              <a:defRPr sz="234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2849211-F0BD-4108-88BF-C4069F67CB81}"/>
              </a:ext>
            </a:extLst>
          </p:cNvPr>
          <p:cNvSpPr>
            <a:spLocks xmlns:a="http://schemas.openxmlformats.org/drawingml/2006/main" noGrp="1"/>
          </p:cNvSpPr>
          <p:nvPr>
            <p:ph type="subTitle" idx="1"/>
          </p:nvPr>
        </p:nvSpPr>
        <p:spPr>
          <a:xfrm xmlns:a="http://schemas.openxmlformats.org/drawingml/2006/main">
            <a:off x="891540" y="2388870"/>
            <a:ext cx="4160520" cy="482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024" b="0">
                <a:solidFill>
                  <a:schemeClr val="tx1"/>
                </a:solidFill>
                <a:latin typeface="+mn-lt"/>
                <a:ea typeface="+mn-lt"/>
                <a:cs typeface="+mn-lt"/>
              </a:defRPr>
            </a:defPPr>
            <a:lvl1pPr marL="0" indent="0" algn="ctr">
              <a:lnSpc>
                <a:spcPct val="110000"/>
              </a:lnSpc>
              <a:spcBef>
                <a:spcPts val="0"/>
              </a:spcBef>
              <a:spcAft>
                <a:spcPts val="0"/>
              </a:spcAft>
              <a:buNone/>
              <a:defRPr sz="1024" b="0">
                <a:solidFill>
                  <a:schemeClr val="tx1"/>
                </a:solidFill>
                <a:latin typeface="+mn-lt"/>
                <a:ea typeface="+mn-lt"/>
                <a:cs typeface="+mn-lt"/>
              </a:defRPr>
            </a:lvl1pPr>
            <a:lvl2pPr marL="0" indent="0" algn="ctr">
              <a:lnSpc>
                <a:spcPct val="110000"/>
              </a:lnSpc>
              <a:spcBef>
                <a:spcPts val="0"/>
              </a:spcBef>
              <a:spcAft>
                <a:spcPts val="0"/>
              </a:spcAft>
              <a:buNone/>
              <a:defRPr sz="1024" b="0">
                <a:solidFill>
                  <a:schemeClr val="tx1"/>
                </a:solidFill>
                <a:latin typeface="+mn-lt"/>
                <a:ea typeface="+mn-lt"/>
                <a:cs typeface="+mn-lt"/>
              </a:defRPr>
            </a:lvl2pPr>
            <a:lvl3pPr marL="0" indent="0" algn="ctr">
              <a:lnSpc>
                <a:spcPct val="110000"/>
              </a:lnSpc>
              <a:spcBef>
                <a:spcPts val="0"/>
              </a:spcBef>
              <a:spcAft>
                <a:spcPts val="0"/>
              </a:spcAft>
              <a:buNone/>
              <a:defRPr sz="1024" b="0">
                <a:solidFill>
                  <a:schemeClr val="tx1"/>
                </a:solidFill>
                <a:latin typeface="+mn-lt"/>
                <a:ea typeface="+mn-lt"/>
                <a:cs typeface="+mn-lt"/>
              </a:defRPr>
            </a:lvl3pPr>
            <a:lvl4pPr marL="0" indent="0" algn="ctr">
              <a:lnSpc>
                <a:spcPct val="110000"/>
              </a:lnSpc>
              <a:spcBef>
                <a:spcPts val="0"/>
              </a:spcBef>
              <a:spcAft>
                <a:spcPts val="0"/>
              </a:spcAft>
              <a:buNone/>
              <a:defRPr sz="1024" b="0">
                <a:solidFill>
                  <a:schemeClr val="tx1"/>
                </a:solidFill>
                <a:latin typeface="+mn-lt"/>
                <a:ea typeface="+mn-lt"/>
                <a:cs typeface="+mn-lt"/>
              </a:defRPr>
            </a:lvl4pPr>
            <a:lvl5pPr marL="0" indent="0" algn="ctr">
              <a:lnSpc>
                <a:spcPct val="110000"/>
              </a:lnSpc>
              <a:spcBef>
                <a:spcPts val="0"/>
              </a:spcBef>
              <a:spcAft>
                <a:spcPts val="0"/>
              </a:spcAft>
              <a:buNone/>
              <a:defRPr sz="1024" b="0">
                <a:solidFill>
                  <a:schemeClr val="tx1"/>
                </a:solidFill>
                <a:latin typeface="+mn-lt"/>
                <a:ea typeface="+mn-lt"/>
                <a:cs typeface="+mn-lt"/>
              </a:defRPr>
            </a:lvl5pPr>
            <a:lvl6pPr marL="0" indent="0" algn="ctr">
              <a:lnSpc>
                <a:spcPct val="110000"/>
              </a:lnSpc>
              <a:spcBef>
                <a:spcPts val="0"/>
              </a:spcBef>
              <a:spcAft>
                <a:spcPts val="0"/>
              </a:spcAft>
              <a:buNone/>
              <a:defRPr sz="1024" b="0">
                <a:solidFill>
                  <a:schemeClr val="tx1"/>
                </a:solidFill>
                <a:latin typeface="+mn-lt"/>
                <a:ea typeface="+mn-lt"/>
                <a:cs typeface="+mn-lt"/>
              </a:defRPr>
            </a:lvl6pPr>
            <a:lvl7pPr marL="0" indent="0" algn="ctr">
              <a:lnSpc>
                <a:spcPct val="110000"/>
              </a:lnSpc>
              <a:spcBef>
                <a:spcPts val="0"/>
              </a:spcBef>
              <a:spcAft>
                <a:spcPts val="0"/>
              </a:spcAft>
              <a:buNone/>
              <a:defRPr sz="1024" b="0">
                <a:solidFill>
                  <a:schemeClr val="tx1"/>
                </a:solidFill>
                <a:latin typeface="+mn-lt"/>
                <a:ea typeface="+mn-lt"/>
                <a:cs typeface="+mn-lt"/>
              </a:defRPr>
            </a:lvl7pPr>
            <a:lvl8pPr marL="0" indent="0" algn="ctr">
              <a:lnSpc>
                <a:spcPct val="110000"/>
              </a:lnSpc>
              <a:spcBef>
                <a:spcPts val="0"/>
              </a:spcBef>
              <a:spcAft>
                <a:spcPts val="0"/>
              </a:spcAft>
              <a:buNone/>
              <a:defRPr sz="1024" b="0">
                <a:solidFill>
                  <a:schemeClr val="tx1"/>
                </a:solidFill>
                <a:latin typeface="+mn-lt"/>
                <a:ea typeface="+mn-lt"/>
                <a:cs typeface="+mn-lt"/>
              </a:defRPr>
            </a:lvl8pPr>
            <a:lvl9pPr marL="0" indent="0" algn="ctr">
              <a:lnSpc>
                <a:spcPct val="110000"/>
              </a:lnSpc>
              <a:spcBef>
                <a:spcPts val="0"/>
              </a:spcBef>
              <a:spcAft>
                <a:spcPts val="0"/>
              </a:spcAft>
              <a:buNone/>
              <a:defRPr sz="1024"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7283109-3D94-44ED-8AD4-0C1375E1E0F2}"/>
              </a:ext>
            </a:extLst>
          </p:cNvPr>
          <p:cNvSpPr>
            <a:spLocks xmlns:a="http://schemas.openxmlformats.org/drawingml/2006/main" noGrp="1"/>
          </p:cNvSpPr>
          <p:nvPr>
            <p:ph type="title" idx="0"/>
          </p:nvPr>
        </p:nvSpPr>
        <p:spPr>
          <a:xfrm xmlns:a="http://schemas.openxmlformats.org/drawingml/2006/main">
            <a:off x="594360" y="1809750"/>
            <a:ext cx="4754880" cy="723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048" b="1">
                <a:solidFill>
                  <a:schemeClr val="tx1"/>
                </a:solidFill>
                <a:latin typeface="+mj-lt"/>
                <a:ea typeface="+mj-lt"/>
                <a:cs typeface="+mj-lt"/>
              </a:defRPr>
            </a:defPPr>
            <a:lvl1pPr marL="0" indent="0" algn="ctr">
              <a:lnSpc>
                <a:spcPct val="110000"/>
              </a:lnSpc>
              <a:spcBef>
                <a:spcPts val="0"/>
              </a:spcBef>
              <a:spcAft>
                <a:spcPts val="0"/>
              </a:spcAft>
              <a:buNone/>
              <a:defRPr sz="2048" b="1">
                <a:solidFill>
                  <a:schemeClr val="tx1"/>
                </a:solidFill>
                <a:latin typeface="+mj-lt"/>
                <a:ea typeface="+mj-lt"/>
                <a:cs typeface="+mj-lt"/>
              </a:defRPr>
            </a:lvl1pPr>
            <a:lvl2pPr marL="0" indent="0" algn="ctr">
              <a:lnSpc>
                <a:spcPct val="110000"/>
              </a:lnSpc>
              <a:spcBef>
                <a:spcPts val="0"/>
              </a:spcBef>
              <a:spcAft>
                <a:spcPts val="0"/>
              </a:spcAft>
              <a:buNone/>
              <a:defRPr sz="2048" b="1">
                <a:solidFill>
                  <a:schemeClr val="tx1"/>
                </a:solidFill>
                <a:latin typeface="+mj-lt"/>
                <a:ea typeface="+mj-lt"/>
                <a:cs typeface="+mj-lt"/>
              </a:defRPr>
            </a:lvl2pPr>
            <a:lvl3pPr marL="0" indent="0" algn="ctr">
              <a:lnSpc>
                <a:spcPct val="110000"/>
              </a:lnSpc>
              <a:spcBef>
                <a:spcPts val="0"/>
              </a:spcBef>
              <a:spcAft>
                <a:spcPts val="0"/>
              </a:spcAft>
              <a:buNone/>
              <a:defRPr sz="2048" b="1">
                <a:solidFill>
                  <a:schemeClr val="tx1"/>
                </a:solidFill>
                <a:latin typeface="+mj-lt"/>
                <a:ea typeface="+mj-lt"/>
                <a:cs typeface="+mj-lt"/>
              </a:defRPr>
            </a:lvl3pPr>
            <a:lvl4pPr marL="0" indent="0" algn="ctr">
              <a:lnSpc>
                <a:spcPct val="110000"/>
              </a:lnSpc>
              <a:spcBef>
                <a:spcPts val="0"/>
              </a:spcBef>
              <a:spcAft>
                <a:spcPts val="0"/>
              </a:spcAft>
              <a:buNone/>
              <a:defRPr sz="2048" b="1">
                <a:solidFill>
                  <a:schemeClr val="tx1"/>
                </a:solidFill>
                <a:latin typeface="+mj-lt"/>
                <a:ea typeface="+mj-lt"/>
                <a:cs typeface="+mj-lt"/>
              </a:defRPr>
            </a:lvl4pPr>
            <a:lvl5pPr marL="0" indent="0" algn="ctr">
              <a:lnSpc>
                <a:spcPct val="110000"/>
              </a:lnSpc>
              <a:spcBef>
                <a:spcPts val="0"/>
              </a:spcBef>
              <a:spcAft>
                <a:spcPts val="0"/>
              </a:spcAft>
              <a:buNone/>
              <a:defRPr sz="2048" b="1">
                <a:solidFill>
                  <a:schemeClr val="tx1"/>
                </a:solidFill>
                <a:latin typeface="+mj-lt"/>
                <a:ea typeface="+mj-lt"/>
                <a:cs typeface="+mj-lt"/>
              </a:defRPr>
            </a:lvl5pPr>
            <a:lvl6pPr marL="0" indent="0" algn="ctr">
              <a:lnSpc>
                <a:spcPct val="110000"/>
              </a:lnSpc>
              <a:spcBef>
                <a:spcPts val="0"/>
              </a:spcBef>
              <a:spcAft>
                <a:spcPts val="0"/>
              </a:spcAft>
              <a:buNone/>
              <a:defRPr sz="2048" b="1">
                <a:solidFill>
                  <a:schemeClr val="tx1"/>
                </a:solidFill>
                <a:latin typeface="+mj-lt"/>
                <a:ea typeface="+mj-lt"/>
                <a:cs typeface="+mj-lt"/>
              </a:defRPr>
            </a:lvl6pPr>
            <a:lvl7pPr marL="0" indent="0" algn="ctr">
              <a:lnSpc>
                <a:spcPct val="110000"/>
              </a:lnSpc>
              <a:spcBef>
                <a:spcPts val="0"/>
              </a:spcBef>
              <a:spcAft>
                <a:spcPts val="0"/>
              </a:spcAft>
              <a:buNone/>
              <a:defRPr sz="2048" b="1">
                <a:solidFill>
                  <a:schemeClr val="tx1"/>
                </a:solidFill>
                <a:latin typeface="+mj-lt"/>
                <a:ea typeface="+mj-lt"/>
                <a:cs typeface="+mj-lt"/>
              </a:defRPr>
            </a:lvl7pPr>
            <a:lvl8pPr marL="0" indent="0" algn="ctr">
              <a:lnSpc>
                <a:spcPct val="110000"/>
              </a:lnSpc>
              <a:spcBef>
                <a:spcPts val="0"/>
              </a:spcBef>
              <a:spcAft>
                <a:spcPts val="0"/>
              </a:spcAft>
              <a:buNone/>
              <a:defRPr sz="2048" b="1">
                <a:solidFill>
                  <a:schemeClr val="tx1"/>
                </a:solidFill>
                <a:latin typeface="+mj-lt"/>
                <a:ea typeface="+mj-lt"/>
                <a:cs typeface="+mj-lt"/>
              </a:defRPr>
            </a:lvl8pPr>
            <a:lvl9pPr marL="0" indent="0" algn="ctr">
              <a:lnSpc>
                <a:spcPct val="110000"/>
              </a:lnSpc>
              <a:spcBef>
                <a:spcPts val="0"/>
              </a:spcBef>
              <a:spcAft>
                <a:spcPts val="0"/>
              </a:spcAft>
              <a:buNone/>
              <a:defRPr sz="2048"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6AC0B1-6B17-45CE-87C8-7336B712A490}"/>
              </a:ext>
            </a:extLst>
          </p:cNvPr>
          <p:cNvSpPr>
            <a:spLocks xmlns:a="http://schemas.openxmlformats.org/drawingml/2006/main" noGrp="1"/>
          </p:cNvSpPr>
          <p:nvPr>
            <p:ph type="title" idx="0"/>
          </p:nvPr>
        </p:nvSpPr>
        <p:spPr>
          <a:xfrm xmlns:a="http://schemas.openxmlformats.org/drawingml/2006/main">
            <a:off x="334328" y="337820"/>
            <a:ext cx="5274945" cy="5308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09" b="1">
                <a:solidFill>
                  <a:schemeClr val="tx1"/>
                </a:solidFill>
                <a:latin typeface="+mj-lt"/>
                <a:ea typeface="+mj-lt"/>
                <a:cs typeface="+mj-lt"/>
              </a:defRPr>
            </a:defPPr>
            <a:lvl1pPr marL="0" indent="0" algn="l">
              <a:lnSpc>
                <a:spcPct val="110000"/>
              </a:lnSpc>
              <a:spcBef>
                <a:spcPts val="0"/>
              </a:spcBef>
              <a:spcAft>
                <a:spcPts val="0"/>
              </a:spcAft>
              <a:buNone/>
              <a:defRPr sz="1609" b="1">
                <a:solidFill>
                  <a:schemeClr val="tx1"/>
                </a:solidFill>
                <a:latin typeface="+mj-lt"/>
                <a:ea typeface="+mj-lt"/>
                <a:cs typeface="+mj-lt"/>
              </a:defRPr>
            </a:lvl1pPr>
            <a:lvl2pPr marL="0" indent="0" algn="l">
              <a:lnSpc>
                <a:spcPct val="110000"/>
              </a:lnSpc>
              <a:spcBef>
                <a:spcPts val="0"/>
              </a:spcBef>
              <a:spcAft>
                <a:spcPts val="0"/>
              </a:spcAft>
              <a:buNone/>
              <a:defRPr sz="1609" b="1">
                <a:solidFill>
                  <a:schemeClr val="tx1"/>
                </a:solidFill>
                <a:latin typeface="+mj-lt"/>
                <a:ea typeface="+mj-lt"/>
                <a:cs typeface="+mj-lt"/>
              </a:defRPr>
            </a:lvl2pPr>
            <a:lvl3pPr marL="0" indent="0" algn="l">
              <a:lnSpc>
                <a:spcPct val="110000"/>
              </a:lnSpc>
              <a:spcBef>
                <a:spcPts val="0"/>
              </a:spcBef>
              <a:spcAft>
                <a:spcPts val="0"/>
              </a:spcAft>
              <a:buNone/>
              <a:defRPr sz="1609" b="1">
                <a:solidFill>
                  <a:schemeClr val="tx1"/>
                </a:solidFill>
                <a:latin typeface="+mj-lt"/>
                <a:ea typeface="+mj-lt"/>
                <a:cs typeface="+mj-lt"/>
              </a:defRPr>
            </a:lvl3pPr>
            <a:lvl4pPr marL="0" indent="0" algn="l">
              <a:lnSpc>
                <a:spcPct val="110000"/>
              </a:lnSpc>
              <a:spcBef>
                <a:spcPts val="0"/>
              </a:spcBef>
              <a:spcAft>
                <a:spcPts val="0"/>
              </a:spcAft>
              <a:buNone/>
              <a:defRPr sz="1609" b="1">
                <a:solidFill>
                  <a:schemeClr val="tx1"/>
                </a:solidFill>
                <a:latin typeface="+mj-lt"/>
                <a:ea typeface="+mj-lt"/>
                <a:cs typeface="+mj-lt"/>
              </a:defRPr>
            </a:lvl4pPr>
            <a:lvl5pPr marL="0" indent="0" algn="l">
              <a:lnSpc>
                <a:spcPct val="110000"/>
              </a:lnSpc>
              <a:spcBef>
                <a:spcPts val="0"/>
              </a:spcBef>
              <a:spcAft>
                <a:spcPts val="0"/>
              </a:spcAft>
              <a:buNone/>
              <a:defRPr sz="1609" b="1">
                <a:solidFill>
                  <a:schemeClr val="tx1"/>
                </a:solidFill>
                <a:latin typeface="+mj-lt"/>
                <a:ea typeface="+mj-lt"/>
                <a:cs typeface="+mj-lt"/>
              </a:defRPr>
            </a:lvl5pPr>
            <a:lvl6pPr marL="0" indent="0" algn="l">
              <a:lnSpc>
                <a:spcPct val="110000"/>
              </a:lnSpc>
              <a:spcBef>
                <a:spcPts val="0"/>
              </a:spcBef>
              <a:spcAft>
                <a:spcPts val="0"/>
              </a:spcAft>
              <a:buNone/>
              <a:defRPr sz="1609" b="1">
                <a:solidFill>
                  <a:schemeClr val="tx1"/>
                </a:solidFill>
                <a:latin typeface="+mj-lt"/>
                <a:ea typeface="+mj-lt"/>
                <a:cs typeface="+mj-lt"/>
              </a:defRPr>
            </a:lvl6pPr>
            <a:lvl7pPr marL="0" indent="0" algn="l">
              <a:lnSpc>
                <a:spcPct val="110000"/>
              </a:lnSpc>
              <a:spcBef>
                <a:spcPts val="0"/>
              </a:spcBef>
              <a:spcAft>
                <a:spcPts val="0"/>
              </a:spcAft>
              <a:buNone/>
              <a:defRPr sz="1609" b="1">
                <a:solidFill>
                  <a:schemeClr val="tx1"/>
                </a:solidFill>
                <a:latin typeface="+mj-lt"/>
                <a:ea typeface="+mj-lt"/>
                <a:cs typeface="+mj-lt"/>
              </a:defRPr>
            </a:lvl7pPr>
            <a:lvl8pPr marL="0" indent="0" algn="l">
              <a:lnSpc>
                <a:spcPct val="110000"/>
              </a:lnSpc>
              <a:spcBef>
                <a:spcPts val="0"/>
              </a:spcBef>
              <a:spcAft>
                <a:spcPts val="0"/>
              </a:spcAft>
              <a:buNone/>
              <a:defRPr sz="1609" b="1">
                <a:solidFill>
                  <a:schemeClr val="tx1"/>
                </a:solidFill>
                <a:latin typeface="+mj-lt"/>
                <a:ea typeface="+mj-lt"/>
                <a:cs typeface="+mj-lt"/>
              </a:defRPr>
            </a:lvl8pPr>
            <a:lvl9pPr marL="0" indent="0" algn="l">
              <a:lnSpc>
                <a:spcPct val="110000"/>
              </a:lnSpc>
              <a:spcBef>
                <a:spcPts val="0"/>
              </a:spcBef>
              <a:spcAft>
                <a:spcPts val="0"/>
              </a:spcAft>
              <a:buNone/>
              <a:defRPr sz="1609"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9D86043-C72B-4981-819E-F141BA89DF2D}"/>
              </a:ext>
            </a:extLst>
          </p:cNvPr>
          <p:cNvSpPr>
            <a:spLocks xmlns:a="http://schemas.openxmlformats.org/drawingml/2006/main" noGrp="1"/>
          </p:cNvSpPr>
          <p:nvPr>
            <p:ph type="body" idx="1"/>
          </p:nvPr>
        </p:nvSpPr>
        <p:spPr>
          <a:xfrm xmlns:a="http://schemas.openxmlformats.org/drawingml/2006/main">
            <a:off x="334328" y="1206500"/>
            <a:ext cx="5274945" cy="2702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97" b="0">
                <a:solidFill>
                  <a:schemeClr val="tx1"/>
                </a:solidFill>
                <a:latin typeface="+mn-lt"/>
                <a:ea typeface="+mn-lt"/>
                <a:cs typeface="+mn-lt"/>
              </a:defRPr>
            </a:defPPr>
            <a:lvl1pPr marL="111443" indent="-111442" algn="l">
              <a:lnSpc>
                <a:spcPct val="110000"/>
              </a:lnSpc>
              <a:spcBef>
                <a:spcPts val="0"/>
              </a:spcBef>
              <a:spcAft>
                <a:spcPts val="585"/>
              </a:spcAft>
              <a:buChar char="•"/>
              <a:defRPr sz="1097" b="0">
                <a:solidFill>
                  <a:schemeClr val="tx1"/>
                </a:solidFill>
                <a:latin typeface="+mn-lt"/>
                <a:ea typeface="+mn-lt"/>
                <a:cs typeface="+mn-lt"/>
              </a:defRPr>
            </a:lvl1pPr>
            <a:lvl2pPr marL="260033" indent="-111442" algn="l">
              <a:lnSpc>
                <a:spcPct val="110000"/>
              </a:lnSpc>
              <a:spcBef>
                <a:spcPts val="0"/>
              </a:spcBef>
              <a:spcAft>
                <a:spcPts val="585"/>
              </a:spcAft>
              <a:buChar char="•"/>
              <a:defRPr sz="1097" b="0">
                <a:solidFill>
                  <a:schemeClr val="tx1"/>
                </a:solidFill>
                <a:latin typeface="+mn-lt"/>
                <a:ea typeface="+mn-lt"/>
                <a:cs typeface="+mn-lt"/>
              </a:defRPr>
            </a:lvl2pPr>
            <a:lvl3pPr marL="408623" indent="-111442" algn="l">
              <a:lnSpc>
                <a:spcPct val="110000"/>
              </a:lnSpc>
              <a:spcBef>
                <a:spcPts val="0"/>
              </a:spcBef>
              <a:spcAft>
                <a:spcPts val="585"/>
              </a:spcAft>
              <a:buChar char="•"/>
              <a:defRPr sz="1097" b="0">
                <a:solidFill>
                  <a:schemeClr val="tx1"/>
                </a:solidFill>
                <a:latin typeface="+mn-lt"/>
                <a:ea typeface="+mn-lt"/>
                <a:cs typeface="+mn-lt"/>
              </a:defRPr>
            </a:lvl3pPr>
            <a:lvl4pPr marL="557213" indent="-111442" algn="l">
              <a:lnSpc>
                <a:spcPct val="110000"/>
              </a:lnSpc>
              <a:spcBef>
                <a:spcPts val="0"/>
              </a:spcBef>
              <a:spcAft>
                <a:spcPts val="585"/>
              </a:spcAft>
              <a:buChar char="•"/>
              <a:defRPr sz="1097" b="0">
                <a:solidFill>
                  <a:schemeClr val="tx1"/>
                </a:solidFill>
                <a:latin typeface="+mn-lt"/>
                <a:ea typeface="+mn-lt"/>
                <a:cs typeface="+mn-lt"/>
              </a:defRPr>
            </a:lvl4pPr>
            <a:lvl5pPr marL="705803" indent="-111442" algn="l">
              <a:lnSpc>
                <a:spcPct val="110000"/>
              </a:lnSpc>
              <a:spcBef>
                <a:spcPts val="0"/>
              </a:spcBef>
              <a:spcAft>
                <a:spcPts val="585"/>
              </a:spcAft>
              <a:buChar char="•"/>
              <a:defRPr sz="1097" b="0">
                <a:solidFill>
                  <a:schemeClr val="tx1"/>
                </a:solidFill>
                <a:latin typeface="+mn-lt"/>
                <a:ea typeface="+mn-lt"/>
                <a:cs typeface="+mn-lt"/>
              </a:defRPr>
            </a:lvl5pPr>
            <a:lvl6pPr marL="854393" indent="-111442" algn="l">
              <a:lnSpc>
                <a:spcPct val="110000"/>
              </a:lnSpc>
              <a:spcBef>
                <a:spcPts val="0"/>
              </a:spcBef>
              <a:spcAft>
                <a:spcPts val="585"/>
              </a:spcAft>
              <a:buChar char="•"/>
              <a:defRPr sz="1097" b="0">
                <a:solidFill>
                  <a:schemeClr val="tx1"/>
                </a:solidFill>
                <a:latin typeface="+mn-lt"/>
                <a:ea typeface="+mn-lt"/>
                <a:cs typeface="+mn-lt"/>
              </a:defRPr>
            </a:lvl6pPr>
            <a:lvl7pPr marL="1002983" indent="-111442" algn="l">
              <a:lnSpc>
                <a:spcPct val="110000"/>
              </a:lnSpc>
              <a:spcBef>
                <a:spcPts val="0"/>
              </a:spcBef>
              <a:spcAft>
                <a:spcPts val="585"/>
              </a:spcAft>
              <a:buChar char="•"/>
              <a:defRPr sz="1097" b="0">
                <a:solidFill>
                  <a:schemeClr val="tx1"/>
                </a:solidFill>
                <a:latin typeface="+mn-lt"/>
                <a:ea typeface="+mn-lt"/>
                <a:cs typeface="+mn-lt"/>
              </a:defRPr>
            </a:lvl7pPr>
            <a:lvl8pPr marL="1151573" indent="-111442" algn="l">
              <a:lnSpc>
                <a:spcPct val="110000"/>
              </a:lnSpc>
              <a:spcBef>
                <a:spcPts val="0"/>
              </a:spcBef>
              <a:spcAft>
                <a:spcPts val="585"/>
              </a:spcAft>
              <a:buChar char="•"/>
              <a:defRPr sz="1097" b="0">
                <a:solidFill>
                  <a:schemeClr val="tx1"/>
                </a:solidFill>
                <a:latin typeface="+mn-lt"/>
                <a:ea typeface="+mn-lt"/>
                <a:cs typeface="+mn-lt"/>
              </a:defRPr>
            </a:lvl8pPr>
            <a:lvl9pPr marL="1300163" indent="-111442" algn="l">
              <a:lnSpc>
                <a:spcPct val="110000"/>
              </a:lnSpc>
              <a:spcBef>
                <a:spcPts val="0"/>
              </a:spcBef>
              <a:spcAft>
                <a:spcPts val="585"/>
              </a:spcAft>
              <a:buChar char="•"/>
              <a:defRPr sz="1097"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325A482-F019-4EF3-9818-F0F52A0E680D}"/>
              </a:ext>
            </a:extLst>
          </p:cNvPr>
          <p:cNvSpPr>
            <a:spLocks xmlns:a="http://schemas.openxmlformats.org/drawingml/2006/main" noGrp="1"/>
          </p:cNvSpPr>
          <p:nvPr>
            <p:ph type="title" idx="0"/>
          </p:nvPr>
        </p:nvSpPr>
        <p:spPr>
          <a:xfrm xmlns:a="http://schemas.openxmlformats.org/drawingml/2006/main">
            <a:off x="334328" y="337820"/>
            <a:ext cx="5274945" cy="5308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09" b="1">
                <a:solidFill>
                  <a:schemeClr val="tx1"/>
                </a:solidFill>
                <a:latin typeface="+mj-lt"/>
                <a:ea typeface="+mj-lt"/>
                <a:cs typeface="+mj-lt"/>
              </a:defRPr>
            </a:defPPr>
            <a:lvl1pPr marL="0" indent="0" algn="l">
              <a:lnSpc>
                <a:spcPct val="110000"/>
              </a:lnSpc>
              <a:spcBef>
                <a:spcPts val="0"/>
              </a:spcBef>
              <a:spcAft>
                <a:spcPts val="0"/>
              </a:spcAft>
              <a:buNone/>
              <a:defRPr sz="1609" b="1">
                <a:solidFill>
                  <a:schemeClr val="tx1"/>
                </a:solidFill>
                <a:latin typeface="+mj-lt"/>
                <a:ea typeface="+mj-lt"/>
                <a:cs typeface="+mj-lt"/>
              </a:defRPr>
            </a:lvl1pPr>
            <a:lvl2pPr marL="0" indent="0" algn="l">
              <a:lnSpc>
                <a:spcPct val="110000"/>
              </a:lnSpc>
              <a:spcBef>
                <a:spcPts val="0"/>
              </a:spcBef>
              <a:spcAft>
                <a:spcPts val="0"/>
              </a:spcAft>
              <a:buNone/>
              <a:defRPr sz="1609" b="1">
                <a:solidFill>
                  <a:schemeClr val="tx1"/>
                </a:solidFill>
                <a:latin typeface="+mj-lt"/>
                <a:ea typeface="+mj-lt"/>
                <a:cs typeface="+mj-lt"/>
              </a:defRPr>
            </a:lvl2pPr>
            <a:lvl3pPr marL="0" indent="0" algn="l">
              <a:lnSpc>
                <a:spcPct val="110000"/>
              </a:lnSpc>
              <a:spcBef>
                <a:spcPts val="0"/>
              </a:spcBef>
              <a:spcAft>
                <a:spcPts val="0"/>
              </a:spcAft>
              <a:buNone/>
              <a:defRPr sz="1609" b="1">
                <a:solidFill>
                  <a:schemeClr val="tx1"/>
                </a:solidFill>
                <a:latin typeface="+mj-lt"/>
                <a:ea typeface="+mj-lt"/>
                <a:cs typeface="+mj-lt"/>
              </a:defRPr>
            </a:lvl3pPr>
            <a:lvl4pPr marL="0" indent="0" algn="l">
              <a:lnSpc>
                <a:spcPct val="110000"/>
              </a:lnSpc>
              <a:spcBef>
                <a:spcPts val="0"/>
              </a:spcBef>
              <a:spcAft>
                <a:spcPts val="0"/>
              </a:spcAft>
              <a:buNone/>
              <a:defRPr sz="1609" b="1">
                <a:solidFill>
                  <a:schemeClr val="tx1"/>
                </a:solidFill>
                <a:latin typeface="+mj-lt"/>
                <a:ea typeface="+mj-lt"/>
                <a:cs typeface="+mj-lt"/>
              </a:defRPr>
            </a:lvl4pPr>
            <a:lvl5pPr marL="0" indent="0" algn="l">
              <a:lnSpc>
                <a:spcPct val="110000"/>
              </a:lnSpc>
              <a:spcBef>
                <a:spcPts val="0"/>
              </a:spcBef>
              <a:spcAft>
                <a:spcPts val="0"/>
              </a:spcAft>
              <a:buNone/>
              <a:defRPr sz="1609" b="1">
                <a:solidFill>
                  <a:schemeClr val="tx1"/>
                </a:solidFill>
                <a:latin typeface="+mj-lt"/>
                <a:ea typeface="+mj-lt"/>
                <a:cs typeface="+mj-lt"/>
              </a:defRPr>
            </a:lvl5pPr>
            <a:lvl6pPr marL="0" indent="0" algn="l">
              <a:lnSpc>
                <a:spcPct val="110000"/>
              </a:lnSpc>
              <a:spcBef>
                <a:spcPts val="0"/>
              </a:spcBef>
              <a:spcAft>
                <a:spcPts val="0"/>
              </a:spcAft>
              <a:buNone/>
              <a:defRPr sz="1609" b="1">
                <a:solidFill>
                  <a:schemeClr val="tx1"/>
                </a:solidFill>
                <a:latin typeface="+mj-lt"/>
                <a:ea typeface="+mj-lt"/>
                <a:cs typeface="+mj-lt"/>
              </a:defRPr>
            </a:lvl6pPr>
            <a:lvl7pPr marL="0" indent="0" algn="l">
              <a:lnSpc>
                <a:spcPct val="110000"/>
              </a:lnSpc>
              <a:spcBef>
                <a:spcPts val="0"/>
              </a:spcBef>
              <a:spcAft>
                <a:spcPts val="0"/>
              </a:spcAft>
              <a:buNone/>
              <a:defRPr sz="1609" b="1">
                <a:solidFill>
                  <a:schemeClr val="tx1"/>
                </a:solidFill>
                <a:latin typeface="+mj-lt"/>
                <a:ea typeface="+mj-lt"/>
                <a:cs typeface="+mj-lt"/>
              </a:defRPr>
            </a:lvl7pPr>
            <a:lvl8pPr marL="0" indent="0" algn="l">
              <a:lnSpc>
                <a:spcPct val="110000"/>
              </a:lnSpc>
              <a:spcBef>
                <a:spcPts val="0"/>
              </a:spcBef>
              <a:spcAft>
                <a:spcPts val="0"/>
              </a:spcAft>
              <a:buNone/>
              <a:defRPr sz="1609" b="1">
                <a:solidFill>
                  <a:schemeClr val="tx1"/>
                </a:solidFill>
                <a:latin typeface="+mj-lt"/>
                <a:ea typeface="+mj-lt"/>
                <a:cs typeface="+mj-lt"/>
              </a:defRPr>
            </a:lvl8pPr>
            <a:lvl9pPr marL="0" indent="0" algn="l">
              <a:lnSpc>
                <a:spcPct val="110000"/>
              </a:lnSpc>
              <a:spcBef>
                <a:spcPts val="0"/>
              </a:spcBef>
              <a:spcAft>
                <a:spcPts val="0"/>
              </a:spcAft>
              <a:buNone/>
              <a:defRPr sz="1609"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35CC019-B863-4977-BD7F-8F7358D2BECF}"/>
              </a:ext>
            </a:extLst>
          </p:cNvPr>
          <p:cNvSpPr>
            <a:spLocks xmlns:a="http://schemas.openxmlformats.org/drawingml/2006/main" noGrp="1"/>
          </p:cNvSpPr>
          <p:nvPr>
            <p:ph type="body" idx="1"/>
          </p:nvPr>
        </p:nvSpPr>
        <p:spPr>
          <a:xfrm xmlns:a="http://schemas.openxmlformats.org/drawingml/2006/main">
            <a:off x="334328" y="1206500"/>
            <a:ext cx="2451735" cy="2702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24" b="0">
                <a:solidFill>
                  <a:schemeClr val="tx1"/>
                </a:solidFill>
                <a:latin typeface="+mn-lt"/>
                <a:ea typeface="+mn-lt"/>
                <a:cs typeface="+mn-lt"/>
              </a:defRPr>
            </a:defPPr>
            <a:lvl1pPr marL="111443" indent="-111442" algn="l">
              <a:lnSpc>
                <a:spcPct val="110000"/>
              </a:lnSpc>
              <a:spcBef>
                <a:spcPts val="0"/>
              </a:spcBef>
              <a:spcAft>
                <a:spcPts val="585"/>
              </a:spcAft>
              <a:buChar char="•"/>
              <a:defRPr sz="1024" b="0">
                <a:solidFill>
                  <a:schemeClr val="tx1"/>
                </a:solidFill>
                <a:latin typeface="+mn-lt"/>
                <a:ea typeface="+mn-lt"/>
                <a:cs typeface="+mn-lt"/>
              </a:defRPr>
            </a:lvl1pPr>
            <a:lvl2pPr marL="260033" indent="-111442" algn="l">
              <a:lnSpc>
                <a:spcPct val="110000"/>
              </a:lnSpc>
              <a:spcBef>
                <a:spcPts val="0"/>
              </a:spcBef>
              <a:spcAft>
                <a:spcPts val="585"/>
              </a:spcAft>
              <a:buChar char="•"/>
              <a:defRPr sz="1024" b="0">
                <a:solidFill>
                  <a:schemeClr val="tx1"/>
                </a:solidFill>
                <a:latin typeface="+mn-lt"/>
                <a:ea typeface="+mn-lt"/>
                <a:cs typeface="+mn-lt"/>
              </a:defRPr>
            </a:lvl2pPr>
            <a:lvl3pPr marL="408623" indent="-111442" algn="l">
              <a:lnSpc>
                <a:spcPct val="110000"/>
              </a:lnSpc>
              <a:spcBef>
                <a:spcPts val="0"/>
              </a:spcBef>
              <a:spcAft>
                <a:spcPts val="585"/>
              </a:spcAft>
              <a:buChar char="•"/>
              <a:defRPr sz="1024" b="0">
                <a:solidFill>
                  <a:schemeClr val="tx1"/>
                </a:solidFill>
                <a:latin typeface="+mn-lt"/>
                <a:ea typeface="+mn-lt"/>
                <a:cs typeface="+mn-lt"/>
              </a:defRPr>
            </a:lvl3pPr>
            <a:lvl4pPr marL="557213" indent="-111442" algn="l">
              <a:lnSpc>
                <a:spcPct val="110000"/>
              </a:lnSpc>
              <a:spcBef>
                <a:spcPts val="0"/>
              </a:spcBef>
              <a:spcAft>
                <a:spcPts val="585"/>
              </a:spcAft>
              <a:buChar char="•"/>
              <a:defRPr sz="1024" b="0">
                <a:solidFill>
                  <a:schemeClr val="tx1"/>
                </a:solidFill>
                <a:latin typeface="+mn-lt"/>
                <a:ea typeface="+mn-lt"/>
                <a:cs typeface="+mn-lt"/>
              </a:defRPr>
            </a:lvl4pPr>
            <a:lvl5pPr marL="705803" indent="-111442" algn="l">
              <a:lnSpc>
                <a:spcPct val="110000"/>
              </a:lnSpc>
              <a:spcBef>
                <a:spcPts val="0"/>
              </a:spcBef>
              <a:spcAft>
                <a:spcPts val="585"/>
              </a:spcAft>
              <a:buChar char="•"/>
              <a:defRPr sz="1024" b="0">
                <a:solidFill>
                  <a:schemeClr val="tx1"/>
                </a:solidFill>
                <a:latin typeface="+mn-lt"/>
                <a:ea typeface="+mn-lt"/>
                <a:cs typeface="+mn-lt"/>
              </a:defRPr>
            </a:lvl5pPr>
            <a:lvl6pPr marL="854393" indent="-111442" algn="l">
              <a:lnSpc>
                <a:spcPct val="110000"/>
              </a:lnSpc>
              <a:spcBef>
                <a:spcPts val="0"/>
              </a:spcBef>
              <a:spcAft>
                <a:spcPts val="585"/>
              </a:spcAft>
              <a:buChar char="•"/>
              <a:defRPr sz="1024" b="0">
                <a:solidFill>
                  <a:schemeClr val="tx1"/>
                </a:solidFill>
                <a:latin typeface="+mn-lt"/>
                <a:ea typeface="+mn-lt"/>
                <a:cs typeface="+mn-lt"/>
              </a:defRPr>
            </a:lvl6pPr>
            <a:lvl7pPr marL="1002983" indent="-111442" algn="l">
              <a:lnSpc>
                <a:spcPct val="110000"/>
              </a:lnSpc>
              <a:spcBef>
                <a:spcPts val="0"/>
              </a:spcBef>
              <a:spcAft>
                <a:spcPts val="585"/>
              </a:spcAft>
              <a:buChar char="•"/>
              <a:defRPr sz="1024" b="0">
                <a:solidFill>
                  <a:schemeClr val="tx1"/>
                </a:solidFill>
                <a:latin typeface="+mn-lt"/>
                <a:ea typeface="+mn-lt"/>
                <a:cs typeface="+mn-lt"/>
              </a:defRPr>
            </a:lvl7pPr>
            <a:lvl8pPr marL="1151573" indent="-111442" algn="l">
              <a:lnSpc>
                <a:spcPct val="110000"/>
              </a:lnSpc>
              <a:spcBef>
                <a:spcPts val="0"/>
              </a:spcBef>
              <a:spcAft>
                <a:spcPts val="585"/>
              </a:spcAft>
              <a:buChar char="•"/>
              <a:defRPr sz="1024" b="0">
                <a:solidFill>
                  <a:schemeClr val="tx1"/>
                </a:solidFill>
                <a:latin typeface="+mn-lt"/>
                <a:ea typeface="+mn-lt"/>
                <a:cs typeface="+mn-lt"/>
              </a:defRPr>
            </a:lvl8pPr>
            <a:lvl9pPr marL="1300163" indent="-111442" algn="l">
              <a:lnSpc>
                <a:spcPct val="110000"/>
              </a:lnSpc>
              <a:spcBef>
                <a:spcPts val="0"/>
              </a:spcBef>
              <a:spcAft>
                <a:spcPts val="585"/>
              </a:spcAft>
              <a:buChar char="•"/>
              <a:defRPr sz="1024"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3259B7E-E881-41EF-A6A8-C313884CE5F3}"/>
              </a:ext>
            </a:extLst>
          </p:cNvPr>
          <p:cNvSpPr>
            <a:spLocks xmlns:a="http://schemas.openxmlformats.org/drawingml/2006/main" noGrp="1"/>
          </p:cNvSpPr>
          <p:nvPr>
            <p:ph type="body" idx="2"/>
          </p:nvPr>
        </p:nvSpPr>
        <p:spPr>
          <a:xfrm xmlns:a="http://schemas.openxmlformats.org/drawingml/2006/main">
            <a:off x="3157538" y="1206500"/>
            <a:ext cx="2451735" cy="2702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24" b="0">
                <a:solidFill>
                  <a:schemeClr val="tx1"/>
                </a:solidFill>
                <a:latin typeface="+mn-lt"/>
                <a:ea typeface="+mn-lt"/>
                <a:cs typeface="+mn-lt"/>
              </a:defRPr>
            </a:defPPr>
            <a:lvl1pPr marL="111443" indent="-111442" algn="l">
              <a:lnSpc>
                <a:spcPct val="110000"/>
              </a:lnSpc>
              <a:spcBef>
                <a:spcPts val="0"/>
              </a:spcBef>
              <a:spcAft>
                <a:spcPts val="585"/>
              </a:spcAft>
              <a:buChar char="•"/>
              <a:defRPr sz="1024" b="0">
                <a:solidFill>
                  <a:schemeClr val="tx1"/>
                </a:solidFill>
                <a:latin typeface="+mn-lt"/>
                <a:ea typeface="+mn-lt"/>
                <a:cs typeface="+mn-lt"/>
              </a:defRPr>
            </a:lvl1pPr>
            <a:lvl2pPr marL="260033" indent="-111442" algn="l">
              <a:lnSpc>
                <a:spcPct val="110000"/>
              </a:lnSpc>
              <a:spcBef>
                <a:spcPts val="0"/>
              </a:spcBef>
              <a:spcAft>
                <a:spcPts val="585"/>
              </a:spcAft>
              <a:buChar char="•"/>
              <a:defRPr sz="1024" b="0">
                <a:solidFill>
                  <a:schemeClr val="tx1"/>
                </a:solidFill>
                <a:latin typeface="+mn-lt"/>
                <a:ea typeface="+mn-lt"/>
                <a:cs typeface="+mn-lt"/>
              </a:defRPr>
            </a:lvl2pPr>
            <a:lvl3pPr marL="408623" indent="-111442" algn="l">
              <a:lnSpc>
                <a:spcPct val="110000"/>
              </a:lnSpc>
              <a:spcBef>
                <a:spcPts val="0"/>
              </a:spcBef>
              <a:spcAft>
                <a:spcPts val="585"/>
              </a:spcAft>
              <a:buChar char="•"/>
              <a:defRPr sz="1024" b="0">
                <a:solidFill>
                  <a:schemeClr val="tx1"/>
                </a:solidFill>
                <a:latin typeface="+mn-lt"/>
                <a:ea typeface="+mn-lt"/>
                <a:cs typeface="+mn-lt"/>
              </a:defRPr>
            </a:lvl3pPr>
            <a:lvl4pPr marL="557213" indent="-111442" algn="l">
              <a:lnSpc>
                <a:spcPct val="110000"/>
              </a:lnSpc>
              <a:spcBef>
                <a:spcPts val="0"/>
              </a:spcBef>
              <a:spcAft>
                <a:spcPts val="585"/>
              </a:spcAft>
              <a:buChar char="•"/>
              <a:defRPr sz="1024" b="0">
                <a:solidFill>
                  <a:schemeClr val="tx1"/>
                </a:solidFill>
                <a:latin typeface="+mn-lt"/>
                <a:ea typeface="+mn-lt"/>
                <a:cs typeface="+mn-lt"/>
              </a:defRPr>
            </a:lvl4pPr>
            <a:lvl5pPr marL="705803" indent="-111442" algn="l">
              <a:lnSpc>
                <a:spcPct val="110000"/>
              </a:lnSpc>
              <a:spcBef>
                <a:spcPts val="0"/>
              </a:spcBef>
              <a:spcAft>
                <a:spcPts val="585"/>
              </a:spcAft>
              <a:buChar char="•"/>
              <a:defRPr sz="1024" b="0">
                <a:solidFill>
                  <a:schemeClr val="tx1"/>
                </a:solidFill>
                <a:latin typeface="+mn-lt"/>
                <a:ea typeface="+mn-lt"/>
                <a:cs typeface="+mn-lt"/>
              </a:defRPr>
            </a:lvl5pPr>
            <a:lvl6pPr marL="854393" indent="-111442" algn="l">
              <a:lnSpc>
                <a:spcPct val="110000"/>
              </a:lnSpc>
              <a:spcBef>
                <a:spcPts val="0"/>
              </a:spcBef>
              <a:spcAft>
                <a:spcPts val="585"/>
              </a:spcAft>
              <a:buChar char="•"/>
              <a:defRPr sz="1024" b="0">
                <a:solidFill>
                  <a:schemeClr val="tx1"/>
                </a:solidFill>
                <a:latin typeface="+mn-lt"/>
                <a:ea typeface="+mn-lt"/>
                <a:cs typeface="+mn-lt"/>
              </a:defRPr>
            </a:lvl6pPr>
            <a:lvl7pPr marL="1002983" indent="-111442" algn="l">
              <a:lnSpc>
                <a:spcPct val="110000"/>
              </a:lnSpc>
              <a:spcBef>
                <a:spcPts val="0"/>
              </a:spcBef>
              <a:spcAft>
                <a:spcPts val="585"/>
              </a:spcAft>
              <a:buChar char="•"/>
              <a:defRPr sz="1024" b="0">
                <a:solidFill>
                  <a:schemeClr val="tx1"/>
                </a:solidFill>
                <a:latin typeface="+mn-lt"/>
                <a:ea typeface="+mn-lt"/>
                <a:cs typeface="+mn-lt"/>
              </a:defRPr>
            </a:lvl7pPr>
            <a:lvl8pPr marL="1151573" indent="-111442" algn="l">
              <a:lnSpc>
                <a:spcPct val="110000"/>
              </a:lnSpc>
              <a:spcBef>
                <a:spcPts val="0"/>
              </a:spcBef>
              <a:spcAft>
                <a:spcPts val="585"/>
              </a:spcAft>
              <a:buChar char="•"/>
              <a:defRPr sz="1024" b="0">
                <a:solidFill>
                  <a:schemeClr val="tx1"/>
                </a:solidFill>
                <a:latin typeface="+mn-lt"/>
                <a:ea typeface="+mn-lt"/>
                <a:cs typeface="+mn-lt"/>
              </a:defRPr>
            </a:lvl8pPr>
            <a:lvl9pPr marL="1300163" indent="-111442" algn="l">
              <a:lnSpc>
                <a:spcPct val="110000"/>
              </a:lnSpc>
              <a:spcBef>
                <a:spcPts val="0"/>
              </a:spcBef>
              <a:spcAft>
                <a:spcPts val="585"/>
              </a:spcAft>
              <a:buChar char="•"/>
              <a:defRPr sz="1024"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3BEB9EE-BAB8-4D59-96C3-F1B753B256FB}"/>
              </a:ext>
            </a:extLst>
          </p:cNvPr>
          <p:cNvSpPr>
            <a:spLocks xmlns:a="http://schemas.openxmlformats.org/drawingml/2006/main" noGrp="1"/>
          </p:cNvSpPr>
          <p:nvPr>
            <p:ph type="title" idx="0"/>
          </p:nvPr>
        </p:nvSpPr>
        <p:spPr>
          <a:xfrm xmlns:a="http://schemas.openxmlformats.org/drawingml/2006/main">
            <a:off x="334328" y="337820"/>
            <a:ext cx="5274945" cy="5308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09" b="1">
                <a:solidFill>
                  <a:schemeClr val="tx1"/>
                </a:solidFill>
                <a:latin typeface="+mj-lt"/>
                <a:ea typeface="+mj-lt"/>
                <a:cs typeface="+mj-lt"/>
              </a:defRPr>
            </a:defPPr>
            <a:lvl1pPr marL="0" indent="0" algn="l">
              <a:lnSpc>
                <a:spcPct val="110000"/>
              </a:lnSpc>
              <a:spcBef>
                <a:spcPts val="0"/>
              </a:spcBef>
              <a:spcAft>
                <a:spcPts val="0"/>
              </a:spcAft>
              <a:buNone/>
              <a:defRPr sz="1609" b="1">
                <a:solidFill>
                  <a:schemeClr val="tx1"/>
                </a:solidFill>
                <a:latin typeface="+mj-lt"/>
                <a:ea typeface="+mj-lt"/>
                <a:cs typeface="+mj-lt"/>
              </a:defRPr>
            </a:lvl1pPr>
            <a:lvl2pPr marL="0" indent="0" algn="l">
              <a:lnSpc>
                <a:spcPct val="110000"/>
              </a:lnSpc>
              <a:spcBef>
                <a:spcPts val="0"/>
              </a:spcBef>
              <a:spcAft>
                <a:spcPts val="0"/>
              </a:spcAft>
              <a:buNone/>
              <a:defRPr sz="1609" b="1">
                <a:solidFill>
                  <a:schemeClr val="tx1"/>
                </a:solidFill>
                <a:latin typeface="+mj-lt"/>
                <a:ea typeface="+mj-lt"/>
                <a:cs typeface="+mj-lt"/>
              </a:defRPr>
            </a:lvl2pPr>
            <a:lvl3pPr marL="0" indent="0" algn="l">
              <a:lnSpc>
                <a:spcPct val="110000"/>
              </a:lnSpc>
              <a:spcBef>
                <a:spcPts val="0"/>
              </a:spcBef>
              <a:spcAft>
                <a:spcPts val="0"/>
              </a:spcAft>
              <a:buNone/>
              <a:defRPr sz="1609" b="1">
                <a:solidFill>
                  <a:schemeClr val="tx1"/>
                </a:solidFill>
                <a:latin typeface="+mj-lt"/>
                <a:ea typeface="+mj-lt"/>
                <a:cs typeface="+mj-lt"/>
              </a:defRPr>
            </a:lvl3pPr>
            <a:lvl4pPr marL="0" indent="0" algn="l">
              <a:lnSpc>
                <a:spcPct val="110000"/>
              </a:lnSpc>
              <a:spcBef>
                <a:spcPts val="0"/>
              </a:spcBef>
              <a:spcAft>
                <a:spcPts val="0"/>
              </a:spcAft>
              <a:buNone/>
              <a:defRPr sz="1609" b="1">
                <a:solidFill>
                  <a:schemeClr val="tx1"/>
                </a:solidFill>
                <a:latin typeface="+mj-lt"/>
                <a:ea typeface="+mj-lt"/>
                <a:cs typeface="+mj-lt"/>
              </a:defRPr>
            </a:lvl4pPr>
            <a:lvl5pPr marL="0" indent="0" algn="l">
              <a:lnSpc>
                <a:spcPct val="110000"/>
              </a:lnSpc>
              <a:spcBef>
                <a:spcPts val="0"/>
              </a:spcBef>
              <a:spcAft>
                <a:spcPts val="0"/>
              </a:spcAft>
              <a:buNone/>
              <a:defRPr sz="1609" b="1">
                <a:solidFill>
                  <a:schemeClr val="tx1"/>
                </a:solidFill>
                <a:latin typeface="+mj-lt"/>
                <a:ea typeface="+mj-lt"/>
                <a:cs typeface="+mj-lt"/>
              </a:defRPr>
            </a:lvl5pPr>
            <a:lvl6pPr marL="0" indent="0" algn="l">
              <a:lnSpc>
                <a:spcPct val="110000"/>
              </a:lnSpc>
              <a:spcBef>
                <a:spcPts val="0"/>
              </a:spcBef>
              <a:spcAft>
                <a:spcPts val="0"/>
              </a:spcAft>
              <a:buNone/>
              <a:defRPr sz="1609" b="1">
                <a:solidFill>
                  <a:schemeClr val="tx1"/>
                </a:solidFill>
                <a:latin typeface="+mj-lt"/>
                <a:ea typeface="+mj-lt"/>
                <a:cs typeface="+mj-lt"/>
              </a:defRPr>
            </a:lvl6pPr>
            <a:lvl7pPr marL="0" indent="0" algn="l">
              <a:lnSpc>
                <a:spcPct val="110000"/>
              </a:lnSpc>
              <a:spcBef>
                <a:spcPts val="0"/>
              </a:spcBef>
              <a:spcAft>
                <a:spcPts val="0"/>
              </a:spcAft>
              <a:buNone/>
              <a:defRPr sz="1609" b="1">
                <a:solidFill>
                  <a:schemeClr val="tx1"/>
                </a:solidFill>
                <a:latin typeface="+mj-lt"/>
                <a:ea typeface="+mj-lt"/>
                <a:cs typeface="+mj-lt"/>
              </a:defRPr>
            </a:lvl7pPr>
            <a:lvl8pPr marL="0" indent="0" algn="l">
              <a:lnSpc>
                <a:spcPct val="110000"/>
              </a:lnSpc>
              <a:spcBef>
                <a:spcPts val="0"/>
              </a:spcBef>
              <a:spcAft>
                <a:spcPts val="0"/>
              </a:spcAft>
              <a:buNone/>
              <a:defRPr sz="1609" b="1">
                <a:solidFill>
                  <a:schemeClr val="tx1"/>
                </a:solidFill>
                <a:latin typeface="+mj-lt"/>
                <a:ea typeface="+mj-lt"/>
                <a:cs typeface="+mj-lt"/>
              </a:defRPr>
            </a:lvl8pPr>
            <a:lvl9pPr marL="0" indent="0" algn="l">
              <a:lnSpc>
                <a:spcPct val="110000"/>
              </a:lnSpc>
              <a:spcBef>
                <a:spcPts val="0"/>
              </a:spcBef>
              <a:spcAft>
                <a:spcPts val="0"/>
              </a:spcAft>
              <a:buNone/>
              <a:defRPr sz="1609"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3647483-3794-47A0-83DB-C2350177D0B6}"/>
              </a:ext>
            </a:extLst>
          </p:cNvPr>
          <p:cNvSpPr>
            <a:spLocks xmlns:a="http://schemas.openxmlformats.org/drawingml/2006/main" noGrp="1"/>
          </p:cNvSpPr>
          <p:nvPr>
            <p:ph type="body" idx="1"/>
          </p:nvPr>
        </p:nvSpPr>
        <p:spPr>
          <a:xfrm xmlns:a="http://schemas.openxmlformats.org/drawingml/2006/main">
            <a:off x="334328" y="1206500"/>
            <a:ext cx="2451735" cy="270256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097" b="0">
                <a:solidFill>
                  <a:schemeClr val="tx1"/>
                </a:solidFill>
                <a:latin typeface="+mn-lt"/>
                <a:ea typeface="+mn-lt"/>
                <a:cs typeface="+mn-lt"/>
              </a:defRPr>
            </a:defPPr>
            <a:lvl1pPr marL="111443" indent="-111442" algn="l">
              <a:lnSpc>
                <a:spcPct val="110000"/>
              </a:lnSpc>
              <a:spcBef>
                <a:spcPts val="0"/>
              </a:spcBef>
              <a:spcAft>
                <a:spcPts val="585"/>
              </a:spcAft>
              <a:buChar char="•"/>
              <a:defRPr sz="1097" b="0">
                <a:solidFill>
                  <a:schemeClr val="tx1"/>
                </a:solidFill>
                <a:latin typeface="+mn-lt"/>
                <a:ea typeface="+mn-lt"/>
                <a:cs typeface="+mn-lt"/>
              </a:defRPr>
            </a:lvl1pPr>
            <a:lvl2pPr marL="260033" indent="-111442" algn="l">
              <a:lnSpc>
                <a:spcPct val="110000"/>
              </a:lnSpc>
              <a:spcBef>
                <a:spcPts val="0"/>
              </a:spcBef>
              <a:spcAft>
                <a:spcPts val="585"/>
              </a:spcAft>
              <a:buChar char="•"/>
              <a:defRPr sz="1097" b="0">
                <a:solidFill>
                  <a:schemeClr val="tx1"/>
                </a:solidFill>
                <a:latin typeface="+mn-lt"/>
                <a:ea typeface="+mn-lt"/>
                <a:cs typeface="+mn-lt"/>
              </a:defRPr>
            </a:lvl2pPr>
            <a:lvl3pPr marL="408623" indent="-111442" algn="l">
              <a:lnSpc>
                <a:spcPct val="110000"/>
              </a:lnSpc>
              <a:spcBef>
                <a:spcPts val="0"/>
              </a:spcBef>
              <a:spcAft>
                <a:spcPts val="585"/>
              </a:spcAft>
              <a:buChar char="•"/>
              <a:defRPr sz="1097" b="0">
                <a:solidFill>
                  <a:schemeClr val="tx1"/>
                </a:solidFill>
                <a:latin typeface="+mn-lt"/>
                <a:ea typeface="+mn-lt"/>
                <a:cs typeface="+mn-lt"/>
              </a:defRPr>
            </a:lvl3pPr>
            <a:lvl4pPr marL="557213" indent="-111442" algn="l">
              <a:lnSpc>
                <a:spcPct val="110000"/>
              </a:lnSpc>
              <a:spcBef>
                <a:spcPts val="0"/>
              </a:spcBef>
              <a:spcAft>
                <a:spcPts val="585"/>
              </a:spcAft>
              <a:buChar char="•"/>
              <a:defRPr sz="1097" b="0">
                <a:solidFill>
                  <a:schemeClr val="tx1"/>
                </a:solidFill>
                <a:latin typeface="+mn-lt"/>
                <a:ea typeface="+mn-lt"/>
                <a:cs typeface="+mn-lt"/>
              </a:defRPr>
            </a:lvl4pPr>
            <a:lvl5pPr marL="705803" indent="-111442" algn="l">
              <a:lnSpc>
                <a:spcPct val="110000"/>
              </a:lnSpc>
              <a:spcBef>
                <a:spcPts val="0"/>
              </a:spcBef>
              <a:spcAft>
                <a:spcPts val="585"/>
              </a:spcAft>
              <a:buChar char="•"/>
              <a:defRPr sz="1097" b="0">
                <a:solidFill>
                  <a:schemeClr val="tx1"/>
                </a:solidFill>
                <a:latin typeface="+mn-lt"/>
                <a:ea typeface="+mn-lt"/>
                <a:cs typeface="+mn-lt"/>
              </a:defRPr>
            </a:lvl5pPr>
            <a:lvl6pPr marL="854393" indent="-111442" algn="l">
              <a:lnSpc>
                <a:spcPct val="110000"/>
              </a:lnSpc>
              <a:spcBef>
                <a:spcPts val="0"/>
              </a:spcBef>
              <a:spcAft>
                <a:spcPts val="585"/>
              </a:spcAft>
              <a:buChar char="•"/>
              <a:defRPr sz="1097" b="0">
                <a:solidFill>
                  <a:schemeClr val="tx1"/>
                </a:solidFill>
                <a:latin typeface="+mn-lt"/>
                <a:ea typeface="+mn-lt"/>
                <a:cs typeface="+mn-lt"/>
              </a:defRPr>
            </a:lvl6pPr>
            <a:lvl7pPr marL="1002983" indent="-111442" algn="l">
              <a:lnSpc>
                <a:spcPct val="110000"/>
              </a:lnSpc>
              <a:spcBef>
                <a:spcPts val="0"/>
              </a:spcBef>
              <a:spcAft>
                <a:spcPts val="585"/>
              </a:spcAft>
              <a:buChar char="•"/>
              <a:defRPr sz="1097" b="0">
                <a:solidFill>
                  <a:schemeClr val="tx1"/>
                </a:solidFill>
                <a:latin typeface="+mn-lt"/>
                <a:ea typeface="+mn-lt"/>
                <a:cs typeface="+mn-lt"/>
              </a:defRPr>
            </a:lvl7pPr>
            <a:lvl8pPr marL="1151573" indent="-111442" algn="l">
              <a:lnSpc>
                <a:spcPct val="110000"/>
              </a:lnSpc>
              <a:spcBef>
                <a:spcPts val="0"/>
              </a:spcBef>
              <a:spcAft>
                <a:spcPts val="585"/>
              </a:spcAft>
              <a:buChar char="•"/>
              <a:defRPr sz="1097" b="0">
                <a:solidFill>
                  <a:schemeClr val="tx1"/>
                </a:solidFill>
                <a:latin typeface="+mn-lt"/>
                <a:ea typeface="+mn-lt"/>
                <a:cs typeface="+mn-lt"/>
              </a:defRPr>
            </a:lvl8pPr>
            <a:lvl9pPr marL="1300163" indent="-111442" algn="l">
              <a:lnSpc>
                <a:spcPct val="110000"/>
              </a:lnSpc>
              <a:spcBef>
                <a:spcPts val="0"/>
              </a:spcBef>
              <a:spcAft>
                <a:spcPts val="585"/>
              </a:spcAft>
              <a:buChar char="•"/>
              <a:defRPr sz="1097"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2880a25596a4cd6" /><Relationship Type="http://schemas.openxmlformats.org/officeDocument/2006/relationships/slideLayout" Target="/ppt/slideLayouts/slideLayout1.xml" Id="Rf22d55517fcb42c8" /><Relationship Type="http://schemas.openxmlformats.org/officeDocument/2006/relationships/slideLayout" Target="/ppt/slideLayouts/slideLayout2.xml" Id="Rbbd6d1a0b70a493f" /><Relationship Type="http://schemas.openxmlformats.org/officeDocument/2006/relationships/slideLayout" Target="/ppt/slideLayouts/slideLayout3.xml" Id="R819325f6756947cc" /><Relationship Type="http://schemas.openxmlformats.org/officeDocument/2006/relationships/slideLayout" Target="/ppt/slideLayouts/slideLayout4.xml" Id="R6d3155e03dda48c9" /><Relationship Type="http://schemas.openxmlformats.org/officeDocument/2006/relationships/slideLayout" Target="/ppt/slideLayouts/slideLayout5.xml" Id="Rcbacddc6021f4d3b" /><Relationship Type="http://schemas.openxmlformats.org/officeDocument/2006/relationships/slideLayout" Target="/ppt/slideLayouts/slideLayout6.xml" Id="R4bb5605fefc7459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22d55517fcb42c8"/>
    <p:sldLayoutId xmlns:r="http://schemas.openxmlformats.org/officeDocument/2006/relationships" id="2147483650" r:id="Rbbd6d1a0b70a493f"/>
    <p:sldLayoutId xmlns:r="http://schemas.openxmlformats.org/officeDocument/2006/relationships" id="2147483651" r:id="R819325f6756947cc"/>
    <p:sldLayoutId xmlns:r="http://schemas.openxmlformats.org/officeDocument/2006/relationships" id="2147483652" r:id="R6d3155e03dda48c9"/>
    <p:sldLayoutId xmlns:r="http://schemas.openxmlformats.org/officeDocument/2006/relationships" id="2147483653" r:id="Rcbacddc6021f4d3b"/>
    <p:sldLayoutId xmlns:r="http://schemas.openxmlformats.org/officeDocument/2006/relationships" id="2147483654" r:id="R4bb5605fefc7459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bf1ca5bd68b4bcf" /><Relationship Type="http://schemas.openxmlformats.org/officeDocument/2006/relationships/notesSlide" Target="/ppt/notesSlides/notesSlide1.xml" Id="R2f1a5cd2d41f4f5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c809408cd674821" /><Relationship Type="http://schemas.openxmlformats.org/officeDocument/2006/relationships/notesSlide" Target="/ppt/notesSlides/notesSlide2.xml" Id="R583dbfa2189a458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635b1b6b21b4200" /><Relationship Type="http://schemas.openxmlformats.org/officeDocument/2006/relationships/notesSlide" Target="/ppt/notesSlides/notesSlide3.xml" Id="Ra6a5e85c7dc14ae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064ce90f6554847" /><Relationship Type="http://schemas.openxmlformats.org/officeDocument/2006/relationships/notesSlide" Target="/ppt/notesSlides/notesSlide4.xml" Id="R65cf3d39f46242e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2aa49b551ac496d" /><Relationship Type="http://schemas.openxmlformats.org/officeDocument/2006/relationships/notesSlide" Target="/ppt/notesSlides/notesSlide5.xml" Id="Rf670dba64fcd4d2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9b0098943b484a" /><Relationship Type="http://schemas.openxmlformats.org/officeDocument/2006/relationships/notesSlide" Target="/ppt/notesSlides/notesSlide6.xml" Id="R332e8846efae489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Figure_1_Evidence_Selection-001">
            <a:extLst xmlns:a="http://schemas.openxmlformats.org/drawingml/2006/main">
              <a:ext uri="{FF2B5EF4-FFF2-40B4-BE49-F238E27FC236}">
                <a16:creationId xmlns:a16="http://schemas.microsoft.com/office/drawing/2014/main" id="{D04D375E-6E01-435E-89C2-50F373B9DCC5}"/>
              </a:ext>
            </a:extLst>
          </p:cNvPr>
          <p:cNvSpPr>
            <a:spLocks xmlns:a="http://schemas.openxmlformats.org/drawingml/2006/main" noGrp="1"/>
          </p:cNvSpPr>
          <p:nvPr/>
        </p:nvSpPr>
        <p:spPr>
          <a:xfrm xmlns:a="http://schemas.openxmlformats.org/drawingml/2006/main">
            <a:off x="63500" y="317500"/>
            <a:ext cx="5816600" cy="330200"/>
          </a:xfrm>
          <a:prstGeom xmlns:a="http://schemas.openxmlformats.org/drawingml/2006/main" prst="roundRect">
            <a:avLst>
              <a:gd name="adj" fmla="val 19231"/>
            </a:avLst>
          </a:prstGeom>
          <a:solidFill xmlns:a="http://schemas.openxmlformats.org/drawingml/2006/main">
            <a:srgbClr val="E1EFD9"/>
          </a:solidFill>
          <a:ln xmlns:a="http://schemas.openxmlformats.org/drawingml/2006/main" w="11430">
            <a:solidFill>
              <a:srgbClr val="161616"/>
            </a:solidFill>
            <a:prstDash val="solid"/>
          </a:ln>
        </p:spPr>
      </p:sp>
      <p:sp>
        <p:nvSpPr>
          <p:cNvPr id="2" name="Figure_1_Evidence_Selection-002">
            <a:extLst xmlns:a="http://schemas.openxmlformats.org/drawingml/2006/main">
              <a:ext uri="{FF2B5EF4-FFF2-40B4-BE49-F238E27FC236}">
                <a16:creationId xmlns:a16="http://schemas.microsoft.com/office/drawing/2014/main" id="{CCB5698F-6E36-441C-B35F-7CA66E781C49}"/>
              </a:ext>
            </a:extLst>
          </p:cNvPr>
          <p:cNvSpPr>
            <a:spLocks xmlns:a="http://schemas.openxmlformats.org/drawingml/2006/main" noGrp="1"/>
          </p:cNvSpPr>
          <p:nvPr/>
        </p:nvSpPr>
        <p:spPr>
          <a:xfrm xmlns:a="http://schemas.openxmlformats.org/drawingml/2006/main">
            <a:off x="177800" y="406400"/>
            <a:ext cx="5651500" cy="16306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10" b="1">
                <a:solidFill>
                  <a:srgbClr val="161616"/>
                </a:solidFill>
                <a:latin typeface="DejaVu Sans"/>
                <a:ea typeface="DejaVu Sans"/>
                <a:cs typeface="DejaVu Sans"/>
              </a:defRPr>
            </a:defPPr>
            <a:lvl1pPr algn="l">
              <a:defRPr sz="810" b="1">
                <a:solidFill>
                  <a:srgbClr val="161616"/>
                </a:solidFill>
                <a:latin typeface="DejaVu Sans"/>
                <a:ea typeface="DejaVu Sans"/>
                <a:cs typeface="DejaVu Sans"/>
              </a:defRPr>
            </a:lvl1pPr>
            <a:lvl2pPr algn="l">
              <a:defRPr sz="810" b="1">
                <a:solidFill>
                  <a:srgbClr val="161616"/>
                </a:solidFill>
                <a:latin typeface="DejaVu Sans"/>
                <a:ea typeface="DejaVu Sans"/>
                <a:cs typeface="DejaVu Sans"/>
              </a:defRPr>
            </a:lvl2pPr>
            <a:lvl3pPr algn="l">
              <a:defRPr sz="810" b="1">
                <a:solidFill>
                  <a:srgbClr val="161616"/>
                </a:solidFill>
                <a:latin typeface="DejaVu Sans"/>
                <a:ea typeface="DejaVu Sans"/>
                <a:cs typeface="DejaVu Sans"/>
              </a:defRPr>
            </a:lvl3pPr>
            <a:lvl4pPr algn="l">
              <a:defRPr sz="810" b="1">
                <a:solidFill>
                  <a:srgbClr val="161616"/>
                </a:solidFill>
                <a:latin typeface="DejaVu Sans"/>
                <a:ea typeface="DejaVu Sans"/>
                <a:cs typeface="DejaVu Sans"/>
              </a:defRPr>
            </a:lvl4pPr>
            <a:lvl5pPr algn="l">
              <a:defRPr sz="810" b="1">
                <a:solidFill>
                  <a:srgbClr val="161616"/>
                </a:solidFill>
                <a:latin typeface="DejaVu Sans"/>
                <a:ea typeface="DejaVu Sans"/>
                <a:cs typeface="DejaVu Sans"/>
              </a:defRPr>
            </a:lvl5pPr>
            <a:lvl6pPr algn="l">
              <a:defRPr sz="810" b="1">
                <a:solidFill>
                  <a:srgbClr val="161616"/>
                </a:solidFill>
                <a:latin typeface="DejaVu Sans"/>
                <a:ea typeface="DejaVu Sans"/>
                <a:cs typeface="DejaVu Sans"/>
              </a:defRPr>
            </a:lvl6pPr>
            <a:lvl7pPr algn="l">
              <a:defRPr sz="810" b="1">
                <a:solidFill>
                  <a:srgbClr val="161616"/>
                </a:solidFill>
                <a:latin typeface="DejaVu Sans"/>
                <a:ea typeface="DejaVu Sans"/>
                <a:cs typeface="DejaVu Sans"/>
              </a:defRPr>
            </a:lvl7pPr>
            <a:lvl8pPr algn="l">
              <a:defRPr sz="810" b="1">
                <a:solidFill>
                  <a:srgbClr val="161616"/>
                </a:solidFill>
                <a:latin typeface="DejaVu Sans"/>
                <a:ea typeface="DejaVu Sans"/>
                <a:cs typeface="DejaVu Sans"/>
              </a:defRPr>
            </a:lvl8pPr>
            <a:lvl9pPr algn="l">
              <a:defRPr sz="810" b="1">
                <a:solidFill>
                  <a:srgbClr val="161616"/>
                </a:solidFill>
                <a:latin typeface="DejaVu Sans"/>
                <a:ea typeface="DejaVu Sans"/>
                <a:cs typeface="DejaVu Sans"/>
              </a:defRPr>
            </a:lvl9pPr>
          </a:lstStyle>
          <a:p xmlns:a="http://schemas.openxmlformats.org/drawingml/2006/main">
            <a:pPr algn="l">
              <a:defRPr sz="810" b="1">
                <a:solidFill>
                  <a:srgbClr val="161616"/>
                </a:solidFill>
                <a:latin typeface="DejaVu Sans"/>
                <a:ea typeface="DejaVu Sans"/>
                <a:cs typeface="DejaVu Sans"/>
              </a:defRPr>
            </a:pPr>
            <a:r>
              <a:rPr sz="810" b="1">
                <a:solidFill>
                  <a:srgbClr val="161616"/>
                </a:solidFill>
                <a:latin typeface="DejaVu Sans"/>
                <a:ea typeface="DejaVu Sans"/>
                <a:cs typeface="DejaVu Sans"/>
              </a:rPr>
              <a:t>Question: Where was the author of Riverbank born?</a:t>
            </a:r>
          </a:p>
        </p:txBody>
      </p:sp>
      <p:sp>
        <p:nvSpPr>
          <p:cNvPr id="3" name="Figure_1_Evidence_Selection-003">
            <a:extLst xmlns:a="http://schemas.openxmlformats.org/drawingml/2006/main">
              <a:ext uri="{FF2B5EF4-FFF2-40B4-BE49-F238E27FC236}">
                <a16:creationId xmlns:a16="http://schemas.microsoft.com/office/drawing/2014/main" id="{60CC233D-158E-42F5-BE3C-051DE9A1CA10}"/>
              </a:ext>
            </a:extLst>
          </p:cNvPr>
          <p:cNvSpPr>
            <a:spLocks xmlns:a="http://schemas.openxmlformats.org/drawingml/2006/main" noGrp="1"/>
          </p:cNvSpPr>
          <p:nvPr/>
        </p:nvSpPr>
        <p:spPr>
          <a:xfrm xmlns:a="http://schemas.openxmlformats.org/drawingml/2006/main">
            <a:off x="88900" y="7747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a</a:t>
            </a:r>
          </a:p>
        </p:txBody>
      </p:sp>
      <p:sp>
        <p:nvSpPr>
          <p:cNvPr id="4" name="Figure_1_Evidence_Selection-004">
            <a:extLst xmlns:a="http://schemas.openxmlformats.org/drawingml/2006/main">
              <a:ext uri="{FF2B5EF4-FFF2-40B4-BE49-F238E27FC236}">
                <a16:creationId xmlns:a16="http://schemas.microsoft.com/office/drawing/2014/main" id="{EC245840-68D1-47EE-BBF5-B4C0294049F9}"/>
              </a:ext>
            </a:extLst>
          </p:cNvPr>
          <p:cNvSpPr>
            <a:spLocks xmlns:a="http://schemas.openxmlformats.org/drawingml/2006/main" noGrp="1"/>
          </p:cNvSpPr>
          <p:nvPr/>
        </p:nvSpPr>
        <p:spPr>
          <a:xfrm xmlns:a="http://schemas.openxmlformats.org/drawingml/2006/main">
            <a:off x="254000" y="781050"/>
            <a:ext cx="17018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Candidate sources</a:t>
            </a:r>
          </a:p>
        </p:txBody>
      </p:sp>
      <p:sp>
        <p:nvSpPr>
          <p:cNvPr id="5" name="Figure_1_Evidence_Selection-005">
            <a:extLst xmlns:a="http://schemas.openxmlformats.org/drawingml/2006/main">
              <a:ext uri="{FF2B5EF4-FFF2-40B4-BE49-F238E27FC236}">
                <a16:creationId xmlns:a16="http://schemas.microsoft.com/office/drawing/2014/main" id="{A5471D2B-F55E-43BC-BE2E-FB312BEBE35E}"/>
              </a:ext>
            </a:extLst>
          </p:cNvPr>
          <p:cNvSpPr>
            <a:spLocks xmlns:a="http://schemas.openxmlformats.org/drawingml/2006/main" noGrp="1"/>
          </p:cNvSpPr>
          <p:nvPr/>
        </p:nvSpPr>
        <p:spPr>
          <a:xfrm xmlns:a="http://schemas.openxmlformats.org/drawingml/2006/main">
            <a:off x="63500" y="1016000"/>
            <a:ext cx="1866900" cy="2946400"/>
          </a:xfrm>
          <a:prstGeom xmlns:a="http://schemas.openxmlformats.org/drawingml/2006/main" prst="roundRect">
            <a:avLst>
              <a:gd name="adj" fmla="val 4082"/>
            </a:avLst>
          </a:prstGeom>
          <a:solidFill xmlns:a="http://schemas.openxmlformats.org/drawingml/2006/main">
            <a:srgbClr val="F7EAE9"/>
          </a:solidFill>
          <a:ln xmlns:a="http://schemas.openxmlformats.org/drawingml/2006/main" w="10160">
            <a:solidFill>
              <a:srgbClr val="161616"/>
            </a:solidFill>
            <a:prstDash val="solid"/>
          </a:ln>
        </p:spPr>
      </p:sp>
      <p:sp>
        <p:nvSpPr>
          <p:cNvPr id="6" name="Figure_1_Evidence_Selection-006">
            <a:extLst xmlns:a="http://schemas.openxmlformats.org/drawingml/2006/main">
              <a:ext uri="{FF2B5EF4-FFF2-40B4-BE49-F238E27FC236}">
                <a16:creationId xmlns:a16="http://schemas.microsoft.com/office/drawing/2014/main" id="{B42FA017-31A8-4471-818A-8BB6147ABD2D}"/>
              </a:ext>
            </a:extLst>
          </p:cNvPr>
          <p:cNvSpPr>
            <a:spLocks xmlns:a="http://schemas.openxmlformats.org/drawingml/2006/main" noGrp="1"/>
          </p:cNvSpPr>
          <p:nvPr/>
        </p:nvSpPr>
        <p:spPr>
          <a:xfrm xmlns:a="http://schemas.openxmlformats.org/drawingml/2006/main">
            <a:off x="152400" y="1181100"/>
            <a:ext cx="1676400" cy="4191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0160">
            <a:solidFill>
              <a:srgbClr val="161616"/>
            </a:solidFill>
            <a:prstDash val="solid"/>
          </a:ln>
        </p:spPr>
      </p:sp>
      <p:sp>
        <p:nvSpPr>
          <p:cNvPr id="7" name="Figure_1_Evidence_Selection-007">
            <a:extLst xmlns:a="http://schemas.openxmlformats.org/drawingml/2006/main">
              <a:ext uri="{FF2B5EF4-FFF2-40B4-BE49-F238E27FC236}">
                <a16:creationId xmlns:a16="http://schemas.microsoft.com/office/drawing/2014/main" id="{7FAF8279-6579-4727-B48F-FBB423127185}"/>
              </a:ext>
            </a:extLst>
          </p:cNvPr>
          <p:cNvSpPr>
            <a:spLocks xmlns:a="http://schemas.openxmlformats.org/drawingml/2006/main" noGrp="1"/>
          </p:cNvSpPr>
          <p:nvPr/>
        </p:nvSpPr>
        <p:spPr>
          <a:xfrm xmlns:a="http://schemas.openxmlformats.org/drawingml/2006/main">
            <a:off x="152400" y="1181100"/>
            <a:ext cx="241300" cy="419100"/>
          </a:xfrm>
          <a:prstGeom xmlns:a="http://schemas.openxmlformats.org/drawingml/2006/main" prst="roundRect">
            <a:avLst>
              <a:gd name="adj" fmla="val 15789"/>
            </a:avLst>
          </a:prstGeom>
          <a:solidFill xmlns:a="http://schemas.openxmlformats.org/drawingml/2006/main">
            <a:srgbClr val="DAE2F5"/>
          </a:solidFill>
          <a:ln xmlns:a="http://schemas.openxmlformats.org/drawingml/2006/main" w="10160">
            <a:solidFill>
              <a:srgbClr val="161616"/>
            </a:solidFill>
            <a:prstDash val="solid"/>
          </a:ln>
        </p:spPr>
      </p:sp>
      <p:sp>
        <p:nvSpPr>
          <p:cNvPr id="8" name="Figure_1_Evidence_Selection-008">
            <a:extLst xmlns:a="http://schemas.openxmlformats.org/drawingml/2006/main">
              <a:ext uri="{FF2B5EF4-FFF2-40B4-BE49-F238E27FC236}">
                <a16:creationId xmlns:a16="http://schemas.microsoft.com/office/drawing/2014/main" id="{FA6D8CF4-28F4-4261-9C7B-562FDE82BA9A}"/>
              </a:ext>
            </a:extLst>
          </p:cNvPr>
          <p:cNvSpPr>
            <a:spLocks xmlns:a="http://schemas.openxmlformats.org/drawingml/2006/main" noGrp="1"/>
          </p:cNvSpPr>
          <p:nvPr/>
        </p:nvSpPr>
        <p:spPr>
          <a:xfrm xmlns:a="http://schemas.openxmlformats.org/drawingml/2006/main">
            <a:off x="165100" y="1327150"/>
            <a:ext cx="2159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1">
                <a:solidFill>
                  <a:srgbClr val="161616"/>
                </a:solidFill>
                <a:latin typeface="DejaVu Sans"/>
                <a:ea typeface="DejaVu Sans"/>
                <a:cs typeface="DejaVu Sans"/>
              </a:defRPr>
            </a:defPPr>
            <a:lvl1pPr algn="ctr">
              <a:defRPr sz="710" b="1">
                <a:solidFill>
                  <a:srgbClr val="161616"/>
                </a:solidFill>
                <a:latin typeface="DejaVu Sans"/>
                <a:ea typeface="DejaVu Sans"/>
                <a:cs typeface="DejaVu Sans"/>
              </a:defRPr>
            </a:lvl1pPr>
            <a:lvl2pPr algn="ctr">
              <a:defRPr sz="710" b="1">
                <a:solidFill>
                  <a:srgbClr val="161616"/>
                </a:solidFill>
                <a:latin typeface="DejaVu Sans"/>
                <a:ea typeface="DejaVu Sans"/>
                <a:cs typeface="DejaVu Sans"/>
              </a:defRPr>
            </a:lvl2pPr>
            <a:lvl3pPr algn="ctr">
              <a:defRPr sz="710" b="1">
                <a:solidFill>
                  <a:srgbClr val="161616"/>
                </a:solidFill>
                <a:latin typeface="DejaVu Sans"/>
                <a:ea typeface="DejaVu Sans"/>
                <a:cs typeface="DejaVu Sans"/>
              </a:defRPr>
            </a:lvl3pPr>
            <a:lvl4pPr algn="ctr">
              <a:defRPr sz="710" b="1">
                <a:solidFill>
                  <a:srgbClr val="161616"/>
                </a:solidFill>
                <a:latin typeface="DejaVu Sans"/>
                <a:ea typeface="DejaVu Sans"/>
                <a:cs typeface="DejaVu Sans"/>
              </a:defRPr>
            </a:lvl4pPr>
            <a:lvl5pPr algn="ctr">
              <a:defRPr sz="710" b="1">
                <a:solidFill>
                  <a:srgbClr val="161616"/>
                </a:solidFill>
                <a:latin typeface="DejaVu Sans"/>
                <a:ea typeface="DejaVu Sans"/>
                <a:cs typeface="DejaVu Sans"/>
              </a:defRPr>
            </a:lvl5pPr>
            <a:lvl6pPr algn="ctr">
              <a:defRPr sz="710" b="1">
                <a:solidFill>
                  <a:srgbClr val="161616"/>
                </a:solidFill>
                <a:latin typeface="DejaVu Sans"/>
                <a:ea typeface="DejaVu Sans"/>
                <a:cs typeface="DejaVu Sans"/>
              </a:defRPr>
            </a:lvl6pPr>
            <a:lvl7pPr algn="ctr">
              <a:defRPr sz="710" b="1">
                <a:solidFill>
                  <a:srgbClr val="161616"/>
                </a:solidFill>
                <a:latin typeface="DejaVu Sans"/>
                <a:ea typeface="DejaVu Sans"/>
                <a:cs typeface="DejaVu Sans"/>
              </a:defRPr>
            </a:lvl7pPr>
            <a:lvl8pPr algn="ctr">
              <a:defRPr sz="710" b="1">
                <a:solidFill>
                  <a:srgbClr val="161616"/>
                </a:solidFill>
                <a:latin typeface="DejaVu Sans"/>
                <a:ea typeface="DejaVu Sans"/>
                <a:cs typeface="DejaVu Sans"/>
              </a:defRPr>
            </a:lvl8pPr>
            <a:lvl9pPr algn="ctr">
              <a:defRPr sz="710" b="1">
                <a:solidFill>
                  <a:srgbClr val="161616"/>
                </a:solidFill>
                <a:latin typeface="DejaVu Sans"/>
                <a:ea typeface="DejaVu Sans"/>
                <a:cs typeface="DejaVu Sans"/>
              </a:defRPr>
            </a:lvl9pPr>
          </a:lstStyle>
          <a:p xmlns:a="http://schemas.openxmlformats.org/drawingml/2006/main">
            <a:pPr algn="ctr">
              <a:defRPr sz="710" b="1">
                <a:solidFill>
                  <a:srgbClr val="161616"/>
                </a:solidFill>
                <a:latin typeface="DejaVu Sans"/>
                <a:ea typeface="DejaVu Sans"/>
                <a:cs typeface="DejaVu Sans"/>
              </a:defRPr>
            </a:pPr>
            <a:r>
              <a:rPr sz="710" b="1">
                <a:solidFill>
                  <a:srgbClr val="161616"/>
                </a:solidFill>
                <a:latin typeface="DejaVu Sans"/>
                <a:ea typeface="DejaVu Sans"/>
                <a:cs typeface="DejaVu Sans"/>
              </a:rPr>
              <a:t>S1</a:t>
            </a:r>
          </a:p>
        </p:txBody>
      </p:sp>
      <p:sp>
        <p:nvSpPr>
          <p:cNvPr id="9" name="Figure_1_Evidence_Selection-009">
            <a:extLst xmlns:a="http://schemas.openxmlformats.org/drawingml/2006/main">
              <a:ext uri="{FF2B5EF4-FFF2-40B4-BE49-F238E27FC236}">
                <a16:creationId xmlns:a16="http://schemas.microsoft.com/office/drawing/2014/main" id="{CE2B4770-5DB5-4E9F-936C-397C14C702A4}"/>
              </a:ext>
            </a:extLst>
          </p:cNvPr>
          <p:cNvSpPr>
            <a:spLocks xmlns:a="http://schemas.openxmlformats.org/drawingml/2006/main" noGrp="1"/>
          </p:cNvSpPr>
          <p:nvPr/>
        </p:nvSpPr>
        <p:spPr>
          <a:xfrm xmlns:a="http://schemas.openxmlformats.org/drawingml/2006/main">
            <a:off x="457200" y="1244600"/>
            <a:ext cx="13081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Riverbank was written</a:t>
            </a:r>
          </a:p>
        </p:txBody>
      </p:sp>
      <p:sp>
        <p:nvSpPr>
          <p:cNvPr id="10" name="Figure_1_Evidence_Selection-010">
            <a:extLst xmlns:a="http://schemas.openxmlformats.org/drawingml/2006/main">
              <a:ext uri="{FF2B5EF4-FFF2-40B4-BE49-F238E27FC236}">
                <a16:creationId xmlns:a16="http://schemas.microsoft.com/office/drawing/2014/main" id="{7414756E-10E7-4F68-BBB5-7CCA4ABDDDFB}"/>
              </a:ext>
            </a:extLst>
          </p:cNvPr>
          <p:cNvSpPr>
            <a:spLocks xmlns:a="http://schemas.openxmlformats.org/drawingml/2006/main" noGrp="1"/>
          </p:cNvSpPr>
          <p:nvPr/>
        </p:nvSpPr>
        <p:spPr>
          <a:xfrm xmlns:a="http://schemas.openxmlformats.org/drawingml/2006/main">
            <a:off x="457200" y="1358392"/>
            <a:ext cx="13081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by Lin Zhou.</a:t>
            </a:r>
          </a:p>
        </p:txBody>
      </p:sp>
      <p:sp>
        <p:nvSpPr>
          <p:cNvPr id="11" name="Figure_1_Evidence_Selection-011">
            <a:extLst xmlns:a="http://schemas.openxmlformats.org/drawingml/2006/main">
              <a:ext uri="{FF2B5EF4-FFF2-40B4-BE49-F238E27FC236}">
                <a16:creationId xmlns:a16="http://schemas.microsoft.com/office/drawing/2014/main" id="{052208BB-6A2D-47C5-9920-80B17F34C924}"/>
              </a:ext>
            </a:extLst>
          </p:cNvPr>
          <p:cNvSpPr>
            <a:spLocks xmlns:a="http://schemas.openxmlformats.org/drawingml/2006/main" noGrp="1"/>
          </p:cNvSpPr>
          <p:nvPr/>
        </p:nvSpPr>
        <p:spPr>
          <a:xfrm xmlns:a="http://schemas.openxmlformats.org/drawingml/2006/main">
            <a:off x="152400" y="1689100"/>
            <a:ext cx="1676400" cy="4191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0160">
            <a:solidFill>
              <a:srgbClr val="161616"/>
            </a:solidFill>
            <a:prstDash val="solid"/>
          </a:ln>
        </p:spPr>
      </p:sp>
      <p:sp>
        <p:nvSpPr>
          <p:cNvPr id="12" name="Figure_1_Evidence_Selection-012">
            <a:extLst xmlns:a="http://schemas.openxmlformats.org/drawingml/2006/main">
              <a:ext uri="{FF2B5EF4-FFF2-40B4-BE49-F238E27FC236}">
                <a16:creationId xmlns:a16="http://schemas.microsoft.com/office/drawing/2014/main" id="{CBD659EE-8B53-4646-A16C-517A33EF4886}"/>
              </a:ext>
            </a:extLst>
          </p:cNvPr>
          <p:cNvSpPr>
            <a:spLocks xmlns:a="http://schemas.openxmlformats.org/drawingml/2006/main" noGrp="1"/>
          </p:cNvSpPr>
          <p:nvPr/>
        </p:nvSpPr>
        <p:spPr>
          <a:xfrm xmlns:a="http://schemas.openxmlformats.org/drawingml/2006/main">
            <a:off x="152400" y="1689100"/>
            <a:ext cx="241300" cy="419100"/>
          </a:xfrm>
          <a:prstGeom xmlns:a="http://schemas.openxmlformats.org/drawingml/2006/main" prst="roundRect">
            <a:avLst>
              <a:gd name="adj" fmla="val 15789"/>
            </a:avLst>
          </a:prstGeom>
          <a:solidFill xmlns:a="http://schemas.openxmlformats.org/drawingml/2006/main">
            <a:srgbClr val="E1EFD9"/>
          </a:solidFill>
          <a:ln xmlns:a="http://schemas.openxmlformats.org/drawingml/2006/main" w="10160">
            <a:solidFill>
              <a:srgbClr val="161616"/>
            </a:solidFill>
            <a:prstDash val="solid"/>
          </a:ln>
        </p:spPr>
      </p:sp>
      <p:sp>
        <p:nvSpPr>
          <p:cNvPr id="13" name="Figure_1_Evidence_Selection-013">
            <a:extLst xmlns:a="http://schemas.openxmlformats.org/drawingml/2006/main">
              <a:ext uri="{FF2B5EF4-FFF2-40B4-BE49-F238E27FC236}">
                <a16:creationId xmlns:a16="http://schemas.microsoft.com/office/drawing/2014/main" id="{A736B225-4514-49FD-8B47-9B7F21636EAA}"/>
              </a:ext>
            </a:extLst>
          </p:cNvPr>
          <p:cNvSpPr>
            <a:spLocks xmlns:a="http://schemas.openxmlformats.org/drawingml/2006/main" noGrp="1"/>
          </p:cNvSpPr>
          <p:nvPr/>
        </p:nvSpPr>
        <p:spPr>
          <a:xfrm xmlns:a="http://schemas.openxmlformats.org/drawingml/2006/main">
            <a:off x="165100" y="1835150"/>
            <a:ext cx="2159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1">
                <a:solidFill>
                  <a:srgbClr val="161616"/>
                </a:solidFill>
                <a:latin typeface="DejaVu Sans"/>
                <a:ea typeface="DejaVu Sans"/>
                <a:cs typeface="DejaVu Sans"/>
              </a:defRPr>
            </a:defPPr>
            <a:lvl1pPr algn="ctr">
              <a:defRPr sz="710" b="1">
                <a:solidFill>
                  <a:srgbClr val="161616"/>
                </a:solidFill>
                <a:latin typeface="DejaVu Sans"/>
                <a:ea typeface="DejaVu Sans"/>
                <a:cs typeface="DejaVu Sans"/>
              </a:defRPr>
            </a:lvl1pPr>
            <a:lvl2pPr algn="ctr">
              <a:defRPr sz="710" b="1">
                <a:solidFill>
                  <a:srgbClr val="161616"/>
                </a:solidFill>
                <a:latin typeface="DejaVu Sans"/>
                <a:ea typeface="DejaVu Sans"/>
                <a:cs typeface="DejaVu Sans"/>
              </a:defRPr>
            </a:lvl2pPr>
            <a:lvl3pPr algn="ctr">
              <a:defRPr sz="710" b="1">
                <a:solidFill>
                  <a:srgbClr val="161616"/>
                </a:solidFill>
                <a:latin typeface="DejaVu Sans"/>
                <a:ea typeface="DejaVu Sans"/>
                <a:cs typeface="DejaVu Sans"/>
              </a:defRPr>
            </a:lvl3pPr>
            <a:lvl4pPr algn="ctr">
              <a:defRPr sz="710" b="1">
                <a:solidFill>
                  <a:srgbClr val="161616"/>
                </a:solidFill>
                <a:latin typeface="DejaVu Sans"/>
                <a:ea typeface="DejaVu Sans"/>
                <a:cs typeface="DejaVu Sans"/>
              </a:defRPr>
            </a:lvl4pPr>
            <a:lvl5pPr algn="ctr">
              <a:defRPr sz="710" b="1">
                <a:solidFill>
                  <a:srgbClr val="161616"/>
                </a:solidFill>
                <a:latin typeface="DejaVu Sans"/>
                <a:ea typeface="DejaVu Sans"/>
                <a:cs typeface="DejaVu Sans"/>
              </a:defRPr>
            </a:lvl5pPr>
            <a:lvl6pPr algn="ctr">
              <a:defRPr sz="710" b="1">
                <a:solidFill>
                  <a:srgbClr val="161616"/>
                </a:solidFill>
                <a:latin typeface="DejaVu Sans"/>
                <a:ea typeface="DejaVu Sans"/>
                <a:cs typeface="DejaVu Sans"/>
              </a:defRPr>
            </a:lvl6pPr>
            <a:lvl7pPr algn="ctr">
              <a:defRPr sz="710" b="1">
                <a:solidFill>
                  <a:srgbClr val="161616"/>
                </a:solidFill>
                <a:latin typeface="DejaVu Sans"/>
                <a:ea typeface="DejaVu Sans"/>
                <a:cs typeface="DejaVu Sans"/>
              </a:defRPr>
            </a:lvl7pPr>
            <a:lvl8pPr algn="ctr">
              <a:defRPr sz="710" b="1">
                <a:solidFill>
                  <a:srgbClr val="161616"/>
                </a:solidFill>
                <a:latin typeface="DejaVu Sans"/>
                <a:ea typeface="DejaVu Sans"/>
                <a:cs typeface="DejaVu Sans"/>
              </a:defRPr>
            </a:lvl8pPr>
            <a:lvl9pPr algn="ctr">
              <a:defRPr sz="710" b="1">
                <a:solidFill>
                  <a:srgbClr val="161616"/>
                </a:solidFill>
                <a:latin typeface="DejaVu Sans"/>
                <a:ea typeface="DejaVu Sans"/>
                <a:cs typeface="DejaVu Sans"/>
              </a:defRPr>
            </a:lvl9pPr>
          </a:lstStyle>
          <a:p xmlns:a="http://schemas.openxmlformats.org/drawingml/2006/main">
            <a:pPr algn="ctr">
              <a:defRPr sz="710" b="1">
                <a:solidFill>
                  <a:srgbClr val="161616"/>
                </a:solidFill>
                <a:latin typeface="DejaVu Sans"/>
                <a:ea typeface="DejaVu Sans"/>
                <a:cs typeface="DejaVu Sans"/>
              </a:defRPr>
            </a:pPr>
            <a:r>
              <a:rPr sz="710" b="1">
                <a:solidFill>
                  <a:srgbClr val="161616"/>
                </a:solidFill>
                <a:latin typeface="DejaVu Sans"/>
                <a:ea typeface="DejaVu Sans"/>
                <a:cs typeface="DejaVu Sans"/>
              </a:rPr>
              <a:t>S2</a:t>
            </a:r>
          </a:p>
        </p:txBody>
      </p:sp>
      <p:sp>
        <p:nvSpPr>
          <p:cNvPr id="14" name="Figure_1_Evidence_Selection-014">
            <a:extLst xmlns:a="http://schemas.openxmlformats.org/drawingml/2006/main">
              <a:ext uri="{FF2B5EF4-FFF2-40B4-BE49-F238E27FC236}">
                <a16:creationId xmlns:a16="http://schemas.microsoft.com/office/drawing/2014/main" id="{570B4E08-F4D6-469B-866E-55D895706F7D}"/>
              </a:ext>
            </a:extLst>
          </p:cNvPr>
          <p:cNvSpPr>
            <a:spLocks xmlns:a="http://schemas.openxmlformats.org/drawingml/2006/main" noGrp="1"/>
          </p:cNvSpPr>
          <p:nvPr/>
        </p:nvSpPr>
        <p:spPr>
          <a:xfrm xmlns:a="http://schemas.openxmlformats.org/drawingml/2006/main">
            <a:off x="457200" y="1752600"/>
            <a:ext cx="13081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Lin Zhou was born</a:t>
            </a:r>
          </a:p>
        </p:txBody>
      </p:sp>
      <p:sp>
        <p:nvSpPr>
          <p:cNvPr id="15" name="Figure_1_Evidence_Selection-015">
            <a:extLst xmlns:a="http://schemas.openxmlformats.org/drawingml/2006/main">
              <a:ext uri="{FF2B5EF4-FFF2-40B4-BE49-F238E27FC236}">
                <a16:creationId xmlns:a16="http://schemas.microsoft.com/office/drawing/2014/main" id="{A6B5EAAF-5214-465E-A144-D6023D507147}"/>
              </a:ext>
            </a:extLst>
          </p:cNvPr>
          <p:cNvSpPr>
            <a:spLocks xmlns:a="http://schemas.openxmlformats.org/drawingml/2006/main" noGrp="1"/>
          </p:cNvSpPr>
          <p:nvPr/>
        </p:nvSpPr>
        <p:spPr>
          <a:xfrm xmlns:a="http://schemas.openxmlformats.org/drawingml/2006/main">
            <a:off x="457200" y="1866392"/>
            <a:ext cx="13081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in Haicheng.</a:t>
            </a:r>
          </a:p>
        </p:txBody>
      </p:sp>
      <p:sp>
        <p:nvSpPr>
          <p:cNvPr id="16" name="Figure_1_Evidence_Selection-016">
            <a:extLst xmlns:a="http://schemas.openxmlformats.org/drawingml/2006/main">
              <a:ext uri="{FF2B5EF4-FFF2-40B4-BE49-F238E27FC236}">
                <a16:creationId xmlns:a16="http://schemas.microsoft.com/office/drawing/2014/main" id="{F113E489-4706-426C-B028-77580F0C6905}"/>
              </a:ext>
            </a:extLst>
          </p:cNvPr>
          <p:cNvSpPr>
            <a:spLocks xmlns:a="http://schemas.openxmlformats.org/drawingml/2006/main" noGrp="1"/>
          </p:cNvSpPr>
          <p:nvPr/>
        </p:nvSpPr>
        <p:spPr>
          <a:xfrm xmlns:a="http://schemas.openxmlformats.org/drawingml/2006/main">
            <a:off x="152400" y="2197100"/>
            <a:ext cx="1676400" cy="4191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0160">
            <a:solidFill>
              <a:srgbClr val="161616"/>
            </a:solidFill>
            <a:prstDash val="solid"/>
          </a:ln>
        </p:spPr>
      </p:sp>
      <p:sp>
        <p:nvSpPr>
          <p:cNvPr id="17" name="Figure_1_Evidence_Selection-017">
            <a:extLst xmlns:a="http://schemas.openxmlformats.org/drawingml/2006/main">
              <a:ext uri="{FF2B5EF4-FFF2-40B4-BE49-F238E27FC236}">
                <a16:creationId xmlns:a16="http://schemas.microsoft.com/office/drawing/2014/main" id="{1F4B73A5-915E-4C3D-BBBD-137BEE11C1E1}"/>
              </a:ext>
            </a:extLst>
          </p:cNvPr>
          <p:cNvSpPr>
            <a:spLocks xmlns:a="http://schemas.openxmlformats.org/drawingml/2006/main" noGrp="1"/>
          </p:cNvSpPr>
          <p:nvPr/>
        </p:nvSpPr>
        <p:spPr>
          <a:xfrm xmlns:a="http://schemas.openxmlformats.org/drawingml/2006/main">
            <a:off x="152400" y="2197100"/>
            <a:ext cx="241300" cy="419100"/>
          </a:xfrm>
          <a:prstGeom xmlns:a="http://schemas.openxmlformats.org/drawingml/2006/main" prst="roundRect">
            <a:avLst>
              <a:gd name="adj" fmla="val 15789"/>
            </a:avLst>
          </a:prstGeom>
          <a:solidFill xmlns:a="http://schemas.openxmlformats.org/drawingml/2006/main">
            <a:srgbClr val="F5B7BE"/>
          </a:solidFill>
          <a:ln xmlns:a="http://schemas.openxmlformats.org/drawingml/2006/main" w="10160">
            <a:solidFill>
              <a:srgbClr val="161616"/>
            </a:solidFill>
            <a:prstDash val="solid"/>
          </a:ln>
        </p:spPr>
      </p:sp>
      <p:sp>
        <p:nvSpPr>
          <p:cNvPr id="18" name="Figure_1_Evidence_Selection-018">
            <a:extLst xmlns:a="http://schemas.openxmlformats.org/drawingml/2006/main">
              <a:ext uri="{FF2B5EF4-FFF2-40B4-BE49-F238E27FC236}">
                <a16:creationId xmlns:a16="http://schemas.microsoft.com/office/drawing/2014/main" id="{B7A6386E-9C75-4D4B-8EA7-3AC856961326}"/>
              </a:ext>
            </a:extLst>
          </p:cNvPr>
          <p:cNvSpPr>
            <a:spLocks xmlns:a="http://schemas.openxmlformats.org/drawingml/2006/main" noGrp="1"/>
          </p:cNvSpPr>
          <p:nvPr/>
        </p:nvSpPr>
        <p:spPr>
          <a:xfrm xmlns:a="http://schemas.openxmlformats.org/drawingml/2006/main">
            <a:off x="165100" y="2343150"/>
            <a:ext cx="2159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1">
                <a:solidFill>
                  <a:srgbClr val="161616"/>
                </a:solidFill>
                <a:latin typeface="DejaVu Sans"/>
                <a:ea typeface="DejaVu Sans"/>
                <a:cs typeface="DejaVu Sans"/>
              </a:defRPr>
            </a:defPPr>
            <a:lvl1pPr algn="ctr">
              <a:defRPr sz="710" b="1">
                <a:solidFill>
                  <a:srgbClr val="161616"/>
                </a:solidFill>
                <a:latin typeface="DejaVu Sans"/>
                <a:ea typeface="DejaVu Sans"/>
                <a:cs typeface="DejaVu Sans"/>
              </a:defRPr>
            </a:lvl1pPr>
            <a:lvl2pPr algn="ctr">
              <a:defRPr sz="710" b="1">
                <a:solidFill>
                  <a:srgbClr val="161616"/>
                </a:solidFill>
                <a:latin typeface="DejaVu Sans"/>
                <a:ea typeface="DejaVu Sans"/>
                <a:cs typeface="DejaVu Sans"/>
              </a:defRPr>
            </a:lvl2pPr>
            <a:lvl3pPr algn="ctr">
              <a:defRPr sz="710" b="1">
                <a:solidFill>
                  <a:srgbClr val="161616"/>
                </a:solidFill>
                <a:latin typeface="DejaVu Sans"/>
                <a:ea typeface="DejaVu Sans"/>
                <a:cs typeface="DejaVu Sans"/>
              </a:defRPr>
            </a:lvl3pPr>
            <a:lvl4pPr algn="ctr">
              <a:defRPr sz="710" b="1">
                <a:solidFill>
                  <a:srgbClr val="161616"/>
                </a:solidFill>
                <a:latin typeface="DejaVu Sans"/>
                <a:ea typeface="DejaVu Sans"/>
                <a:cs typeface="DejaVu Sans"/>
              </a:defRPr>
            </a:lvl4pPr>
            <a:lvl5pPr algn="ctr">
              <a:defRPr sz="710" b="1">
                <a:solidFill>
                  <a:srgbClr val="161616"/>
                </a:solidFill>
                <a:latin typeface="DejaVu Sans"/>
                <a:ea typeface="DejaVu Sans"/>
                <a:cs typeface="DejaVu Sans"/>
              </a:defRPr>
            </a:lvl5pPr>
            <a:lvl6pPr algn="ctr">
              <a:defRPr sz="710" b="1">
                <a:solidFill>
                  <a:srgbClr val="161616"/>
                </a:solidFill>
                <a:latin typeface="DejaVu Sans"/>
                <a:ea typeface="DejaVu Sans"/>
                <a:cs typeface="DejaVu Sans"/>
              </a:defRPr>
            </a:lvl6pPr>
            <a:lvl7pPr algn="ctr">
              <a:defRPr sz="710" b="1">
                <a:solidFill>
                  <a:srgbClr val="161616"/>
                </a:solidFill>
                <a:latin typeface="DejaVu Sans"/>
                <a:ea typeface="DejaVu Sans"/>
                <a:cs typeface="DejaVu Sans"/>
              </a:defRPr>
            </a:lvl7pPr>
            <a:lvl8pPr algn="ctr">
              <a:defRPr sz="710" b="1">
                <a:solidFill>
                  <a:srgbClr val="161616"/>
                </a:solidFill>
                <a:latin typeface="DejaVu Sans"/>
                <a:ea typeface="DejaVu Sans"/>
                <a:cs typeface="DejaVu Sans"/>
              </a:defRPr>
            </a:lvl8pPr>
            <a:lvl9pPr algn="ctr">
              <a:defRPr sz="710" b="1">
                <a:solidFill>
                  <a:srgbClr val="161616"/>
                </a:solidFill>
                <a:latin typeface="DejaVu Sans"/>
                <a:ea typeface="DejaVu Sans"/>
                <a:cs typeface="DejaVu Sans"/>
              </a:defRPr>
            </a:lvl9pPr>
          </a:lstStyle>
          <a:p xmlns:a="http://schemas.openxmlformats.org/drawingml/2006/main">
            <a:pPr algn="ctr">
              <a:defRPr sz="710" b="1">
                <a:solidFill>
                  <a:srgbClr val="161616"/>
                </a:solidFill>
                <a:latin typeface="DejaVu Sans"/>
                <a:ea typeface="DejaVu Sans"/>
                <a:cs typeface="DejaVu Sans"/>
              </a:defRPr>
            </a:pPr>
            <a:r>
              <a:rPr sz="710" b="1">
                <a:solidFill>
                  <a:srgbClr val="161616"/>
                </a:solidFill>
                <a:latin typeface="DejaVu Sans"/>
                <a:ea typeface="DejaVu Sans"/>
                <a:cs typeface="DejaVu Sans"/>
              </a:rPr>
              <a:t>S3</a:t>
            </a:r>
          </a:p>
        </p:txBody>
      </p:sp>
      <p:sp>
        <p:nvSpPr>
          <p:cNvPr id="19" name="Figure_1_Evidence_Selection-019">
            <a:extLst xmlns:a="http://schemas.openxmlformats.org/drawingml/2006/main">
              <a:ext uri="{FF2B5EF4-FFF2-40B4-BE49-F238E27FC236}">
                <a16:creationId xmlns:a16="http://schemas.microsoft.com/office/drawing/2014/main" id="{77F96E22-F7E1-45CF-86EC-4F620E3B6E2F}"/>
              </a:ext>
            </a:extLst>
          </p:cNvPr>
          <p:cNvSpPr>
            <a:spLocks xmlns:a="http://schemas.openxmlformats.org/drawingml/2006/main" noGrp="1"/>
          </p:cNvSpPr>
          <p:nvPr/>
        </p:nvSpPr>
        <p:spPr>
          <a:xfrm xmlns:a="http://schemas.openxmlformats.org/drawingml/2006/main">
            <a:off x="457200" y="2260600"/>
            <a:ext cx="13081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Lin Zhou was born</a:t>
            </a:r>
          </a:p>
        </p:txBody>
      </p:sp>
      <p:sp>
        <p:nvSpPr>
          <p:cNvPr id="20" name="Figure_1_Evidence_Selection-020">
            <a:extLst xmlns:a="http://schemas.openxmlformats.org/drawingml/2006/main">
              <a:ext uri="{FF2B5EF4-FFF2-40B4-BE49-F238E27FC236}">
                <a16:creationId xmlns:a16="http://schemas.microsoft.com/office/drawing/2014/main" id="{F6683A13-CCAA-4522-9319-1F576A56ABFB}"/>
              </a:ext>
            </a:extLst>
          </p:cNvPr>
          <p:cNvSpPr>
            <a:spLocks xmlns:a="http://schemas.openxmlformats.org/drawingml/2006/main" noGrp="1"/>
          </p:cNvSpPr>
          <p:nvPr/>
        </p:nvSpPr>
        <p:spPr>
          <a:xfrm xmlns:a="http://schemas.openxmlformats.org/drawingml/2006/main">
            <a:off x="457200" y="2374392"/>
            <a:ext cx="13081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in Shancheng.</a:t>
            </a:r>
          </a:p>
        </p:txBody>
      </p:sp>
      <p:sp>
        <p:nvSpPr>
          <p:cNvPr id="21" name="Figure_1_Evidence_Selection-021">
            <a:extLst xmlns:a="http://schemas.openxmlformats.org/drawingml/2006/main">
              <a:ext uri="{FF2B5EF4-FFF2-40B4-BE49-F238E27FC236}">
                <a16:creationId xmlns:a16="http://schemas.microsoft.com/office/drawing/2014/main" id="{095A471E-44E1-4298-B1DC-A5E511909BAC}"/>
              </a:ext>
            </a:extLst>
          </p:cNvPr>
          <p:cNvSpPr>
            <a:spLocks xmlns:a="http://schemas.openxmlformats.org/drawingml/2006/main" noGrp="1"/>
          </p:cNvSpPr>
          <p:nvPr/>
        </p:nvSpPr>
        <p:spPr>
          <a:xfrm xmlns:a="http://schemas.openxmlformats.org/drawingml/2006/main">
            <a:off x="152400" y="2705100"/>
            <a:ext cx="1676400" cy="4191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0160">
            <a:solidFill>
              <a:srgbClr val="161616"/>
            </a:solidFill>
            <a:prstDash val="solid"/>
          </a:ln>
        </p:spPr>
      </p:sp>
      <p:sp>
        <p:nvSpPr>
          <p:cNvPr id="22" name="Figure_1_Evidence_Selection-022">
            <a:extLst xmlns:a="http://schemas.openxmlformats.org/drawingml/2006/main">
              <a:ext uri="{FF2B5EF4-FFF2-40B4-BE49-F238E27FC236}">
                <a16:creationId xmlns:a16="http://schemas.microsoft.com/office/drawing/2014/main" id="{66AD08AC-D6CE-4E4B-A63C-FB464DFB132C}"/>
              </a:ext>
            </a:extLst>
          </p:cNvPr>
          <p:cNvSpPr>
            <a:spLocks xmlns:a="http://schemas.openxmlformats.org/drawingml/2006/main" noGrp="1"/>
          </p:cNvSpPr>
          <p:nvPr/>
        </p:nvSpPr>
        <p:spPr>
          <a:xfrm xmlns:a="http://schemas.openxmlformats.org/drawingml/2006/main">
            <a:off x="152400" y="2705100"/>
            <a:ext cx="241300" cy="419100"/>
          </a:xfrm>
          <a:prstGeom xmlns:a="http://schemas.openxmlformats.org/drawingml/2006/main" prst="roundRect">
            <a:avLst>
              <a:gd name="adj" fmla="val 15789"/>
            </a:avLst>
          </a:prstGeom>
          <a:solidFill xmlns:a="http://schemas.openxmlformats.org/drawingml/2006/main">
            <a:srgbClr val="E7E6E6"/>
          </a:solidFill>
          <a:ln xmlns:a="http://schemas.openxmlformats.org/drawingml/2006/main" w="10160">
            <a:solidFill>
              <a:srgbClr val="161616"/>
            </a:solidFill>
            <a:prstDash val="solid"/>
          </a:ln>
        </p:spPr>
      </p:sp>
      <p:sp>
        <p:nvSpPr>
          <p:cNvPr id="23" name="Figure_1_Evidence_Selection-023">
            <a:extLst xmlns:a="http://schemas.openxmlformats.org/drawingml/2006/main">
              <a:ext uri="{FF2B5EF4-FFF2-40B4-BE49-F238E27FC236}">
                <a16:creationId xmlns:a16="http://schemas.microsoft.com/office/drawing/2014/main" id="{E48306C6-8F0A-4A5C-8EF9-C21302AD8132}"/>
              </a:ext>
            </a:extLst>
          </p:cNvPr>
          <p:cNvSpPr>
            <a:spLocks xmlns:a="http://schemas.openxmlformats.org/drawingml/2006/main" noGrp="1"/>
          </p:cNvSpPr>
          <p:nvPr/>
        </p:nvSpPr>
        <p:spPr>
          <a:xfrm xmlns:a="http://schemas.openxmlformats.org/drawingml/2006/main">
            <a:off x="165100" y="2851150"/>
            <a:ext cx="2159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1">
                <a:solidFill>
                  <a:srgbClr val="161616"/>
                </a:solidFill>
                <a:latin typeface="DejaVu Sans"/>
                <a:ea typeface="DejaVu Sans"/>
                <a:cs typeface="DejaVu Sans"/>
              </a:defRPr>
            </a:defPPr>
            <a:lvl1pPr algn="ctr">
              <a:defRPr sz="710" b="1">
                <a:solidFill>
                  <a:srgbClr val="161616"/>
                </a:solidFill>
                <a:latin typeface="DejaVu Sans"/>
                <a:ea typeface="DejaVu Sans"/>
                <a:cs typeface="DejaVu Sans"/>
              </a:defRPr>
            </a:lvl1pPr>
            <a:lvl2pPr algn="ctr">
              <a:defRPr sz="710" b="1">
                <a:solidFill>
                  <a:srgbClr val="161616"/>
                </a:solidFill>
                <a:latin typeface="DejaVu Sans"/>
                <a:ea typeface="DejaVu Sans"/>
                <a:cs typeface="DejaVu Sans"/>
              </a:defRPr>
            </a:lvl2pPr>
            <a:lvl3pPr algn="ctr">
              <a:defRPr sz="710" b="1">
                <a:solidFill>
                  <a:srgbClr val="161616"/>
                </a:solidFill>
                <a:latin typeface="DejaVu Sans"/>
                <a:ea typeface="DejaVu Sans"/>
                <a:cs typeface="DejaVu Sans"/>
              </a:defRPr>
            </a:lvl3pPr>
            <a:lvl4pPr algn="ctr">
              <a:defRPr sz="710" b="1">
                <a:solidFill>
                  <a:srgbClr val="161616"/>
                </a:solidFill>
                <a:latin typeface="DejaVu Sans"/>
                <a:ea typeface="DejaVu Sans"/>
                <a:cs typeface="DejaVu Sans"/>
              </a:defRPr>
            </a:lvl4pPr>
            <a:lvl5pPr algn="ctr">
              <a:defRPr sz="710" b="1">
                <a:solidFill>
                  <a:srgbClr val="161616"/>
                </a:solidFill>
                <a:latin typeface="DejaVu Sans"/>
                <a:ea typeface="DejaVu Sans"/>
                <a:cs typeface="DejaVu Sans"/>
              </a:defRPr>
            </a:lvl5pPr>
            <a:lvl6pPr algn="ctr">
              <a:defRPr sz="710" b="1">
                <a:solidFill>
                  <a:srgbClr val="161616"/>
                </a:solidFill>
                <a:latin typeface="DejaVu Sans"/>
                <a:ea typeface="DejaVu Sans"/>
                <a:cs typeface="DejaVu Sans"/>
              </a:defRPr>
            </a:lvl6pPr>
            <a:lvl7pPr algn="ctr">
              <a:defRPr sz="710" b="1">
                <a:solidFill>
                  <a:srgbClr val="161616"/>
                </a:solidFill>
                <a:latin typeface="DejaVu Sans"/>
                <a:ea typeface="DejaVu Sans"/>
                <a:cs typeface="DejaVu Sans"/>
              </a:defRPr>
            </a:lvl7pPr>
            <a:lvl8pPr algn="ctr">
              <a:defRPr sz="710" b="1">
                <a:solidFill>
                  <a:srgbClr val="161616"/>
                </a:solidFill>
                <a:latin typeface="DejaVu Sans"/>
                <a:ea typeface="DejaVu Sans"/>
                <a:cs typeface="DejaVu Sans"/>
              </a:defRPr>
            </a:lvl8pPr>
            <a:lvl9pPr algn="ctr">
              <a:defRPr sz="710" b="1">
                <a:solidFill>
                  <a:srgbClr val="161616"/>
                </a:solidFill>
                <a:latin typeface="DejaVu Sans"/>
                <a:ea typeface="DejaVu Sans"/>
                <a:cs typeface="DejaVu Sans"/>
              </a:defRPr>
            </a:lvl9pPr>
          </a:lstStyle>
          <a:p xmlns:a="http://schemas.openxmlformats.org/drawingml/2006/main">
            <a:pPr algn="ctr">
              <a:defRPr sz="710" b="1">
                <a:solidFill>
                  <a:srgbClr val="161616"/>
                </a:solidFill>
                <a:latin typeface="DejaVu Sans"/>
                <a:ea typeface="DejaVu Sans"/>
                <a:cs typeface="DejaVu Sans"/>
              </a:defRPr>
            </a:pPr>
            <a:r>
              <a:rPr sz="710" b="1">
                <a:solidFill>
                  <a:srgbClr val="161616"/>
                </a:solidFill>
                <a:latin typeface="DejaVu Sans"/>
                <a:ea typeface="DejaVu Sans"/>
                <a:cs typeface="DejaVu Sans"/>
              </a:rPr>
              <a:t>S4</a:t>
            </a:r>
          </a:p>
        </p:txBody>
      </p:sp>
      <p:sp>
        <p:nvSpPr>
          <p:cNvPr id="24" name="Figure_1_Evidence_Selection-024">
            <a:extLst xmlns:a="http://schemas.openxmlformats.org/drawingml/2006/main">
              <a:ext uri="{FF2B5EF4-FFF2-40B4-BE49-F238E27FC236}">
                <a16:creationId xmlns:a16="http://schemas.microsoft.com/office/drawing/2014/main" id="{5A64358E-5706-4542-ACEF-888DFC48F172}"/>
              </a:ext>
            </a:extLst>
          </p:cNvPr>
          <p:cNvSpPr>
            <a:spLocks xmlns:a="http://schemas.openxmlformats.org/drawingml/2006/main" noGrp="1"/>
          </p:cNvSpPr>
          <p:nvPr/>
        </p:nvSpPr>
        <p:spPr>
          <a:xfrm xmlns:a="http://schemas.openxmlformats.org/drawingml/2006/main">
            <a:off x="457200" y="2768600"/>
            <a:ext cx="13081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Riverbank is a novel.</a:t>
            </a:r>
          </a:p>
        </p:txBody>
      </p:sp>
      <p:sp>
        <p:nvSpPr>
          <p:cNvPr id="25" name="Figure_1_Evidence_Selection-025">
            <a:extLst xmlns:a="http://schemas.openxmlformats.org/drawingml/2006/main">
              <a:ext uri="{FF2B5EF4-FFF2-40B4-BE49-F238E27FC236}">
                <a16:creationId xmlns:a16="http://schemas.microsoft.com/office/drawing/2014/main" id="{FF45E2C0-303C-4A93-A4C2-D4B3C82335E8}"/>
              </a:ext>
            </a:extLst>
          </p:cNvPr>
          <p:cNvSpPr>
            <a:spLocks xmlns:a="http://schemas.openxmlformats.org/drawingml/2006/main" noGrp="1"/>
          </p:cNvSpPr>
          <p:nvPr/>
        </p:nvSpPr>
        <p:spPr>
          <a:xfrm xmlns:a="http://schemas.openxmlformats.org/drawingml/2006/main">
            <a:off x="152400" y="3213100"/>
            <a:ext cx="1676400" cy="419100"/>
          </a:xfrm>
          <a:prstGeom xmlns:a="http://schemas.openxmlformats.org/drawingml/2006/main" prst="roundRect">
            <a:avLst>
              <a:gd name="adj" fmla="val 9091"/>
            </a:avLst>
          </a:prstGeom>
          <a:solidFill xmlns:a="http://schemas.openxmlformats.org/drawingml/2006/main">
            <a:srgbClr val="FFFFFF"/>
          </a:solidFill>
          <a:ln xmlns:a="http://schemas.openxmlformats.org/drawingml/2006/main" w="10160">
            <a:solidFill>
              <a:srgbClr val="161616"/>
            </a:solidFill>
            <a:prstDash val="solid"/>
          </a:ln>
        </p:spPr>
      </p:sp>
      <p:sp>
        <p:nvSpPr>
          <p:cNvPr id="26" name="Figure_1_Evidence_Selection-026">
            <a:extLst xmlns:a="http://schemas.openxmlformats.org/drawingml/2006/main">
              <a:ext uri="{FF2B5EF4-FFF2-40B4-BE49-F238E27FC236}">
                <a16:creationId xmlns:a16="http://schemas.microsoft.com/office/drawing/2014/main" id="{26F44C63-0589-4DCC-8DF6-E766250F66A1}"/>
              </a:ext>
            </a:extLst>
          </p:cNvPr>
          <p:cNvSpPr>
            <a:spLocks xmlns:a="http://schemas.openxmlformats.org/drawingml/2006/main" noGrp="1"/>
          </p:cNvSpPr>
          <p:nvPr/>
        </p:nvSpPr>
        <p:spPr>
          <a:xfrm xmlns:a="http://schemas.openxmlformats.org/drawingml/2006/main">
            <a:off x="152400" y="3213100"/>
            <a:ext cx="241300" cy="419100"/>
          </a:xfrm>
          <a:prstGeom xmlns:a="http://schemas.openxmlformats.org/drawingml/2006/main" prst="roundRect">
            <a:avLst>
              <a:gd name="adj" fmla="val 15789"/>
            </a:avLst>
          </a:prstGeom>
          <a:solidFill xmlns:a="http://schemas.openxmlformats.org/drawingml/2006/main">
            <a:srgbClr val="E7E6E6"/>
          </a:solidFill>
          <a:ln xmlns:a="http://schemas.openxmlformats.org/drawingml/2006/main" w="10160">
            <a:solidFill>
              <a:srgbClr val="161616"/>
            </a:solidFill>
            <a:prstDash val="solid"/>
          </a:ln>
        </p:spPr>
      </p:sp>
      <p:sp>
        <p:nvSpPr>
          <p:cNvPr id="27" name="Figure_1_Evidence_Selection-027">
            <a:extLst xmlns:a="http://schemas.openxmlformats.org/drawingml/2006/main">
              <a:ext uri="{FF2B5EF4-FFF2-40B4-BE49-F238E27FC236}">
                <a16:creationId xmlns:a16="http://schemas.microsoft.com/office/drawing/2014/main" id="{B46B51B5-B5CC-41AE-9FCA-5BA99A41DC1D}"/>
              </a:ext>
            </a:extLst>
          </p:cNvPr>
          <p:cNvSpPr>
            <a:spLocks xmlns:a="http://schemas.openxmlformats.org/drawingml/2006/main" noGrp="1"/>
          </p:cNvSpPr>
          <p:nvPr/>
        </p:nvSpPr>
        <p:spPr>
          <a:xfrm xmlns:a="http://schemas.openxmlformats.org/drawingml/2006/main">
            <a:off x="165100" y="3359150"/>
            <a:ext cx="2159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1">
                <a:solidFill>
                  <a:srgbClr val="161616"/>
                </a:solidFill>
                <a:latin typeface="DejaVu Sans"/>
                <a:ea typeface="DejaVu Sans"/>
                <a:cs typeface="DejaVu Sans"/>
              </a:defRPr>
            </a:defPPr>
            <a:lvl1pPr algn="ctr">
              <a:defRPr sz="710" b="1">
                <a:solidFill>
                  <a:srgbClr val="161616"/>
                </a:solidFill>
                <a:latin typeface="DejaVu Sans"/>
                <a:ea typeface="DejaVu Sans"/>
                <a:cs typeface="DejaVu Sans"/>
              </a:defRPr>
            </a:lvl1pPr>
            <a:lvl2pPr algn="ctr">
              <a:defRPr sz="710" b="1">
                <a:solidFill>
                  <a:srgbClr val="161616"/>
                </a:solidFill>
                <a:latin typeface="DejaVu Sans"/>
                <a:ea typeface="DejaVu Sans"/>
                <a:cs typeface="DejaVu Sans"/>
              </a:defRPr>
            </a:lvl2pPr>
            <a:lvl3pPr algn="ctr">
              <a:defRPr sz="710" b="1">
                <a:solidFill>
                  <a:srgbClr val="161616"/>
                </a:solidFill>
                <a:latin typeface="DejaVu Sans"/>
                <a:ea typeface="DejaVu Sans"/>
                <a:cs typeface="DejaVu Sans"/>
              </a:defRPr>
            </a:lvl3pPr>
            <a:lvl4pPr algn="ctr">
              <a:defRPr sz="710" b="1">
                <a:solidFill>
                  <a:srgbClr val="161616"/>
                </a:solidFill>
                <a:latin typeface="DejaVu Sans"/>
                <a:ea typeface="DejaVu Sans"/>
                <a:cs typeface="DejaVu Sans"/>
              </a:defRPr>
            </a:lvl4pPr>
            <a:lvl5pPr algn="ctr">
              <a:defRPr sz="710" b="1">
                <a:solidFill>
                  <a:srgbClr val="161616"/>
                </a:solidFill>
                <a:latin typeface="DejaVu Sans"/>
                <a:ea typeface="DejaVu Sans"/>
                <a:cs typeface="DejaVu Sans"/>
              </a:defRPr>
            </a:lvl5pPr>
            <a:lvl6pPr algn="ctr">
              <a:defRPr sz="710" b="1">
                <a:solidFill>
                  <a:srgbClr val="161616"/>
                </a:solidFill>
                <a:latin typeface="DejaVu Sans"/>
                <a:ea typeface="DejaVu Sans"/>
                <a:cs typeface="DejaVu Sans"/>
              </a:defRPr>
            </a:lvl6pPr>
            <a:lvl7pPr algn="ctr">
              <a:defRPr sz="710" b="1">
                <a:solidFill>
                  <a:srgbClr val="161616"/>
                </a:solidFill>
                <a:latin typeface="DejaVu Sans"/>
                <a:ea typeface="DejaVu Sans"/>
                <a:cs typeface="DejaVu Sans"/>
              </a:defRPr>
            </a:lvl7pPr>
            <a:lvl8pPr algn="ctr">
              <a:defRPr sz="710" b="1">
                <a:solidFill>
                  <a:srgbClr val="161616"/>
                </a:solidFill>
                <a:latin typeface="DejaVu Sans"/>
                <a:ea typeface="DejaVu Sans"/>
                <a:cs typeface="DejaVu Sans"/>
              </a:defRPr>
            </a:lvl8pPr>
            <a:lvl9pPr algn="ctr">
              <a:defRPr sz="710" b="1">
                <a:solidFill>
                  <a:srgbClr val="161616"/>
                </a:solidFill>
                <a:latin typeface="DejaVu Sans"/>
                <a:ea typeface="DejaVu Sans"/>
                <a:cs typeface="DejaVu Sans"/>
              </a:defRPr>
            </a:lvl9pPr>
          </a:lstStyle>
          <a:p xmlns:a="http://schemas.openxmlformats.org/drawingml/2006/main">
            <a:pPr algn="ctr">
              <a:defRPr sz="710" b="1">
                <a:solidFill>
                  <a:srgbClr val="161616"/>
                </a:solidFill>
                <a:latin typeface="DejaVu Sans"/>
                <a:ea typeface="DejaVu Sans"/>
                <a:cs typeface="DejaVu Sans"/>
              </a:defRPr>
            </a:pPr>
            <a:r>
              <a:rPr sz="710" b="1">
                <a:solidFill>
                  <a:srgbClr val="161616"/>
                </a:solidFill>
                <a:latin typeface="DejaVu Sans"/>
                <a:ea typeface="DejaVu Sans"/>
                <a:cs typeface="DejaVu Sans"/>
              </a:rPr>
              <a:t>S5</a:t>
            </a:r>
          </a:p>
        </p:txBody>
      </p:sp>
      <p:sp>
        <p:nvSpPr>
          <p:cNvPr id="28" name="Figure_1_Evidence_Selection-028">
            <a:extLst xmlns:a="http://schemas.openxmlformats.org/drawingml/2006/main">
              <a:ext uri="{FF2B5EF4-FFF2-40B4-BE49-F238E27FC236}">
                <a16:creationId xmlns:a16="http://schemas.microsoft.com/office/drawing/2014/main" id="{9699F449-A5F7-47BF-BED3-A798E389B2A8}"/>
              </a:ext>
            </a:extLst>
          </p:cNvPr>
          <p:cNvSpPr>
            <a:spLocks xmlns:a="http://schemas.openxmlformats.org/drawingml/2006/main" noGrp="1"/>
          </p:cNvSpPr>
          <p:nvPr/>
        </p:nvSpPr>
        <p:spPr>
          <a:xfrm xmlns:a="http://schemas.openxmlformats.org/drawingml/2006/main">
            <a:off x="457200" y="3276600"/>
            <a:ext cx="13081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Lin Zhou received</a:t>
            </a:r>
          </a:p>
        </p:txBody>
      </p:sp>
      <p:sp>
        <p:nvSpPr>
          <p:cNvPr id="29" name="Figure_1_Evidence_Selection-029">
            <a:extLst xmlns:a="http://schemas.openxmlformats.org/drawingml/2006/main">
              <a:ext uri="{FF2B5EF4-FFF2-40B4-BE49-F238E27FC236}">
                <a16:creationId xmlns:a16="http://schemas.microsoft.com/office/drawing/2014/main" id="{B2BBC37E-7FAC-4B92-93B7-7314203692FB}"/>
              </a:ext>
            </a:extLst>
          </p:cNvPr>
          <p:cNvSpPr>
            <a:spLocks xmlns:a="http://schemas.openxmlformats.org/drawingml/2006/main" noGrp="1"/>
          </p:cNvSpPr>
          <p:nvPr/>
        </p:nvSpPr>
        <p:spPr>
          <a:xfrm xmlns:a="http://schemas.openxmlformats.org/drawingml/2006/main">
            <a:off x="457200" y="3390392"/>
            <a:ext cx="13081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a literary award.</a:t>
            </a:r>
          </a:p>
        </p:txBody>
      </p:sp>
      <p:sp>
        <p:nvSpPr>
          <p:cNvPr id="30" name="Figure_1_Evidence_Selection-030">
            <a:extLst xmlns:a="http://schemas.openxmlformats.org/drawingml/2006/main">
              <a:ext uri="{FF2B5EF4-FFF2-40B4-BE49-F238E27FC236}">
                <a16:creationId xmlns:a16="http://schemas.microsoft.com/office/drawing/2014/main" id="{2C8D811F-068A-4F88-9665-EA03FC7F8E43}"/>
              </a:ext>
            </a:extLst>
          </p:cNvPr>
          <p:cNvSpPr>
            <a:spLocks xmlns:a="http://schemas.openxmlformats.org/drawingml/2006/main" noGrp="1"/>
          </p:cNvSpPr>
          <p:nvPr/>
        </p:nvSpPr>
        <p:spPr>
          <a:xfrm xmlns:a="http://schemas.openxmlformats.org/drawingml/2006/main">
            <a:off x="203200" y="3746500"/>
            <a:ext cx="16764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Original source units with IDs</a:t>
            </a:r>
          </a:p>
        </p:txBody>
      </p:sp>
      <p:sp>
        <p:nvSpPr>
          <p:cNvPr id="31" name="Figure_1_Evidence_Selection-031">
            <a:extLst xmlns:a="http://schemas.openxmlformats.org/drawingml/2006/main">
              <a:ext uri="{FF2B5EF4-FFF2-40B4-BE49-F238E27FC236}">
                <a16:creationId xmlns:a16="http://schemas.microsoft.com/office/drawing/2014/main" id="{687AFEBD-2B11-467B-B95C-796FCA7B31DB}"/>
              </a:ext>
            </a:extLst>
          </p:cNvPr>
          <p:cNvSpPr>
            <a:spLocks xmlns:a="http://schemas.openxmlformats.org/drawingml/2006/main" noGrp="1"/>
          </p:cNvSpPr>
          <p:nvPr/>
        </p:nvSpPr>
        <p:spPr>
          <a:xfrm xmlns:a="http://schemas.openxmlformats.org/drawingml/2006/main">
            <a:off x="2159000" y="7747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b</a:t>
            </a:r>
          </a:p>
        </p:txBody>
      </p:sp>
      <p:sp>
        <p:nvSpPr>
          <p:cNvPr id="32" name="Figure_1_Evidence_Selection-032">
            <a:extLst xmlns:a="http://schemas.openxmlformats.org/drawingml/2006/main">
              <a:ext uri="{FF2B5EF4-FFF2-40B4-BE49-F238E27FC236}">
                <a16:creationId xmlns:a16="http://schemas.microsoft.com/office/drawing/2014/main" id="{28CF697B-A4B2-4538-8E5C-5E263B49EA94}"/>
              </a:ext>
            </a:extLst>
          </p:cNvPr>
          <p:cNvSpPr>
            <a:spLocks xmlns:a="http://schemas.openxmlformats.org/drawingml/2006/main" noGrp="1"/>
          </p:cNvSpPr>
          <p:nvPr/>
        </p:nvSpPr>
        <p:spPr>
          <a:xfrm xmlns:a="http://schemas.openxmlformats.org/drawingml/2006/main">
            <a:off x="2324100" y="781050"/>
            <a:ext cx="35179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Budgeted packets and retained paths</a:t>
            </a:r>
          </a:p>
        </p:txBody>
      </p:sp>
      <p:sp>
        <p:nvSpPr>
          <p:cNvPr id="33" name="Figure_1_Evidence_Selection-033">
            <a:extLst xmlns:a="http://schemas.openxmlformats.org/drawingml/2006/main">
              <a:ext uri="{FF2B5EF4-FFF2-40B4-BE49-F238E27FC236}">
                <a16:creationId xmlns:a16="http://schemas.microsoft.com/office/drawing/2014/main" id="{D3FFA35B-E4E2-4405-8627-C23CFC0BBC3B}"/>
              </a:ext>
            </a:extLst>
          </p:cNvPr>
          <p:cNvSpPr>
            <a:spLocks xmlns:a="http://schemas.openxmlformats.org/drawingml/2006/main" noGrp="1"/>
          </p:cNvSpPr>
          <p:nvPr/>
        </p:nvSpPr>
        <p:spPr>
          <a:xfrm xmlns:a="http://schemas.openxmlformats.org/drawingml/2006/main">
            <a:off x="2260600" y="1016000"/>
            <a:ext cx="3619500" cy="1308100"/>
          </a:xfrm>
          <a:prstGeom xmlns:a="http://schemas.openxmlformats.org/drawingml/2006/main" prst="roundRect">
            <a:avLst>
              <a:gd name="adj" fmla="val 5825"/>
            </a:avLst>
          </a:prstGeom>
          <a:solidFill xmlns:a="http://schemas.openxmlformats.org/drawingml/2006/main">
            <a:srgbClr val="DAE2F5"/>
          </a:solidFill>
          <a:ln xmlns:a="http://schemas.openxmlformats.org/drawingml/2006/main" w="11430">
            <a:solidFill>
              <a:srgbClr val="161616"/>
            </a:solidFill>
            <a:prstDash val="solid"/>
          </a:ln>
        </p:spPr>
      </p:sp>
      <p:sp>
        <p:nvSpPr>
          <p:cNvPr id="34" name="Figure_1_Evidence_Selection-034">
            <a:extLst xmlns:a="http://schemas.openxmlformats.org/drawingml/2006/main">
              <a:ext uri="{FF2B5EF4-FFF2-40B4-BE49-F238E27FC236}">
                <a16:creationId xmlns:a16="http://schemas.microsoft.com/office/drawing/2014/main" id="{5FDE80D0-7BAB-4E16-8A6C-83DAF39F5CAE}"/>
              </a:ext>
            </a:extLst>
          </p:cNvPr>
          <p:cNvSpPr>
            <a:spLocks xmlns:a="http://schemas.openxmlformats.org/drawingml/2006/main" noGrp="1"/>
          </p:cNvSpPr>
          <p:nvPr/>
        </p:nvSpPr>
        <p:spPr>
          <a:xfrm xmlns:a="http://schemas.openxmlformats.org/drawingml/2006/main">
            <a:off x="2260600" y="2527300"/>
            <a:ext cx="3619500" cy="1435100"/>
          </a:xfrm>
          <a:prstGeom xmlns:a="http://schemas.openxmlformats.org/drawingml/2006/main" prst="roundRect">
            <a:avLst>
              <a:gd name="adj" fmla="val 5310"/>
            </a:avLst>
          </a:prstGeom>
          <a:solidFill xmlns:a="http://schemas.openxmlformats.org/drawingml/2006/main">
            <a:srgbClr val="FAE4D5"/>
          </a:solidFill>
          <a:ln xmlns:a="http://schemas.openxmlformats.org/drawingml/2006/main" w="11430">
            <a:solidFill>
              <a:srgbClr val="161616"/>
            </a:solidFill>
            <a:prstDash val="solid"/>
          </a:ln>
        </p:spPr>
      </p:sp>
      <p:sp>
        <p:nvSpPr>
          <p:cNvPr id="35" name="Figure_1_Evidence_Selection-035">
            <a:extLst xmlns:a="http://schemas.openxmlformats.org/drawingml/2006/main">
              <a:ext uri="{FF2B5EF4-FFF2-40B4-BE49-F238E27FC236}">
                <a16:creationId xmlns:a16="http://schemas.microsoft.com/office/drawing/2014/main" id="{8C098312-6B4A-4606-A847-73289E00579D}"/>
              </a:ext>
            </a:extLst>
          </p:cNvPr>
          <p:cNvSpPr>
            <a:spLocks xmlns:a="http://schemas.openxmlformats.org/drawingml/2006/main" noGrp="1"/>
          </p:cNvSpPr>
          <p:nvPr/>
        </p:nvSpPr>
        <p:spPr>
          <a:xfrm xmlns:a="http://schemas.openxmlformats.org/drawingml/2006/main">
            <a:off x="1955800" y="2400300"/>
            <a:ext cx="139700" cy="127"/>
          </a:xfrm>
          <a:custGeom xmlns:a="http://schemas.openxmlformats.org/drawingml/2006/main">
            <a:pathLst>
              <a:path w="139700" h="127">
                <a:moveTo>
                  <a:pt x="0" y="0"/>
                </a:moveTo>
                <a:lnTo>
                  <a:pt x="139700" y="0"/>
                </a:lnTo>
              </a:path>
            </a:pathLst>
          </a:custGeom>
          <a:noFill xmlns:a="http://schemas.openxmlformats.org/drawingml/2006/main"/>
          <a:ln xmlns:a="http://schemas.openxmlformats.org/drawingml/2006/main" w="25400">
            <a:solidFill>
              <a:srgbClr val="161616"/>
            </a:solidFill>
            <a:prstDash val="solid"/>
          </a:ln>
        </p:spPr>
      </p:sp>
      <p:sp>
        <p:nvSpPr>
          <p:cNvPr id="36" name="Figure_1_Evidence_Selection-036">
            <a:extLst xmlns:a="http://schemas.openxmlformats.org/drawingml/2006/main">
              <a:ext uri="{FF2B5EF4-FFF2-40B4-BE49-F238E27FC236}">
                <a16:creationId xmlns:a16="http://schemas.microsoft.com/office/drawing/2014/main" id="{AB635E74-1D5C-43EE-9B1F-6E36D40C13C8}"/>
              </a:ext>
            </a:extLst>
          </p:cNvPr>
          <p:cNvSpPr>
            <a:spLocks xmlns:a="http://schemas.openxmlformats.org/drawingml/2006/main" noGrp="1"/>
          </p:cNvSpPr>
          <p:nvPr/>
        </p:nvSpPr>
        <p:spPr>
          <a:xfrm xmlns:a="http://schemas.openxmlformats.org/drawingml/2006/main">
            <a:off x="2095500" y="1651000"/>
            <a:ext cx="127" cy="1574800"/>
          </a:xfrm>
          <a:custGeom xmlns:a="http://schemas.openxmlformats.org/drawingml/2006/main">
            <a:pathLst>
              <a:path w="127" h="1574800">
                <a:moveTo>
                  <a:pt x="0" y="0"/>
                </a:moveTo>
                <a:lnTo>
                  <a:pt x="0" y="1574800"/>
                </a:lnTo>
              </a:path>
            </a:pathLst>
          </a:custGeom>
          <a:noFill xmlns:a="http://schemas.openxmlformats.org/drawingml/2006/main"/>
          <a:ln xmlns:a="http://schemas.openxmlformats.org/drawingml/2006/main" w="25400">
            <a:solidFill>
              <a:srgbClr val="161616"/>
            </a:solidFill>
            <a:prstDash val="solid"/>
          </a:ln>
        </p:spPr>
      </p:sp>
      <p:sp>
        <p:nvSpPr>
          <p:cNvPr id="37" name="Figure_1_Evidence_Selection-037">
            <a:extLst xmlns:a="http://schemas.openxmlformats.org/drawingml/2006/main">
              <a:ext uri="{FF2B5EF4-FFF2-40B4-BE49-F238E27FC236}">
                <a16:creationId xmlns:a16="http://schemas.microsoft.com/office/drawing/2014/main" id="{FB620096-C19F-4CBB-8E28-AB7FEA64921C}"/>
              </a:ext>
            </a:extLst>
          </p:cNvPr>
          <p:cNvSpPr>
            <a:spLocks xmlns:a="http://schemas.openxmlformats.org/drawingml/2006/main" noGrp="1"/>
          </p:cNvSpPr>
          <p:nvPr/>
        </p:nvSpPr>
        <p:spPr>
          <a:xfrm xmlns:a="http://schemas.openxmlformats.org/drawingml/2006/main">
            <a:off x="2095500" y="1651000"/>
            <a:ext cx="152400" cy="127"/>
          </a:xfrm>
          <a:custGeom xmlns:a="http://schemas.openxmlformats.org/drawingml/2006/main">
            <a:pathLst>
              <a:path w="152400" h="127">
                <a:moveTo>
                  <a:pt x="0" y="0"/>
                </a:moveTo>
                <a:lnTo>
                  <a:pt x="152400" y="0"/>
                </a:lnTo>
              </a:path>
            </a:pathLst>
          </a:custGeom>
          <a:noFill xmlns:a="http://schemas.openxmlformats.org/drawingml/2006/main"/>
          <a:ln xmlns:a="http://schemas.openxmlformats.org/drawingml/2006/main" w="25400">
            <a:solidFill>
              <a:srgbClr val="161616"/>
            </a:solidFill>
            <a:prstDash val="solid"/>
          </a:ln>
        </p:spPr>
      </p:sp>
      <p:sp>
        <p:nvSpPr>
          <p:cNvPr id="38" name="Figure_1_Evidence_Selection-038">
            <a:extLst xmlns:a="http://schemas.openxmlformats.org/drawingml/2006/main">
              <a:ext uri="{FF2B5EF4-FFF2-40B4-BE49-F238E27FC236}">
                <a16:creationId xmlns:a16="http://schemas.microsoft.com/office/drawing/2014/main" id="{896DEA47-D176-4EED-8805-F0A8175E4946}"/>
              </a:ext>
            </a:extLst>
          </p:cNvPr>
          <p:cNvSpPr>
            <a:spLocks xmlns:a="http://schemas.openxmlformats.org/drawingml/2006/main" noGrp="1"/>
          </p:cNvSpPr>
          <p:nvPr/>
        </p:nvSpPr>
        <p:spPr>
          <a:xfrm xmlns:a="http://schemas.openxmlformats.org/drawingml/2006/main">
            <a:off x="2197100" y="16286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39" name="Figure_1_Evidence_Selection-039">
            <a:extLst xmlns:a="http://schemas.openxmlformats.org/drawingml/2006/main">
              <a:ext uri="{FF2B5EF4-FFF2-40B4-BE49-F238E27FC236}">
                <a16:creationId xmlns:a16="http://schemas.microsoft.com/office/drawing/2014/main" id="{E66B2CCF-A9D7-4B1F-9FFF-8387D20389EF}"/>
              </a:ext>
            </a:extLst>
          </p:cNvPr>
          <p:cNvSpPr>
            <a:spLocks xmlns:a="http://schemas.openxmlformats.org/drawingml/2006/main" noGrp="1"/>
          </p:cNvSpPr>
          <p:nvPr/>
        </p:nvSpPr>
        <p:spPr>
          <a:xfrm xmlns:a="http://schemas.openxmlformats.org/drawingml/2006/main">
            <a:off x="2095500" y="3225800"/>
            <a:ext cx="152400" cy="127"/>
          </a:xfrm>
          <a:custGeom xmlns:a="http://schemas.openxmlformats.org/drawingml/2006/main">
            <a:pathLst>
              <a:path w="152400" h="127">
                <a:moveTo>
                  <a:pt x="0" y="0"/>
                </a:moveTo>
                <a:lnTo>
                  <a:pt x="152400" y="0"/>
                </a:lnTo>
              </a:path>
            </a:pathLst>
          </a:custGeom>
          <a:noFill xmlns:a="http://schemas.openxmlformats.org/drawingml/2006/main"/>
          <a:ln xmlns:a="http://schemas.openxmlformats.org/drawingml/2006/main" w="25400">
            <a:solidFill>
              <a:srgbClr val="161616"/>
            </a:solidFill>
            <a:prstDash val="solid"/>
          </a:ln>
        </p:spPr>
      </p:sp>
      <p:sp>
        <p:nvSpPr>
          <p:cNvPr id="40" name="Figure_1_Evidence_Selection-040">
            <a:extLst xmlns:a="http://schemas.openxmlformats.org/drawingml/2006/main">
              <a:ext uri="{FF2B5EF4-FFF2-40B4-BE49-F238E27FC236}">
                <a16:creationId xmlns:a16="http://schemas.microsoft.com/office/drawing/2014/main" id="{B2D77532-E96B-4AA0-903E-24DAEF47755E}"/>
              </a:ext>
            </a:extLst>
          </p:cNvPr>
          <p:cNvSpPr>
            <a:spLocks xmlns:a="http://schemas.openxmlformats.org/drawingml/2006/main" noGrp="1"/>
          </p:cNvSpPr>
          <p:nvPr/>
        </p:nvSpPr>
        <p:spPr>
          <a:xfrm xmlns:a="http://schemas.openxmlformats.org/drawingml/2006/main">
            <a:off x="2197100" y="32034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41" name="Figure_1_Evidence_Selection-041">
            <a:extLst xmlns:a="http://schemas.openxmlformats.org/drawingml/2006/main">
              <a:ext uri="{FF2B5EF4-FFF2-40B4-BE49-F238E27FC236}">
                <a16:creationId xmlns:a16="http://schemas.microsoft.com/office/drawing/2014/main" id="{01186E65-C88A-422A-996A-9B8E025B687F}"/>
              </a:ext>
            </a:extLst>
          </p:cNvPr>
          <p:cNvSpPr>
            <a:spLocks xmlns:a="http://schemas.openxmlformats.org/drawingml/2006/main" noGrp="1"/>
          </p:cNvSpPr>
          <p:nvPr/>
        </p:nvSpPr>
        <p:spPr>
          <a:xfrm xmlns:a="http://schemas.openxmlformats.org/drawingml/2006/main">
            <a:off x="2374900" y="1117600"/>
            <a:ext cx="1104900" cy="159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90" b="1">
                <a:solidFill>
                  <a:srgbClr val="161616"/>
                </a:solidFill>
                <a:latin typeface="DejaVu Sans"/>
                <a:ea typeface="DejaVu Sans"/>
                <a:cs typeface="DejaVu Sans"/>
              </a:defRPr>
            </a:defPPr>
            <a:lvl1pPr algn="l">
              <a:defRPr sz="790" b="1">
                <a:solidFill>
                  <a:srgbClr val="161616"/>
                </a:solidFill>
                <a:latin typeface="DejaVu Sans"/>
                <a:ea typeface="DejaVu Sans"/>
                <a:cs typeface="DejaVu Sans"/>
              </a:defRPr>
            </a:lvl1pPr>
            <a:lvl2pPr algn="l">
              <a:defRPr sz="790" b="1">
                <a:solidFill>
                  <a:srgbClr val="161616"/>
                </a:solidFill>
                <a:latin typeface="DejaVu Sans"/>
                <a:ea typeface="DejaVu Sans"/>
                <a:cs typeface="DejaVu Sans"/>
              </a:defRPr>
            </a:lvl2pPr>
            <a:lvl3pPr algn="l">
              <a:defRPr sz="790" b="1">
                <a:solidFill>
                  <a:srgbClr val="161616"/>
                </a:solidFill>
                <a:latin typeface="DejaVu Sans"/>
                <a:ea typeface="DejaVu Sans"/>
                <a:cs typeface="DejaVu Sans"/>
              </a:defRPr>
            </a:lvl3pPr>
            <a:lvl4pPr algn="l">
              <a:defRPr sz="790" b="1">
                <a:solidFill>
                  <a:srgbClr val="161616"/>
                </a:solidFill>
                <a:latin typeface="DejaVu Sans"/>
                <a:ea typeface="DejaVu Sans"/>
                <a:cs typeface="DejaVu Sans"/>
              </a:defRPr>
            </a:lvl4pPr>
            <a:lvl5pPr algn="l">
              <a:defRPr sz="790" b="1">
                <a:solidFill>
                  <a:srgbClr val="161616"/>
                </a:solidFill>
                <a:latin typeface="DejaVu Sans"/>
                <a:ea typeface="DejaVu Sans"/>
                <a:cs typeface="DejaVu Sans"/>
              </a:defRPr>
            </a:lvl5pPr>
            <a:lvl6pPr algn="l">
              <a:defRPr sz="790" b="1">
                <a:solidFill>
                  <a:srgbClr val="161616"/>
                </a:solidFill>
                <a:latin typeface="DejaVu Sans"/>
                <a:ea typeface="DejaVu Sans"/>
                <a:cs typeface="DejaVu Sans"/>
              </a:defRPr>
            </a:lvl6pPr>
            <a:lvl7pPr algn="l">
              <a:defRPr sz="790" b="1">
                <a:solidFill>
                  <a:srgbClr val="161616"/>
                </a:solidFill>
                <a:latin typeface="DejaVu Sans"/>
                <a:ea typeface="DejaVu Sans"/>
                <a:cs typeface="DejaVu Sans"/>
              </a:defRPr>
            </a:lvl7pPr>
            <a:lvl8pPr algn="l">
              <a:defRPr sz="790" b="1">
                <a:solidFill>
                  <a:srgbClr val="161616"/>
                </a:solidFill>
                <a:latin typeface="DejaVu Sans"/>
                <a:ea typeface="DejaVu Sans"/>
                <a:cs typeface="DejaVu Sans"/>
              </a:defRPr>
            </a:lvl8pPr>
            <a:lvl9pPr algn="l">
              <a:defRPr sz="790" b="1">
                <a:solidFill>
                  <a:srgbClr val="161616"/>
                </a:solidFill>
                <a:latin typeface="DejaVu Sans"/>
                <a:ea typeface="DejaVu Sans"/>
                <a:cs typeface="DejaVu Sans"/>
              </a:defRPr>
            </a:lvl9pPr>
          </a:lstStyle>
          <a:p xmlns:a="http://schemas.openxmlformats.org/drawingml/2006/main">
            <a:pPr algn="l">
              <a:defRPr sz="790" b="1">
                <a:solidFill>
                  <a:srgbClr val="161616"/>
                </a:solidFill>
                <a:latin typeface="DejaVu Sans"/>
                <a:ea typeface="DejaVu Sans"/>
                <a:cs typeface="DejaVu Sans"/>
              </a:defRPr>
            </a:pPr>
            <a:r>
              <a:rPr sz="790" b="1">
                <a:solidFill>
                  <a:srgbClr val="161616"/>
                </a:solidFill>
                <a:latin typeface="DejaVu Sans"/>
                <a:ea typeface="DejaVu Sans"/>
                <a:cs typeface="DejaVu Sans"/>
              </a:rPr>
              <a:t>Plain set</a:t>
            </a:r>
          </a:p>
        </p:txBody>
      </p:sp>
      <mc:AlternateContent xmlns:mc="http://schemas.openxmlformats.org/markup-compatibility/2006" xmlns:a14="http://schemas.microsoft.com/office/drawing/2010/main" xmlns:m="http://schemas.openxmlformats.org/officeDocument/2006/math">
        <mc:Choice Requires="a14">
          <p:sp>
            <p:nvSpPr>
              <p:cNvPr id="42" name="Figure_1_Evidence_Selection-042">
                <a:extLst xmlns:a="http://schemas.openxmlformats.org/drawingml/2006/main">
                  <a:ext uri="{FF2B5EF4-FFF2-40B4-BE49-F238E27FC236}">
                    <a16:creationId xmlns:a16="http://schemas.microsoft.com/office/drawing/2014/main" id="{53833581-8D6B-4C76-99D1-AED458E903C5}"/>
                  </a:ext>
                </a:extLst>
              </p:cNvPr>
              <p:cNvSpPr>
                <a:spLocks xmlns:a="http://schemas.openxmlformats.org/drawingml/2006/main" noGrp="1"/>
              </p:cNvSpPr>
              <p:nvPr/>
            </p:nvSpPr>
            <p:spPr>
              <a:xfrm xmlns:a="http://schemas.openxmlformats.org/drawingml/2006/main">
                <a:off x="4699000" y="1092200"/>
                <a:ext cx="1041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00" b="0">
                    <a:solidFill>
                      <a:srgbClr val="161616"/>
                    </a:solidFill>
                    <a:latin typeface="Latin Modern Math"/>
                    <a:ea typeface="Latin Modern Math"/>
                    <a:cs typeface="Latin Modern Math"/>
                  </a:defRPr>
                </a:defPPr>
                <a:lvl1pPr algn="ctr">
                  <a:defRPr sz="900" b="0">
                    <a:solidFill>
                      <a:srgbClr val="161616"/>
                    </a:solidFill>
                    <a:latin typeface="Latin Modern Math"/>
                    <a:ea typeface="Latin Modern Math"/>
                    <a:cs typeface="Latin Modern Math"/>
                  </a:defRPr>
                </a:lvl1pPr>
                <a:lvl2pPr algn="ctr">
                  <a:defRPr sz="900" b="0">
                    <a:solidFill>
                      <a:srgbClr val="161616"/>
                    </a:solidFill>
                    <a:latin typeface="Latin Modern Math"/>
                    <a:ea typeface="Latin Modern Math"/>
                    <a:cs typeface="Latin Modern Math"/>
                  </a:defRPr>
                </a:lvl2pPr>
                <a:lvl3pPr algn="ctr">
                  <a:defRPr sz="900" b="0">
                    <a:solidFill>
                      <a:srgbClr val="161616"/>
                    </a:solidFill>
                    <a:latin typeface="Latin Modern Math"/>
                    <a:ea typeface="Latin Modern Math"/>
                    <a:cs typeface="Latin Modern Math"/>
                  </a:defRPr>
                </a:lvl3pPr>
                <a:lvl4pPr algn="ctr">
                  <a:defRPr sz="900" b="0">
                    <a:solidFill>
                      <a:srgbClr val="161616"/>
                    </a:solidFill>
                    <a:latin typeface="Latin Modern Math"/>
                    <a:ea typeface="Latin Modern Math"/>
                    <a:cs typeface="Latin Modern Math"/>
                  </a:defRPr>
                </a:lvl4pPr>
                <a:lvl5pPr algn="ctr">
                  <a:defRPr sz="900" b="0">
                    <a:solidFill>
                      <a:srgbClr val="161616"/>
                    </a:solidFill>
                    <a:latin typeface="Latin Modern Math"/>
                    <a:ea typeface="Latin Modern Math"/>
                    <a:cs typeface="Latin Modern Math"/>
                  </a:defRPr>
                </a:lvl5pPr>
                <a:lvl6pPr algn="ctr">
                  <a:defRPr sz="900" b="0">
                    <a:solidFill>
                      <a:srgbClr val="161616"/>
                    </a:solidFill>
                    <a:latin typeface="Latin Modern Math"/>
                    <a:ea typeface="Latin Modern Math"/>
                    <a:cs typeface="Latin Modern Math"/>
                  </a:defRPr>
                </a:lvl6pPr>
                <a:lvl7pPr algn="ctr">
                  <a:defRPr sz="900" b="0">
                    <a:solidFill>
                      <a:srgbClr val="161616"/>
                    </a:solidFill>
                    <a:latin typeface="Latin Modern Math"/>
                    <a:ea typeface="Latin Modern Math"/>
                    <a:cs typeface="Latin Modern Math"/>
                  </a:defRPr>
                </a:lvl7pPr>
                <a:lvl8pPr algn="ctr">
                  <a:defRPr sz="900" b="0">
                    <a:solidFill>
                      <a:srgbClr val="161616"/>
                    </a:solidFill>
                    <a:latin typeface="Latin Modern Math"/>
                    <a:ea typeface="Latin Modern Math"/>
                    <a:cs typeface="Latin Modern Math"/>
                  </a:defRPr>
                </a:lvl8pPr>
                <a:lvl9pPr algn="ctr">
                  <a:defRPr sz="900" b="0">
                    <a:solidFill>
                      <a:srgbClr val="161616"/>
                    </a:solidFill>
                    <a:latin typeface="Latin Modern Math"/>
                    <a:ea typeface="Latin Modern Math"/>
                    <a:cs typeface="Latin Modern Math"/>
                  </a:defRPr>
                </a:lvl9pPr>
              </a:lstStyle>
              <ns0:p xmlns:ns0="http://schemas.openxmlformats.org/drawingml/2006/main">
                <ns0:pPr algn="ctr">
                  <ns0:buNone/>
                </ns0:pPr>
                <a14:m>
                  <m:oMathPara>
                    <m:oMathParaPr>
                      <m:jc m:val="center"/>
                    </m:oMathParaPr>
                    <m:oMath>
                      <m:r>
                        <m:rPr>
                          <m:sty m:val="i"/>
                        </m:rPr>
                        <ns0:rPr lang="en-US" sz="900" b="0" i="0">
                          <ns0:solidFill>
                            <ns0:srgbClr val="161616"/>
                          </ns0:solidFill>
                          <ns0:latin typeface="Latin Modern Math"/>
                        </ns0:rPr>
                        <m:t>B</m:t>
                      </m:r>
                      <m:r>
                        <m:rPr>
                          <m:sty m:val="i"/>
                        </m:rPr>
                        <ns0:rPr lang="en-US" sz="900" b="0" i="0">
                          <ns0:solidFill>
                            <ns0:srgbClr val="161616"/>
                          </ns0:solidFill>
                          <ns0:latin typeface="Latin Modern Math"/>
                        </ns0:rPr>
                        <m:t>=</m:t>
                      </m:r>
                      <m:r>
                        <m:rPr>
                          <m:sty m:val="i"/>
                        </m:rPr>
                        <ns0:rPr lang="en-US" sz="900" b="0" i="0">
                          <ns0:solidFill>
                            <ns0:srgbClr val="161616"/>
                          </ns0:solidFill>
                          <ns0:latin typeface="Latin Modern Math"/>
                        </ns0:rPr>
                        <m:t>3</m:t>
                      </m:r>
                      <m:r>
                        <m:rPr>
                          <m:sty m:val="i"/>
                        </m:rPr>
                        <ns0:rPr lang="en-US" sz="900" b="0" i="0">
                          <ns0:solidFill>
                            <ns0:srgbClr val="161616"/>
                          </ns0:solidFill>
                          <ns0:latin typeface="Latin Modern Math"/>
                        </ns0:rPr>
                        <m:t>c</m:t>
                      </m:r>
                    </m:oMath>
                  </m:oMathPara>
                </a14:m>
                <ns0:endParaRPr lang="en-US" sz="900">
                  <ns0:latin typeface="Latin Modern Math"/>
                </ns0:endParaRPr>
              </ns0:p>
            </p:txBody>
          </p:sp>
        </mc:Choice>
        <mc:Fallback>
          <p:sp>
            <p:nvSpPr>
              <p:cNvPr id="42" name="Figure_1_Evidence_Selection-042" descr="Vector display fallback for the editable Office Math equation: B=3c">
                <a:extLst xmlns:a="http://schemas.openxmlformats.org/drawingml/2006/main">
                  <a:ext uri="{FF2B5EF4-FFF2-40B4-BE49-F238E27FC236}">
                    <a16:creationId xmlns:a16="http://schemas.microsoft.com/office/drawing/2014/main" id="{53833581-8D6B-4C76-99D1-AED458E903C5}"/>
                  </a:ext>
                </a:extLst>
              </p:cNvPr>
              <p:cNvSpPr>
                <a:spLocks xmlns:a="http://schemas.openxmlformats.org/drawingml/2006/main" noGrp="1"/>
              </p:cNvSpPr>
              <p:nvPr/>
            </p:nvSpPr>
            <p:spPr>
              <a:xfrm xmlns:a="http://schemas.openxmlformats.org/drawingml/2006/main">
                <a:off x="4699000" y="1092200"/>
                <a:ext cx="1041400" cy="209550"/>
              </a:xfrm>
              <ns0:custGeom xmlns:ns0="http://schemas.openxmlformats.org/drawingml/2006/main">
                <ns0:avLst/>
                <ns0:gdLst/>
                <ns0:ahLst/>
                <ns0:cxnLst/>
                <ns0:rect l="l" t="t" r="r" b="b"/>
                <ns0:pathLst>
                  <ns0:path w="1041400" h="209550" fill="norm" stroke="0" extrusionOk="0">
                    <ns0:moveTo>
                      <ns0:pt x="389509" y="59708"/>
                    </ns0:moveTo>
                    <ns0:lnTo>
                      <ns0:pt x="418084" y="59708"/>
                    </ns0:lnTo>
                    <ns0:quadBezTo>
                      <ns0:pt x="441855" y="59708"/>
                      <ns0:pt x="441855" y="76853"/>
                    </ns0:quadBezTo>
                    <ns0:quadBezTo>
                      <ns0:pt x="441855" y="84854"/>
                      <ns0:pt x="434550" y="89765"/>
                    </ns0:quadBezTo>
                    <ns0:quadBezTo>
                      <ns0:pt x="430657" y="92391"/>
                      <ns0:pt x="421852" y="94230"/>
                    </ns0:quadBezTo>
                    <ns0:lnTo>
                      <ns0:pt x="421852" y="94337"/>
                    </ns0:lnTo>
                    <ns0:quadBezTo>
                      <ns0:pt x="436265" y="98677"/>
                      <ns0:pt x="436265" y="111482"/>
                    </ns0:quadBezTo>
                    <ns0:quadBezTo>
                      <ns0:pt x="436265" y="122680"/>
                      <ns0:pt x="427746" y="128520"/>
                    </ns0:quadBezTo>
                    <ns0:quadBezTo>
                      <ns0:pt x="419227" y="134342"/>
                      <ns0:pt x="404832" y="134342"/>
                    </ns0:quadBezTo>
                    <ns0:lnTo>
                      <ns0:pt x="373739" y="134342"/>
                    </ns0:lnTo>
                    <ns0:lnTo>
                      <ns0:pt x="373739" y="132521"/>
                    </ns0:lnTo>
                    <ns0:quadBezTo>
                      <ns0:pt x="378418" y="131824"/>
                      <ns0:pt x="380079" y="130235"/>
                    </ns0:quadBezTo>
                    <ns0:quadBezTo>
                      <ns0:pt x="381740" y="128627"/>
                      <ns0:pt x="383222" y="123377"/>
                    </ns0:quadBezTo>
                    <ns0:lnTo>
                      <ns0:pt x="397046" y="73531"/>
                    </ns0:lnTo>
                    <ns0:quadBezTo>
                      <ns0:pt x="398314" y="69084"/>
                      <ns0:pt x="398314" y="66227"/>
                    </ns0:quadBezTo>
                    <ns0:quadBezTo>
                      <ns0:pt x="398314" y="63708"/>
                      <ns0:pt x="396599" y="62851"/>
                    </ns0:quadBezTo>
                    <ns0:quadBezTo>
                      <ns0:pt x="394885" y="61994"/>
                      <ns0:pt x="389509" y="61530"/>
                    </ns0:quadBezTo>
                    <ns0:lnTo>
                      <ns0:pt x="389509" y="59708"/>
                    </ns0:lnTo>
                    <ns0:close/>
                    <ns0:moveTo>
                      <ns0:pt x="402993" y="92855"/>
                    </ns0:moveTo>
                    <ns0:lnTo>
                      <ns0:pt x="407333" y="92855"/>
                    </ns0:lnTo>
                    <ns0:quadBezTo>
                      <ns0:pt x="418548" y="92855"/>
                      <ns0:pt x="424424" y="88408"/>
                    </ns0:quadBezTo>
                    <ns0:quadBezTo>
                      <ns0:pt x="430318" y="83943"/>
                      <ns0:pt x="430318" y="75478"/>
                    </ns0:quadBezTo>
                    <ns0:quadBezTo>
                      <ns0:pt x="430318" y="69084"/>
                      <ns0:pt x="427103" y="66119"/>
                    </ns0:quadBezTo>
                    <ns0:quadBezTo>
                      <ns0:pt x="423906" y="63137"/>
                      <ns0:pt x="416941" y="63137"/>
                    </ns0:quadBezTo>
                    <ns0:quadBezTo>
                      <ns0:pt x="414316" y="63137"/>
                      <ns0:pt x="413333" y="63315"/>
                    </ns0:quadBezTo>
                    <ns0:quadBezTo>
                      <ns0:pt x="412369" y="63476"/>
                      <ns0:pt x="411565" y="64333"/>
                    </ns0:quadBezTo>
                    <ns0:quadBezTo>
                      <ns0:pt x="410762" y="65191"/>
                      <ns0:pt x="410190" y="67245"/>
                    </ns0:quadBezTo>
                    <ns0:lnTo>
                      <ns0:pt x="402993" y="92855"/>
                    </ns0:lnTo>
                    <ns0:close/>
                    <ns0:moveTo>
                      <ns0:pt x="401850" y="96516"/>
                    </ns0:moveTo>
                    <ns0:lnTo>
                      <ns0:pt x="398189" y="110107"/>
                    </ns0:lnTo>
                    <ns0:quadBezTo>
                      <ns0:pt x="394188" y="125305"/>
                      <ns0:pt x="394188" y="126109"/>
                    </ns0:quadBezTo>
                    <ns0:quadBezTo>
                      <ns0:pt x="394188" y="130913"/>
                      <ns0:pt x="401850" y="130913"/>
                    </ns0:quadBezTo>
                    <ns0:quadBezTo>
                      <ns0:pt x="411905" y="130913"/>
                      <ns0:pt x="417905" y="125895"/>
                    </ns0:quadBezTo>
                    <ns0:quadBezTo>
                      <ns0:pt x="423906" y="120858"/>
                      <ns0:pt x="423906" y="111482"/>
                    </ns0:quadBezTo>
                    <ns0:quadBezTo>
                      <ns0:pt x="423906" y="106339"/>
                      <ns0:pt x="421727" y="102678"/>
                    </ns0:quadBezTo>
                    <ns0:quadBezTo>
                      <ns0:pt x="419566" y="99016"/>
                      <ns0:pt x="416262" y="97873"/>
                    </ns0:quadBezTo>
                    <ns0:quadBezTo>
                      <ns0:pt x="412369" y="96516"/>
                      <ns0:pt x="401850" y="96516"/>
                    </ns0:quadBezTo>
                    <ns0:close/>
                    <ns0:moveTo>
                      <ns0:pt x="533805" y="97766"/>
                    </ns0:moveTo>
                    <ns0:lnTo>
                      <ns0:pt x="466475" y="97766"/>
                    </ns0:lnTo>
                    <ns0:lnTo>
                      <ns0:pt x="466475" y="90230"/>
                    </ns0:lnTo>
                    <ns0:lnTo>
                      <ns0:pt x="533805" y="90230"/>
                    </ns0:lnTo>
                    <ns0:lnTo>
                      <ns0:pt x="533805" y="97766"/>
                    </ns0:lnTo>
                    <ns0:close/>
                    <ns0:moveTo>
                      <ns0:pt x="533805" y="120626"/>
                    </ns0:moveTo>
                    <ns0:lnTo>
                      <ns0:pt x="466475" y="120626"/>
                    </ns0:lnTo>
                    <ns0:lnTo>
                      <ns0:pt x="466475" y="113090"/>
                    </ns0:lnTo>
                    <ns0:lnTo>
                      <ns0:pt x="533805" y="113090"/>
                    </ns0:lnTo>
                    <ns0:lnTo>
                      <ns0:pt x="533805" y="120626"/>
                    </ns0:lnTo>
                    <ns0:close/>
                    <ns0:moveTo>
                      <ns0:pt x="562758" y="76049"/>
                    </ns0:moveTo>
                    <ns0:lnTo>
                      <ns0:pt x="560936" y="75585"/>
                    </ns0:lnTo>
                    <ns0:quadBezTo>
                      <ns0:pt x="563561" y="67012"/>
                      <ns0:pt x="569151" y="62047"/>
                    </ns0:quadBezTo>
                    <ns0:quadBezTo>
                      <ns0:pt x="574759" y="57083"/>
                      <ns0:pt x="583332" y="57083"/>
                    </ns0:quadBezTo>
                    <ns0:quadBezTo>
                      <ns0:pt x="591333" y="57083"/>
                      <ns0:pt x="596244" y="61422"/>
                    </ns0:quadBezTo>
                    <ns0:quadBezTo>
                      <ns0:pt x="601173" y="65762"/>
                      <ns0:pt x="601173" y="72727"/>
                    </ns0:quadBezTo>
                    <ns0:quadBezTo>
                      <ns0:pt x="601173" y="82104"/>
                      <ns0:pt x="590547" y="88515"/>
                    </ns0:quadBezTo>
                    <ns0:quadBezTo>
                      <ns0:pt x="596833" y="91248"/>
                      <ns0:pt x="600030" y="94569"/>
                    </ns0:quadBezTo>
                    <ns0:quadBezTo>
                      <ns0:pt x="605049" y="100159"/>
                      <ns0:pt x="605049" y="109303"/>
                    </ns0:quadBezTo>
                    <ns0:quadBezTo>
                      <ns0:pt x="605049" y="118447"/>
                      <ns0:pt x="599798" y="125305"/>
                    </ns0:quadBezTo>
                    <ns0:quadBezTo>
                      <ns0:pt x="595905" y="130574"/>
                      <ns0:pt x="588654" y="133271"/>
                    </ns0:quadBezTo>
                    <ns0:quadBezTo>
                      <ns0:pt x="581403" y="135950"/>
                      <ns0:pt x="573277" y="135950"/>
                    </ns0:quadBezTo>
                    <ns0:quadBezTo>
                      <ns0:pt x="560472" y="135950"/>
                      <ns0:pt x="560472" y="129431"/>
                    </ns0:quadBezTo>
                    <ns0:quadBezTo>
                      <ns0:pt x="560472" y="127591"/>
                      <ns0:pt x="561847" y="126448"/>
                    </ns0:quadBezTo>
                    <ns0:quadBezTo>
                      <ns0:pt x="563222" y="125305"/>
                      <ns0:pt x="565169" y="125305"/>
                    </ns0:quadBezTo>
                    <ns0:quadBezTo>
                      <ns0:pt x="568026" y="125305"/>
                      <ns0:pt x="572134" y="128288"/>
                    </ns0:quadBezTo>
                    <ns0:quadBezTo>
                      <ns0:pt x="577170" y="131824"/>
                      <ns0:pt x="581974" y="131824"/>
                    </ns0:quadBezTo>
                    <ns0:quadBezTo>
                      <ns0:pt x="588261" y="131824"/>
                      <ns0:pt x="592547" y="126752"/>
                    </ns0:quadBezTo>
                    <ns0:quadBezTo>
                      <ns0:pt x="596833" y="121662"/>
                      <ns0:pt x="596833" y="114340"/>
                    </ns0:quadBezTo>
                    <ns0:quadBezTo>
                      <ns0:pt x="596833" y="101195"/>
                      <ns0:pt x="584939" y="97766"/>
                    </ns0:quadBezTo>
                    <ns0:quadBezTo>
                      <ns0:pt x="581403" y="96623"/>
                      <ns0:pt x="573277" y="96623"/>
                    </ns0:quadBezTo>
                    <ns0:lnTo>
                      <ns0:pt x="573277" y="95016"/>
                    </ns0:lnTo>
                    <ns0:quadBezTo>
                      <ns0:pt x="579688" y="92855"/>
                      <ns0:pt x="582885" y="90908"/>
                    </ns0:quadBezTo>
                    <ns0:quadBezTo>
                      <ns0:pt x="592136" y="85658"/>
                      <ns0:pt x="592136" y="75585"/>
                    </ns0:quadBezTo>
                    <ns0:quadBezTo>
                      <ns0:pt x="592136" y="69870"/>
                      <ns0:pt x="588868" y="66905"/>
                    </ns0:quadBezTo>
                    <ns0:quadBezTo>
                      <ns0:pt x="585618" y="63941"/>
                      <ns0:pt x="579795" y="63941"/>
                    </ns0:quadBezTo>
                    <ns0:quadBezTo>
                      <ns0:pt x="569508" y="63941"/>
                      <ns0:pt x="562758" y="76049"/>
                    </ns0:quadBezTo>
                    <ns0:close/>
                    <ns0:moveTo>
                      <ns0:pt x="652947" y="122109"/>
                    </ns0:moveTo>
                    <ns0:lnTo>
                      <ns0:pt x="654769" y="123252"/>
                    </ns0:lnTo>
                    <ns0:quadBezTo>
                      <ns0:pt x="649518" y="129877"/>
                      <ns0:pt x="644536" y="132735"/>
                    </ns0:quadBezTo>
                    <ns0:quadBezTo>
                      <ns0:pt x="639571" y="135592"/>
                      <ns0:pt x="633177" y="135592"/>
                    </ns0:quadBezTo>
                    <ns0:quadBezTo>
                      <ns0:pt x="625051" y="135592"/>
                      <ns0:pt x="620711" y="131145"/>
                    </ns0:quadBezTo>
                    <ns0:quadBezTo>
                      <ns0:pt x="616371" y="126681"/>
                      <ns0:pt x="616371" y="118001"/>
                    </ns0:quadBezTo>
                    <ns0:quadBezTo>
                      <ns0:pt x="616371" y="110339"/>
                      <ns0:pt x="620247" y="103195"/>
                    </ns0:quadBezTo>
                    <ns0:quadBezTo>
                      <ns0:pt x="624140" y="96052"/>
                      <ns0:pt x="630427" y="90908"/>
                    </ns0:quadBezTo>
                    <ns0:quadBezTo>
                      <ns0:pt x="639231" y="83943"/>
                      <ns0:pt x="649518" y="83943"/>
                    </ns0:quadBezTo>
                    <ns0:quadBezTo>
                      <ns0:pt x="654769" y="83943"/>
                      <ns0:pt x="658145" y="86568"/>
                    </ns0:quadBezTo>
                    <ns0:quadBezTo>
                      <ns0:pt x="661520" y="89194"/>
                      <ns0:pt x="661520" y="93194"/>
                    </ns0:quadBezTo>
                    <ns0:quadBezTo>
                      <ns0:pt x="661520" y="95480"/>
                      <ns0:pt x="659913" y="97088"/>
                    </ns0:quadBezTo>
                    <ns0:quadBezTo>
                      <ns0:pt x="658323" y="98677"/>
                      <ns0:pt x="656037" y="98677"/>
                    </ns0:quadBezTo>
                    <ns0:quadBezTo>
                      <ns0:pt x="653751" y="98677"/>
                      <ns0:pt x="652662" y="97373"/>
                    </ns0:quadBezTo>
                    <ns0:quadBezTo>
                      <ns0:pt x="651572" y="96052"/>
                      <ns0:pt x="651572" y="94105"/>
                    </ns0:quadBezTo>
                    <ns0:quadBezTo>
                      <ns0:pt x="651572" y="93087"/>
                      <ns0:pt x="652430" y="91426"/>
                    </ns0:quadBezTo>
                    <ns0:quadBezTo>
                      <ns0:pt x="653287" y="89765"/>
                      <ns0:pt x="653287" y="88622"/>
                    </ns0:quadBezTo>
                    <ns0:quadBezTo>
                      <ns0:pt x="653287" y="86336"/>
                      <ns0:pt x="649054" y="86336"/>
                    </ns0:quadBezTo>
                    <ns0:quadBezTo>
                      <ns0:pt x="641857" y="86336"/>
                      <ns0:pt x="636606" y="91819"/>
                    </ns0:quadBezTo>
                    <ns0:quadBezTo>
                      <ns0:pt x="626194" y="102803"/>
                      <ns0:pt x="626194" y="118447"/>
                    </ns0:quadBezTo>
                    <ns0:quadBezTo>
                      <ns0:pt x="626194" y="124627"/>
                      <ns0:pt x="628819" y="128056"/>
                    </ns0:quadBezTo>
                    <ns0:quadBezTo>
                      <ns0:pt x="631463" y="131485"/>
                      <ns0:pt x="636374" y="131485"/>
                    </ns0:quadBezTo>
                    <ns0:quadBezTo>
                      <ns0:pt x="640839" y="131485"/>
                      <ns0:pt x="644482" y="129324"/>
                    </ns0:quadBezTo>
                    <ns0:quadBezTo>
                      <ns0:pt x="648143" y="127145"/>
                      <ns0:pt x="652947" y="122109"/>
                    </ns0:quadBezTo>
                    <ns0:close/>
                  </ns0:path>
                </ns0:pathLst>
              </ns0:custGeom>
              <ns0:solidFill xmlns:ns0="http://schemas.openxmlformats.org/drawingml/2006/main">
                <ns0:srgbClr val="161616"/>
              </ns0:solidFill>
              <ns0:ln xmlns:ns0="http://schemas.openxmlformats.org/drawingml/2006/main" w="0">
                <ns0:noFill/>
              </ns0:ln>
            </p:spPr>
          </p:sp>
        </mc:Fallback>
      </mc:AlternateContent>
      <p:sp>
        <p:nvSpPr>
          <p:cNvPr id="43" name="Figure_1_Evidence_Selection-043">
            <a:extLst xmlns:a="http://schemas.openxmlformats.org/drawingml/2006/main">
              <a:ext uri="{FF2B5EF4-FFF2-40B4-BE49-F238E27FC236}">
                <a16:creationId xmlns:a16="http://schemas.microsoft.com/office/drawing/2014/main" id="{1D6CCBAB-022E-461B-B723-1542289361D9}"/>
              </a:ext>
            </a:extLst>
          </p:cNvPr>
          <p:cNvSpPr>
            <a:spLocks xmlns:a="http://schemas.openxmlformats.org/drawingml/2006/main" noGrp="1"/>
          </p:cNvSpPr>
          <p:nvPr/>
        </p:nvSpPr>
        <p:spPr>
          <a:xfrm xmlns:a="http://schemas.openxmlformats.org/drawingml/2006/main">
            <a:off x="2387600" y="1422400"/>
            <a:ext cx="330200" cy="25400"/>
          </a:xfrm>
          <a:custGeom xmlns:a="http://schemas.openxmlformats.org/drawingml/2006/main">
            <a:pathLst>
              <a:path w="330200" h="25400">
                <a:moveTo>
                  <a:pt x="0" y="25400"/>
                </a:moveTo>
                <a:lnTo>
                  <a:pt x="25400" y="0"/>
                </a:lnTo>
                <a:lnTo>
                  <a:pt x="330200" y="0"/>
                </a:lnTo>
                <a:lnTo>
                  <a:pt x="304800" y="254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44" name="Figure_1_Evidence_Selection-044">
            <a:extLst xmlns:a="http://schemas.openxmlformats.org/drawingml/2006/main">
              <a:ext uri="{FF2B5EF4-FFF2-40B4-BE49-F238E27FC236}">
                <a16:creationId xmlns:a16="http://schemas.microsoft.com/office/drawing/2014/main" id="{FE927B86-9AD8-4091-A826-2953ABC3DF2F}"/>
              </a:ext>
            </a:extLst>
          </p:cNvPr>
          <p:cNvSpPr>
            <a:spLocks xmlns:a="http://schemas.openxmlformats.org/drawingml/2006/main" noGrp="1"/>
          </p:cNvSpPr>
          <p:nvPr/>
        </p:nvSpPr>
        <p:spPr>
          <a:xfrm xmlns:a="http://schemas.openxmlformats.org/drawingml/2006/main">
            <a:off x="2692400" y="1422400"/>
            <a:ext cx="25400" cy="279400"/>
          </a:xfrm>
          <a:custGeom xmlns:a="http://schemas.openxmlformats.org/drawingml/2006/main">
            <a:pathLst>
              <a:path w="25400" h="279400">
                <a:moveTo>
                  <a:pt x="0" y="25400"/>
                </a:moveTo>
                <a:lnTo>
                  <a:pt x="25400" y="0"/>
                </a:lnTo>
                <a:lnTo>
                  <a:pt x="25400" y="254000"/>
                </a:lnTo>
                <a:lnTo>
                  <a:pt x="0" y="2794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45" name="Figure_1_Evidence_Selection-045">
            <a:extLst xmlns:a="http://schemas.openxmlformats.org/drawingml/2006/main">
              <a:ext uri="{FF2B5EF4-FFF2-40B4-BE49-F238E27FC236}">
                <a16:creationId xmlns:a16="http://schemas.microsoft.com/office/drawing/2014/main" id="{E112DCF9-AB47-4BDD-B7BF-2F0CFFB56960}"/>
              </a:ext>
            </a:extLst>
          </p:cNvPr>
          <p:cNvSpPr>
            <a:spLocks xmlns:a="http://schemas.openxmlformats.org/drawingml/2006/main" noGrp="1"/>
          </p:cNvSpPr>
          <p:nvPr/>
        </p:nvSpPr>
        <p:spPr>
          <a:xfrm xmlns:a="http://schemas.openxmlformats.org/drawingml/2006/main">
            <a:off x="2387600" y="1447800"/>
            <a:ext cx="304800" cy="254000"/>
          </a:xfrm>
          <a:prstGeom xmlns:a="http://schemas.openxmlformats.org/drawingml/2006/main" prst="rect">
            <a:avLst/>
          </a:prstGeom>
          <a:solidFill xmlns:a="http://schemas.openxmlformats.org/drawingml/2006/main">
            <a:srgbClr val="DAE2F5"/>
          </a:solidFill>
          <a:ln xmlns:a="http://schemas.openxmlformats.org/drawingml/2006/main" w="10160">
            <a:solidFill>
              <a:srgbClr val="161616"/>
            </a:solidFill>
            <a:prstDash val="solid"/>
          </a:ln>
        </p:spPr>
      </p:sp>
      <p:sp>
        <p:nvSpPr>
          <p:cNvPr id="46" name="Figure_1_Evidence_Selection-046">
            <a:extLst xmlns:a="http://schemas.openxmlformats.org/drawingml/2006/main">
              <a:ext uri="{FF2B5EF4-FFF2-40B4-BE49-F238E27FC236}">
                <a16:creationId xmlns:a16="http://schemas.microsoft.com/office/drawing/2014/main" id="{EBD5F18A-53DB-465F-ADCB-DABFA46107BF}"/>
              </a:ext>
            </a:extLst>
          </p:cNvPr>
          <p:cNvSpPr>
            <a:spLocks xmlns:a="http://schemas.openxmlformats.org/drawingml/2006/main" noGrp="1"/>
          </p:cNvSpPr>
          <p:nvPr/>
        </p:nvSpPr>
        <p:spPr>
          <a:xfrm xmlns:a="http://schemas.openxmlformats.org/drawingml/2006/main">
            <a:off x="2387600" y="1515110"/>
            <a:ext cx="3048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S1</a:t>
            </a:r>
          </a:p>
        </p:txBody>
      </p:sp>
      <p:sp>
        <p:nvSpPr>
          <p:cNvPr id="47" name="Figure_1_Evidence_Selection-047">
            <a:extLst xmlns:a="http://schemas.openxmlformats.org/drawingml/2006/main">
              <a:ext uri="{FF2B5EF4-FFF2-40B4-BE49-F238E27FC236}">
                <a16:creationId xmlns:a16="http://schemas.microsoft.com/office/drawing/2014/main" id="{F5E8A821-9E11-438C-8778-0992B969F695}"/>
              </a:ext>
            </a:extLst>
          </p:cNvPr>
          <p:cNvSpPr>
            <a:spLocks xmlns:a="http://schemas.openxmlformats.org/drawingml/2006/main" noGrp="1"/>
          </p:cNvSpPr>
          <p:nvPr/>
        </p:nvSpPr>
        <p:spPr>
          <a:xfrm xmlns:a="http://schemas.openxmlformats.org/drawingml/2006/main">
            <a:off x="2730500" y="1422400"/>
            <a:ext cx="330200" cy="25400"/>
          </a:xfrm>
          <a:custGeom xmlns:a="http://schemas.openxmlformats.org/drawingml/2006/main">
            <a:pathLst>
              <a:path w="330200" h="25400">
                <a:moveTo>
                  <a:pt x="0" y="25400"/>
                </a:moveTo>
                <a:lnTo>
                  <a:pt x="25400" y="0"/>
                </a:lnTo>
                <a:lnTo>
                  <a:pt x="330200" y="0"/>
                </a:lnTo>
                <a:lnTo>
                  <a:pt x="304800" y="254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48" name="Figure_1_Evidence_Selection-048">
            <a:extLst xmlns:a="http://schemas.openxmlformats.org/drawingml/2006/main">
              <a:ext uri="{FF2B5EF4-FFF2-40B4-BE49-F238E27FC236}">
                <a16:creationId xmlns:a16="http://schemas.microsoft.com/office/drawing/2014/main" id="{F5BCE28E-17E1-4FE8-85CD-1A6D4B79CFC3}"/>
              </a:ext>
            </a:extLst>
          </p:cNvPr>
          <p:cNvSpPr>
            <a:spLocks xmlns:a="http://schemas.openxmlformats.org/drawingml/2006/main" noGrp="1"/>
          </p:cNvSpPr>
          <p:nvPr/>
        </p:nvSpPr>
        <p:spPr>
          <a:xfrm xmlns:a="http://schemas.openxmlformats.org/drawingml/2006/main">
            <a:off x="3035300" y="1422400"/>
            <a:ext cx="25400" cy="279400"/>
          </a:xfrm>
          <a:custGeom xmlns:a="http://schemas.openxmlformats.org/drawingml/2006/main">
            <a:pathLst>
              <a:path w="25400" h="279400">
                <a:moveTo>
                  <a:pt x="0" y="25400"/>
                </a:moveTo>
                <a:lnTo>
                  <a:pt x="25400" y="0"/>
                </a:lnTo>
                <a:lnTo>
                  <a:pt x="25400" y="254000"/>
                </a:lnTo>
                <a:lnTo>
                  <a:pt x="0" y="2794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49" name="Figure_1_Evidence_Selection-049">
            <a:extLst xmlns:a="http://schemas.openxmlformats.org/drawingml/2006/main">
              <a:ext uri="{FF2B5EF4-FFF2-40B4-BE49-F238E27FC236}">
                <a16:creationId xmlns:a16="http://schemas.microsoft.com/office/drawing/2014/main" id="{318138B4-51C7-4C73-B48E-3B7D84ED9BCE}"/>
              </a:ext>
            </a:extLst>
          </p:cNvPr>
          <p:cNvSpPr>
            <a:spLocks xmlns:a="http://schemas.openxmlformats.org/drawingml/2006/main" noGrp="1"/>
          </p:cNvSpPr>
          <p:nvPr/>
        </p:nvSpPr>
        <p:spPr>
          <a:xfrm xmlns:a="http://schemas.openxmlformats.org/drawingml/2006/main">
            <a:off x="2730500" y="1447800"/>
            <a:ext cx="304800" cy="254000"/>
          </a:xfrm>
          <a:prstGeom xmlns:a="http://schemas.openxmlformats.org/drawingml/2006/main" prst="rect">
            <a:avLst/>
          </a:prstGeom>
          <a:solidFill xmlns:a="http://schemas.openxmlformats.org/drawingml/2006/main">
            <a:srgbClr val="E1EFD9"/>
          </a:solidFill>
          <a:ln xmlns:a="http://schemas.openxmlformats.org/drawingml/2006/main" w="10160">
            <a:solidFill>
              <a:srgbClr val="161616"/>
            </a:solidFill>
            <a:prstDash val="solid"/>
          </a:ln>
        </p:spPr>
      </p:sp>
      <p:sp>
        <p:nvSpPr>
          <p:cNvPr id="50" name="Figure_1_Evidence_Selection-050">
            <a:extLst xmlns:a="http://schemas.openxmlformats.org/drawingml/2006/main">
              <a:ext uri="{FF2B5EF4-FFF2-40B4-BE49-F238E27FC236}">
                <a16:creationId xmlns:a16="http://schemas.microsoft.com/office/drawing/2014/main" id="{59E40682-C583-4715-9CCB-3EA1EC362F09}"/>
              </a:ext>
            </a:extLst>
          </p:cNvPr>
          <p:cNvSpPr>
            <a:spLocks xmlns:a="http://schemas.openxmlformats.org/drawingml/2006/main" noGrp="1"/>
          </p:cNvSpPr>
          <p:nvPr/>
        </p:nvSpPr>
        <p:spPr>
          <a:xfrm xmlns:a="http://schemas.openxmlformats.org/drawingml/2006/main">
            <a:off x="2730500" y="1515110"/>
            <a:ext cx="3048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S2</a:t>
            </a:r>
          </a:p>
        </p:txBody>
      </p:sp>
      <p:sp>
        <p:nvSpPr>
          <p:cNvPr id="51" name="Figure_1_Evidence_Selection-051">
            <a:extLst xmlns:a="http://schemas.openxmlformats.org/drawingml/2006/main">
              <a:ext uri="{FF2B5EF4-FFF2-40B4-BE49-F238E27FC236}">
                <a16:creationId xmlns:a16="http://schemas.microsoft.com/office/drawing/2014/main" id="{BC678725-D168-40D1-953E-75491ADC77F2}"/>
              </a:ext>
            </a:extLst>
          </p:cNvPr>
          <p:cNvSpPr>
            <a:spLocks xmlns:a="http://schemas.openxmlformats.org/drawingml/2006/main" noGrp="1"/>
          </p:cNvSpPr>
          <p:nvPr/>
        </p:nvSpPr>
        <p:spPr>
          <a:xfrm xmlns:a="http://schemas.openxmlformats.org/drawingml/2006/main">
            <a:off x="3073400" y="1422400"/>
            <a:ext cx="330200" cy="25400"/>
          </a:xfrm>
          <a:custGeom xmlns:a="http://schemas.openxmlformats.org/drawingml/2006/main">
            <a:pathLst>
              <a:path w="330200" h="25400">
                <a:moveTo>
                  <a:pt x="0" y="25400"/>
                </a:moveTo>
                <a:lnTo>
                  <a:pt x="25400" y="0"/>
                </a:lnTo>
                <a:lnTo>
                  <a:pt x="330200" y="0"/>
                </a:lnTo>
                <a:lnTo>
                  <a:pt x="304800" y="254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52" name="Figure_1_Evidence_Selection-052">
            <a:extLst xmlns:a="http://schemas.openxmlformats.org/drawingml/2006/main">
              <a:ext uri="{FF2B5EF4-FFF2-40B4-BE49-F238E27FC236}">
                <a16:creationId xmlns:a16="http://schemas.microsoft.com/office/drawing/2014/main" id="{4ECCD5D2-0AA0-4D3C-AD35-F352181855D5}"/>
              </a:ext>
            </a:extLst>
          </p:cNvPr>
          <p:cNvSpPr>
            <a:spLocks xmlns:a="http://schemas.openxmlformats.org/drawingml/2006/main" noGrp="1"/>
          </p:cNvSpPr>
          <p:nvPr/>
        </p:nvSpPr>
        <p:spPr>
          <a:xfrm xmlns:a="http://schemas.openxmlformats.org/drawingml/2006/main">
            <a:off x="3378200" y="1422400"/>
            <a:ext cx="25400" cy="279400"/>
          </a:xfrm>
          <a:custGeom xmlns:a="http://schemas.openxmlformats.org/drawingml/2006/main">
            <a:pathLst>
              <a:path w="25400" h="279400">
                <a:moveTo>
                  <a:pt x="0" y="25400"/>
                </a:moveTo>
                <a:lnTo>
                  <a:pt x="25400" y="0"/>
                </a:lnTo>
                <a:lnTo>
                  <a:pt x="25400" y="254000"/>
                </a:lnTo>
                <a:lnTo>
                  <a:pt x="0" y="2794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53" name="Figure_1_Evidence_Selection-053">
            <a:extLst xmlns:a="http://schemas.openxmlformats.org/drawingml/2006/main">
              <a:ext uri="{FF2B5EF4-FFF2-40B4-BE49-F238E27FC236}">
                <a16:creationId xmlns:a16="http://schemas.microsoft.com/office/drawing/2014/main" id="{94C914EE-5C35-4897-8C47-C4655B49CFBC}"/>
              </a:ext>
            </a:extLst>
          </p:cNvPr>
          <p:cNvSpPr>
            <a:spLocks xmlns:a="http://schemas.openxmlformats.org/drawingml/2006/main" noGrp="1"/>
          </p:cNvSpPr>
          <p:nvPr/>
        </p:nvSpPr>
        <p:spPr>
          <a:xfrm xmlns:a="http://schemas.openxmlformats.org/drawingml/2006/main">
            <a:off x="3073400" y="1447800"/>
            <a:ext cx="304800" cy="254000"/>
          </a:xfrm>
          <a:prstGeom xmlns:a="http://schemas.openxmlformats.org/drawingml/2006/main" prst="rect">
            <a:avLst/>
          </a:prstGeom>
          <a:solidFill xmlns:a="http://schemas.openxmlformats.org/drawingml/2006/main">
            <a:srgbClr val="E7E6E6"/>
          </a:solidFill>
          <a:ln xmlns:a="http://schemas.openxmlformats.org/drawingml/2006/main" w="10160">
            <a:solidFill>
              <a:srgbClr val="161616"/>
            </a:solidFill>
            <a:prstDash val="solid"/>
          </a:ln>
        </p:spPr>
      </p:sp>
      <p:sp>
        <p:nvSpPr>
          <p:cNvPr id="54" name="Figure_1_Evidence_Selection-054">
            <a:extLst xmlns:a="http://schemas.openxmlformats.org/drawingml/2006/main">
              <a:ext uri="{FF2B5EF4-FFF2-40B4-BE49-F238E27FC236}">
                <a16:creationId xmlns:a16="http://schemas.microsoft.com/office/drawing/2014/main" id="{C6FD4839-7F93-49F8-BC59-CB00FBB42610}"/>
              </a:ext>
            </a:extLst>
          </p:cNvPr>
          <p:cNvSpPr>
            <a:spLocks xmlns:a="http://schemas.openxmlformats.org/drawingml/2006/main" noGrp="1"/>
          </p:cNvSpPr>
          <p:nvPr/>
        </p:nvSpPr>
        <p:spPr>
          <a:xfrm xmlns:a="http://schemas.openxmlformats.org/drawingml/2006/main">
            <a:off x="3073400" y="1515110"/>
            <a:ext cx="3048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S4</a:t>
            </a:r>
          </a:p>
        </p:txBody>
      </p:sp>
      <p:sp>
        <p:nvSpPr>
          <p:cNvPr id="55" name="Figure_1_Evidence_Selection-055">
            <a:extLst xmlns:a="http://schemas.openxmlformats.org/drawingml/2006/main">
              <a:ext uri="{FF2B5EF4-FFF2-40B4-BE49-F238E27FC236}">
                <a16:creationId xmlns:a16="http://schemas.microsoft.com/office/drawing/2014/main" id="{DBDFC346-C97F-4377-B019-25E12733ED0B}"/>
              </a:ext>
            </a:extLst>
          </p:cNvPr>
          <p:cNvSpPr>
            <a:spLocks xmlns:a="http://schemas.openxmlformats.org/drawingml/2006/main" noGrp="1"/>
          </p:cNvSpPr>
          <p:nvPr/>
        </p:nvSpPr>
        <p:spPr>
          <a:xfrm xmlns:a="http://schemas.openxmlformats.org/drawingml/2006/main">
            <a:off x="3429000" y="1574800"/>
            <a:ext cx="203200" cy="127"/>
          </a:xfrm>
          <a:custGeom xmlns:a="http://schemas.openxmlformats.org/drawingml/2006/main">
            <a:pathLst>
              <a:path w="203200" h="127">
                <a:moveTo>
                  <a:pt x="0" y="0"/>
                </a:moveTo>
                <a:lnTo>
                  <a:pt x="203200" y="0"/>
                </a:lnTo>
              </a:path>
            </a:pathLst>
          </a:custGeom>
          <a:noFill xmlns:a="http://schemas.openxmlformats.org/drawingml/2006/main"/>
          <a:ln xmlns:a="http://schemas.openxmlformats.org/drawingml/2006/main" w="22860">
            <a:solidFill>
              <a:srgbClr val="161616"/>
            </a:solidFill>
            <a:prstDash val="solid"/>
          </a:ln>
        </p:spPr>
      </p:sp>
      <p:sp>
        <p:nvSpPr>
          <p:cNvPr id="56" name="Figure_1_Evidence_Selection-056">
            <a:extLst xmlns:a="http://schemas.openxmlformats.org/drawingml/2006/main">
              <a:ext uri="{FF2B5EF4-FFF2-40B4-BE49-F238E27FC236}">
                <a16:creationId xmlns:a16="http://schemas.microsoft.com/office/drawing/2014/main" id="{B4B866F0-1607-4BC6-A28C-8EBE5DBE91E4}"/>
              </a:ext>
            </a:extLst>
          </p:cNvPr>
          <p:cNvSpPr>
            <a:spLocks xmlns:a="http://schemas.openxmlformats.org/drawingml/2006/main" noGrp="1"/>
          </p:cNvSpPr>
          <p:nvPr/>
        </p:nvSpPr>
        <p:spPr>
          <a:xfrm xmlns:a="http://schemas.openxmlformats.org/drawingml/2006/main">
            <a:off x="3581400" y="15524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57" name="Figure_1_Evidence_Selection-057">
            <a:extLst xmlns:a="http://schemas.openxmlformats.org/drawingml/2006/main">
              <a:ext uri="{FF2B5EF4-FFF2-40B4-BE49-F238E27FC236}">
                <a16:creationId xmlns:a16="http://schemas.microsoft.com/office/drawing/2014/main" id="{A7A409E5-2451-4D38-A570-9A82DDF43294}"/>
              </a:ext>
            </a:extLst>
          </p:cNvPr>
          <p:cNvSpPr>
            <a:spLocks xmlns:a="http://schemas.openxmlformats.org/drawingml/2006/main" noGrp="1"/>
          </p:cNvSpPr>
          <p:nvPr/>
        </p:nvSpPr>
        <p:spPr>
          <a:xfrm xmlns:a="http://schemas.openxmlformats.org/drawingml/2006/main">
            <a:off x="3721100" y="1435100"/>
            <a:ext cx="1993900" cy="1488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30" b="0">
                <a:solidFill>
                  <a:srgbClr val="161616"/>
                </a:solidFill>
                <a:latin typeface="DejaVu Sans"/>
                <a:ea typeface="DejaVu Sans"/>
                <a:cs typeface="DejaVu Sans"/>
              </a:defRPr>
            </a:defPPr>
            <a:lvl1pPr algn="l">
              <a:defRPr sz="730" b="0">
                <a:solidFill>
                  <a:srgbClr val="161616"/>
                </a:solidFill>
                <a:latin typeface="DejaVu Sans"/>
                <a:ea typeface="DejaVu Sans"/>
                <a:cs typeface="DejaVu Sans"/>
              </a:defRPr>
            </a:lvl1pPr>
            <a:lvl2pPr algn="l">
              <a:defRPr sz="730" b="0">
                <a:solidFill>
                  <a:srgbClr val="161616"/>
                </a:solidFill>
                <a:latin typeface="DejaVu Sans"/>
                <a:ea typeface="DejaVu Sans"/>
                <a:cs typeface="DejaVu Sans"/>
              </a:defRPr>
            </a:lvl2pPr>
            <a:lvl3pPr algn="l">
              <a:defRPr sz="730" b="0">
                <a:solidFill>
                  <a:srgbClr val="161616"/>
                </a:solidFill>
                <a:latin typeface="DejaVu Sans"/>
                <a:ea typeface="DejaVu Sans"/>
                <a:cs typeface="DejaVu Sans"/>
              </a:defRPr>
            </a:lvl3pPr>
            <a:lvl4pPr algn="l">
              <a:defRPr sz="730" b="0">
                <a:solidFill>
                  <a:srgbClr val="161616"/>
                </a:solidFill>
                <a:latin typeface="DejaVu Sans"/>
                <a:ea typeface="DejaVu Sans"/>
                <a:cs typeface="DejaVu Sans"/>
              </a:defRPr>
            </a:lvl4pPr>
            <a:lvl5pPr algn="l">
              <a:defRPr sz="730" b="0">
                <a:solidFill>
                  <a:srgbClr val="161616"/>
                </a:solidFill>
                <a:latin typeface="DejaVu Sans"/>
                <a:ea typeface="DejaVu Sans"/>
                <a:cs typeface="DejaVu Sans"/>
              </a:defRPr>
            </a:lvl5pPr>
            <a:lvl6pPr algn="l">
              <a:defRPr sz="730" b="0">
                <a:solidFill>
                  <a:srgbClr val="161616"/>
                </a:solidFill>
                <a:latin typeface="DejaVu Sans"/>
                <a:ea typeface="DejaVu Sans"/>
                <a:cs typeface="DejaVu Sans"/>
              </a:defRPr>
            </a:lvl6pPr>
            <a:lvl7pPr algn="l">
              <a:defRPr sz="730" b="0">
                <a:solidFill>
                  <a:srgbClr val="161616"/>
                </a:solidFill>
                <a:latin typeface="DejaVu Sans"/>
                <a:ea typeface="DejaVu Sans"/>
                <a:cs typeface="DejaVu Sans"/>
              </a:defRPr>
            </a:lvl7pPr>
            <a:lvl8pPr algn="l">
              <a:defRPr sz="730" b="0">
                <a:solidFill>
                  <a:srgbClr val="161616"/>
                </a:solidFill>
                <a:latin typeface="DejaVu Sans"/>
                <a:ea typeface="DejaVu Sans"/>
                <a:cs typeface="DejaVu Sans"/>
              </a:defRPr>
            </a:lvl8pPr>
            <a:lvl9pPr algn="l">
              <a:defRPr sz="730" b="0">
                <a:solidFill>
                  <a:srgbClr val="161616"/>
                </a:solidFill>
                <a:latin typeface="DejaVu Sans"/>
                <a:ea typeface="DejaVu Sans"/>
                <a:cs typeface="DejaVu Sans"/>
              </a:defRPr>
            </a:lvl9pPr>
          </a:lstStyle>
          <a:p xmlns:a="http://schemas.openxmlformats.org/drawingml/2006/main">
            <a:pPr algn="l">
              <a:defRPr sz="730" b="0">
                <a:solidFill>
                  <a:srgbClr val="161616"/>
                </a:solidFill>
                <a:latin typeface="DejaVu Sans"/>
                <a:ea typeface="DejaVu Sans"/>
                <a:cs typeface="DejaVu Sans"/>
              </a:defRPr>
            </a:pPr>
            <a:r>
              <a:rPr sz="730" b="0">
                <a:solidFill>
                  <a:srgbClr val="161616"/>
                </a:solidFill>
                <a:latin typeface="DejaVu Sans"/>
                <a:ea typeface="DejaVu Sans"/>
                <a:cs typeface="DejaVu Sans"/>
              </a:rPr>
              <a:t>One complete path</a:t>
            </a:r>
          </a:p>
        </p:txBody>
      </p:sp>
      <p:sp>
        <p:nvSpPr>
          <p:cNvPr id="58" name="Figure_1_Evidence_Selection-058">
            <a:extLst xmlns:a="http://schemas.openxmlformats.org/drawingml/2006/main">
              <a:ext uri="{FF2B5EF4-FFF2-40B4-BE49-F238E27FC236}">
                <a16:creationId xmlns:a16="http://schemas.microsoft.com/office/drawing/2014/main" id="{04F7A245-72DB-42FE-84C6-68760D028A05}"/>
              </a:ext>
            </a:extLst>
          </p:cNvPr>
          <p:cNvSpPr>
            <a:spLocks xmlns:a="http://schemas.openxmlformats.org/drawingml/2006/main" noGrp="1"/>
          </p:cNvSpPr>
          <p:nvPr/>
        </p:nvSpPr>
        <p:spPr>
          <a:xfrm xmlns:a="http://schemas.openxmlformats.org/drawingml/2006/main">
            <a:off x="2387600" y="1905000"/>
            <a:ext cx="889000" cy="2794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1430">
            <a:solidFill>
              <a:srgbClr val="161616"/>
            </a:solidFill>
            <a:prstDash val="solid"/>
          </a:ln>
        </p:spPr>
      </p:sp>
      <p:sp>
        <p:nvSpPr>
          <p:cNvPr id="59" name="Figure_1_Evidence_Selection-059">
            <a:extLst xmlns:a="http://schemas.openxmlformats.org/drawingml/2006/main">
              <a:ext uri="{FF2B5EF4-FFF2-40B4-BE49-F238E27FC236}">
                <a16:creationId xmlns:a16="http://schemas.microsoft.com/office/drawing/2014/main" id="{2FD9DCFD-0969-497F-BEE7-FB52A8582B5A}"/>
              </a:ext>
            </a:extLst>
          </p:cNvPr>
          <p:cNvSpPr>
            <a:spLocks xmlns:a="http://schemas.openxmlformats.org/drawingml/2006/main" noGrp="1"/>
          </p:cNvSpPr>
          <p:nvPr/>
        </p:nvSpPr>
        <p:spPr>
          <a:xfrm xmlns:a="http://schemas.openxmlformats.org/drawingml/2006/main">
            <a:off x="2425700" y="1981200"/>
            <a:ext cx="8128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Riverbank</a:t>
            </a:r>
          </a:p>
        </p:txBody>
      </p:sp>
      <p:sp>
        <p:nvSpPr>
          <p:cNvPr id="60" name="Figure_1_Evidence_Selection-060">
            <a:extLst xmlns:a="http://schemas.openxmlformats.org/drawingml/2006/main">
              <a:ext uri="{FF2B5EF4-FFF2-40B4-BE49-F238E27FC236}">
                <a16:creationId xmlns:a16="http://schemas.microsoft.com/office/drawing/2014/main" id="{5567A2C3-85CD-4576-8845-98991F466EFC}"/>
              </a:ext>
            </a:extLst>
          </p:cNvPr>
          <p:cNvSpPr>
            <a:spLocks xmlns:a="http://schemas.openxmlformats.org/drawingml/2006/main" noGrp="1"/>
          </p:cNvSpPr>
          <p:nvPr/>
        </p:nvSpPr>
        <p:spPr>
          <a:xfrm xmlns:a="http://schemas.openxmlformats.org/drawingml/2006/main">
            <a:off x="3289300" y="2044700"/>
            <a:ext cx="241300" cy="127"/>
          </a:xfrm>
          <a:custGeom xmlns:a="http://schemas.openxmlformats.org/drawingml/2006/main">
            <a:pathLst>
              <a:path w="241300" h="127">
                <a:moveTo>
                  <a:pt x="0" y="0"/>
                </a:moveTo>
                <a:lnTo>
                  <a:pt x="241300" y="0"/>
                </a:lnTo>
              </a:path>
            </a:pathLst>
          </a:custGeom>
          <a:noFill xmlns:a="http://schemas.openxmlformats.org/drawingml/2006/main"/>
          <a:ln xmlns:a="http://schemas.openxmlformats.org/drawingml/2006/main" w="22860">
            <a:solidFill>
              <a:srgbClr val="161616"/>
            </a:solidFill>
            <a:prstDash val="solid"/>
          </a:ln>
        </p:spPr>
      </p:sp>
      <p:sp>
        <p:nvSpPr>
          <p:cNvPr id="61" name="Figure_1_Evidence_Selection-061">
            <a:extLst xmlns:a="http://schemas.openxmlformats.org/drawingml/2006/main">
              <a:ext uri="{FF2B5EF4-FFF2-40B4-BE49-F238E27FC236}">
                <a16:creationId xmlns:a16="http://schemas.microsoft.com/office/drawing/2014/main" id="{C5DEF137-55F2-4509-BCCC-B6EFCEBD7E51}"/>
              </a:ext>
            </a:extLst>
          </p:cNvPr>
          <p:cNvSpPr>
            <a:spLocks xmlns:a="http://schemas.openxmlformats.org/drawingml/2006/main" noGrp="1"/>
          </p:cNvSpPr>
          <p:nvPr/>
        </p:nvSpPr>
        <p:spPr>
          <a:xfrm xmlns:a="http://schemas.openxmlformats.org/drawingml/2006/main">
            <a:off x="3479800" y="20223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62" name="Figure_1_Evidence_Selection-062">
            <a:extLst xmlns:a="http://schemas.openxmlformats.org/drawingml/2006/main">
              <a:ext uri="{FF2B5EF4-FFF2-40B4-BE49-F238E27FC236}">
                <a16:creationId xmlns:a16="http://schemas.microsoft.com/office/drawing/2014/main" id="{9C20F006-115B-4840-A04B-318CADEE9F33}"/>
              </a:ext>
            </a:extLst>
          </p:cNvPr>
          <p:cNvSpPr>
            <a:spLocks xmlns:a="http://schemas.openxmlformats.org/drawingml/2006/main" noGrp="1"/>
          </p:cNvSpPr>
          <p:nvPr/>
        </p:nvSpPr>
        <p:spPr>
          <a:xfrm xmlns:a="http://schemas.openxmlformats.org/drawingml/2006/main">
            <a:off x="3568700" y="1905000"/>
            <a:ext cx="876300" cy="2794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1430">
            <a:solidFill>
              <a:srgbClr val="161616"/>
            </a:solidFill>
            <a:prstDash val="solid"/>
          </a:ln>
        </p:spPr>
      </p:sp>
      <p:sp>
        <p:nvSpPr>
          <p:cNvPr id="63" name="Figure_1_Evidence_Selection-063">
            <a:extLst xmlns:a="http://schemas.openxmlformats.org/drawingml/2006/main">
              <a:ext uri="{FF2B5EF4-FFF2-40B4-BE49-F238E27FC236}">
                <a16:creationId xmlns:a16="http://schemas.microsoft.com/office/drawing/2014/main" id="{27A0287F-8963-4635-BB4E-66A8E6CDB90F}"/>
              </a:ext>
            </a:extLst>
          </p:cNvPr>
          <p:cNvSpPr>
            <a:spLocks xmlns:a="http://schemas.openxmlformats.org/drawingml/2006/main" noGrp="1"/>
          </p:cNvSpPr>
          <p:nvPr/>
        </p:nvSpPr>
        <p:spPr>
          <a:xfrm xmlns:a="http://schemas.openxmlformats.org/drawingml/2006/main">
            <a:off x="3606800" y="1981200"/>
            <a:ext cx="8001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Lin Zhou</a:t>
            </a:r>
          </a:p>
        </p:txBody>
      </p:sp>
      <p:sp>
        <p:nvSpPr>
          <p:cNvPr id="64" name="Figure_1_Evidence_Selection-064">
            <a:extLst xmlns:a="http://schemas.openxmlformats.org/drawingml/2006/main">
              <a:ext uri="{FF2B5EF4-FFF2-40B4-BE49-F238E27FC236}">
                <a16:creationId xmlns:a16="http://schemas.microsoft.com/office/drawing/2014/main" id="{BEDA82B8-7F2B-4C0D-B8D4-7DD864DCA9B7}"/>
              </a:ext>
            </a:extLst>
          </p:cNvPr>
          <p:cNvSpPr>
            <a:spLocks xmlns:a="http://schemas.openxmlformats.org/drawingml/2006/main" noGrp="1"/>
          </p:cNvSpPr>
          <p:nvPr/>
        </p:nvSpPr>
        <p:spPr>
          <a:xfrm xmlns:a="http://schemas.openxmlformats.org/drawingml/2006/main">
            <a:off x="4457700" y="2044700"/>
            <a:ext cx="241300" cy="127"/>
          </a:xfrm>
          <a:custGeom xmlns:a="http://schemas.openxmlformats.org/drawingml/2006/main">
            <a:pathLst>
              <a:path w="241300" h="127">
                <a:moveTo>
                  <a:pt x="0" y="0"/>
                </a:moveTo>
                <a:lnTo>
                  <a:pt x="241300" y="0"/>
                </a:lnTo>
              </a:path>
            </a:pathLst>
          </a:custGeom>
          <a:noFill xmlns:a="http://schemas.openxmlformats.org/drawingml/2006/main"/>
          <a:ln xmlns:a="http://schemas.openxmlformats.org/drawingml/2006/main" w="22860">
            <a:solidFill>
              <a:srgbClr val="161616"/>
            </a:solidFill>
            <a:prstDash val="solid"/>
          </a:ln>
        </p:spPr>
      </p:sp>
      <p:sp>
        <p:nvSpPr>
          <p:cNvPr id="65" name="Figure_1_Evidence_Selection-065">
            <a:extLst xmlns:a="http://schemas.openxmlformats.org/drawingml/2006/main">
              <a:ext uri="{FF2B5EF4-FFF2-40B4-BE49-F238E27FC236}">
                <a16:creationId xmlns:a16="http://schemas.microsoft.com/office/drawing/2014/main" id="{8AFBBAF9-56EE-47B3-8847-A14BAC9550D7}"/>
              </a:ext>
            </a:extLst>
          </p:cNvPr>
          <p:cNvSpPr>
            <a:spLocks xmlns:a="http://schemas.openxmlformats.org/drawingml/2006/main" noGrp="1"/>
          </p:cNvSpPr>
          <p:nvPr/>
        </p:nvSpPr>
        <p:spPr>
          <a:xfrm xmlns:a="http://schemas.openxmlformats.org/drawingml/2006/main">
            <a:off x="4648200" y="20223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66" name="Figure_1_Evidence_Selection-066">
            <a:extLst xmlns:a="http://schemas.openxmlformats.org/drawingml/2006/main">
              <a:ext uri="{FF2B5EF4-FFF2-40B4-BE49-F238E27FC236}">
                <a16:creationId xmlns:a16="http://schemas.microsoft.com/office/drawing/2014/main" id="{82612E19-9112-4AD9-89B5-590C1C2CC29B}"/>
              </a:ext>
            </a:extLst>
          </p:cNvPr>
          <p:cNvSpPr>
            <a:spLocks xmlns:a="http://schemas.openxmlformats.org/drawingml/2006/main" noGrp="1"/>
          </p:cNvSpPr>
          <p:nvPr/>
        </p:nvSpPr>
        <p:spPr>
          <a:xfrm xmlns:a="http://schemas.openxmlformats.org/drawingml/2006/main">
            <a:off x="4737100" y="1905000"/>
            <a:ext cx="1016000" cy="279400"/>
          </a:xfrm>
          <a:prstGeom xmlns:a="http://schemas.openxmlformats.org/drawingml/2006/main" prst="roundRect">
            <a:avLst>
              <a:gd name="adj" fmla="val 13636"/>
            </a:avLst>
          </a:prstGeom>
          <a:solidFill xmlns:a="http://schemas.openxmlformats.org/drawingml/2006/main">
            <a:srgbClr val="E1EFD9"/>
          </a:solidFill>
          <a:ln xmlns:a="http://schemas.openxmlformats.org/drawingml/2006/main" w="11430">
            <a:solidFill>
              <a:srgbClr val="161616"/>
            </a:solidFill>
            <a:prstDash val="solid"/>
          </a:ln>
        </p:spPr>
      </p:sp>
      <p:sp>
        <p:nvSpPr>
          <p:cNvPr id="67" name="Figure_1_Evidence_Selection-067">
            <a:extLst xmlns:a="http://schemas.openxmlformats.org/drawingml/2006/main">
              <a:ext uri="{FF2B5EF4-FFF2-40B4-BE49-F238E27FC236}">
                <a16:creationId xmlns:a16="http://schemas.microsoft.com/office/drawing/2014/main" id="{092B0E25-40EE-44AC-9446-49DBA947B99B}"/>
              </a:ext>
            </a:extLst>
          </p:cNvPr>
          <p:cNvSpPr>
            <a:spLocks xmlns:a="http://schemas.openxmlformats.org/drawingml/2006/main" noGrp="1"/>
          </p:cNvSpPr>
          <p:nvPr/>
        </p:nvSpPr>
        <p:spPr>
          <a:xfrm xmlns:a="http://schemas.openxmlformats.org/drawingml/2006/main">
            <a:off x="4775200" y="1981200"/>
            <a:ext cx="9398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Haicheng</a:t>
            </a:r>
          </a:p>
        </p:txBody>
      </p:sp>
      <p:sp>
        <p:nvSpPr>
          <p:cNvPr id="68" name="Figure_1_Evidence_Selection-068">
            <a:extLst xmlns:a="http://schemas.openxmlformats.org/drawingml/2006/main">
              <a:ext uri="{FF2B5EF4-FFF2-40B4-BE49-F238E27FC236}">
                <a16:creationId xmlns:a16="http://schemas.microsoft.com/office/drawing/2014/main" id="{8BE2A666-663D-47EC-B712-44BF48645CA0}"/>
              </a:ext>
            </a:extLst>
          </p:cNvPr>
          <p:cNvSpPr>
            <a:spLocks xmlns:a="http://schemas.openxmlformats.org/drawingml/2006/main" noGrp="1"/>
          </p:cNvSpPr>
          <p:nvPr/>
        </p:nvSpPr>
        <p:spPr>
          <a:xfrm xmlns:a="http://schemas.openxmlformats.org/drawingml/2006/main">
            <a:off x="2374900" y="2628900"/>
            <a:ext cx="2222500" cy="15951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90" b="1">
                <a:solidFill>
                  <a:srgbClr val="161616"/>
                </a:solidFill>
                <a:latin typeface="DejaVu Sans"/>
                <a:ea typeface="DejaVu Sans"/>
                <a:cs typeface="DejaVu Sans"/>
              </a:defRPr>
            </a:defPPr>
            <a:lvl1pPr algn="l">
              <a:defRPr sz="790" b="1">
                <a:solidFill>
                  <a:srgbClr val="161616"/>
                </a:solidFill>
                <a:latin typeface="DejaVu Sans"/>
                <a:ea typeface="DejaVu Sans"/>
                <a:cs typeface="DejaVu Sans"/>
              </a:defRPr>
            </a:lvl1pPr>
            <a:lvl2pPr algn="l">
              <a:defRPr sz="790" b="1">
                <a:solidFill>
                  <a:srgbClr val="161616"/>
                </a:solidFill>
                <a:latin typeface="DejaVu Sans"/>
                <a:ea typeface="DejaVu Sans"/>
                <a:cs typeface="DejaVu Sans"/>
              </a:defRPr>
            </a:lvl2pPr>
            <a:lvl3pPr algn="l">
              <a:defRPr sz="790" b="1">
                <a:solidFill>
                  <a:srgbClr val="161616"/>
                </a:solidFill>
                <a:latin typeface="DejaVu Sans"/>
                <a:ea typeface="DejaVu Sans"/>
                <a:cs typeface="DejaVu Sans"/>
              </a:defRPr>
            </a:lvl3pPr>
            <a:lvl4pPr algn="l">
              <a:defRPr sz="790" b="1">
                <a:solidFill>
                  <a:srgbClr val="161616"/>
                </a:solidFill>
                <a:latin typeface="DejaVu Sans"/>
                <a:ea typeface="DejaVu Sans"/>
                <a:cs typeface="DejaVu Sans"/>
              </a:defRPr>
            </a:lvl4pPr>
            <a:lvl5pPr algn="l">
              <a:defRPr sz="790" b="1">
                <a:solidFill>
                  <a:srgbClr val="161616"/>
                </a:solidFill>
                <a:latin typeface="DejaVu Sans"/>
                <a:ea typeface="DejaVu Sans"/>
                <a:cs typeface="DejaVu Sans"/>
              </a:defRPr>
            </a:lvl5pPr>
            <a:lvl6pPr algn="l">
              <a:defRPr sz="790" b="1">
                <a:solidFill>
                  <a:srgbClr val="161616"/>
                </a:solidFill>
                <a:latin typeface="DejaVu Sans"/>
                <a:ea typeface="DejaVu Sans"/>
                <a:cs typeface="DejaVu Sans"/>
              </a:defRPr>
            </a:lvl6pPr>
            <a:lvl7pPr algn="l">
              <a:defRPr sz="790" b="1">
                <a:solidFill>
                  <a:srgbClr val="161616"/>
                </a:solidFill>
                <a:latin typeface="DejaVu Sans"/>
                <a:ea typeface="DejaVu Sans"/>
                <a:cs typeface="DejaVu Sans"/>
              </a:defRPr>
            </a:lvl7pPr>
            <a:lvl8pPr algn="l">
              <a:defRPr sz="790" b="1">
                <a:solidFill>
                  <a:srgbClr val="161616"/>
                </a:solidFill>
                <a:latin typeface="DejaVu Sans"/>
                <a:ea typeface="DejaVu Sans"/>
                <a:cs typeface="DejaVu Sans"/>
              </a:defRPr>
            </a:lvl8pPr>
            <a:lvl9pPr algn="l">
              <a:defRPr sz="790" b="1">
                <a:solidFill>
                  <a:srgbClr val="161616"/>
                </a:solidFill>
                <a:latin typeface="DejaVu Sans"/>
                <a:ea typeface="DejaVu Sans"/>
                <a:cs typeface="DejaVu Sans"/>
              </a:defRPr>
            </a:lvl9pPr>
          </a:lstStyle>
          <a:p xmlns:a="http://schemas.openxmlformats.org/drawingml/2006/main">
            <a:pPr algn="l">
              <a:defRPr sz="790" b="1">
                <a:solidFill>
                  <a:srgbClr val="161616"/>
                </a:solidFill>
                <a:latin typeface="DejaVu Sans"/>
                <a:ea typeface="DejaVu Sans"/>
                <a:cs typeface="DejaVu Sans"/>
              </a:defRPr>
            </a:pPr>
            <a:r>
              <a:rPr sz="790" b="1">
                <a:solidFill>
                  <a:srgbClr val="161616"/>
                </a:solidFill>
                <a:latin typeface="DejaVu Sans"/>
                <a:ea typeface="DejaVu Sans"/>
                <a:cs typeface="DejaVu Sans"/>
              </a:rPr>
              <a:t>Joint preservation</a:t>
            </a:r>
          </a:p>
        </p:txBody>
      </p:sp>
      <mc:AlternateContent xmlns:mc="http://schemas.openxmlformats.org/markup-compatibility/2006" xmlns:a14="http://schemas.microsoft.com/office/drawing/2010/main" xmlns:m="http://schemas.openxmlformats.org/officeDocument/2006/math">
        <mc:Choice Requires="a14">
          <p:sp>
            <p:nvSpPr>
              <p:cNvPr id="69" name="Figure_1_Evidence_Selection-069">
                <a:extLst xmlns:a="http://schemas.openxmlformats.org/drawingml/2006/main">
                  <a:ext uri="{FF2B5EF4-FFF2-40B4-BE49-F238E27FC236}">
                    <a16:creationId xmlns:a16="http://schemas.microsoft.com/office/drawing/2014/main" id="{02AD9993-8DF1-4D90-8FB1-C515B16F6FB7}"/>
                  </a:ext>
                </a:extLst>
              </p:cNvPr>
              <p:cNvSpPr>
                <a:spLocks xmlns:a="http://schemas.openxmlformats.org/drawingml/2006/main" noGrp="1"/>
              </p:cNvSpPr>
              <p:nvPr/>
            </p:nvSpPr>
            <p:spPr>
              <a:xfrm xmlns:a="http://schemas.openxmlformats.org/drawingml/2006/main">
                <a:off x="4699000" y="2603500"/>
                <a:ext cx="1041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00" b="0">
                    <a:solidFill>
                      <a:srgbClr val="161616"/>
                    </a:solidFill>
                    <a:latin typeface="Latin Modern Math"/>
                    <a:ea typeface="Latin Modern Math"/>
                    <a:cs typeface="Latin Modern Math"/>
                  </a:defRPr>
                </a:defPPr>
                <a:lvl1pPr algn="ctr">
                  <a:defRPr sz="900" b="0">
                    <a:solidFill>
                      <a:srgbClr val="161616"/>
                    </a:solidFill>
                    <a:latin typeface="Latin Modern Math"/>
                    <a:ea typeface="Latin Modern Math"/>
                    <a:cs typeface="Latin Modern Math"/>
                  </a:defRPr>
                </a:lvl1pPr>
                <a:lvl2pPr algn="ctr">
                  <a:defRPr sz="900" b="0">
                    <a:solidFill>
                      <a:srgbClr val="161616"/>
                    </a:solidFill>
                    <a:latin typeface="Latin Modern Math"/>
                    <a:ea typeface="Latin Modern Math"/>
                    <a:cs typeface="Latin Modern Math"/>
                  </a:defRPr>
                </a:lvl2pPr>
                <a:lvl3pPr algn="ctr">
                  <a:defRPr sz="900" b="0">
                    <a:solidFill>
                      <a:srgbClr val="161616"/>
                    </a:solidFill>
                    <a:latin typeface="Latin Modern Math"/>
                    <a:ea typeface="Latin Modern Math"/>
                    <a:cs typeface="Latin Modern Math"/>
                  </a:defRPr>
                </a:lvl3pPr>
                <a:lvl4pPr algn="ctr">
                  <a:defRPr sz="900" b="0">
                    <a:solidFill>
                      <a:srgbClr val="161616"/>
                    </a:solidFill>
                    <a:latin typeface="Latin Modern Math"/>
                    <a:ea typeface="Latin Modern Math"/>
                    <a:cs typeface="Latin Modern Math"/>
                  </a:defRPr>
                </a:lvl4pPr>
                <a:lvl5pPr algn="ctr">
                  <a:defRPr sz="900" b="0">
                    <a:solidFill>
                      <a:srgbClr val="161616"/>
                    </a:solidFill>
                    <a:latin typeface="Latin Modern Math"/>
                    <a:ea typeface="Latin Modern Math"/>
                    <a:cs typeface="Latin Modern Math"/>
                  </a:defRPr>
                </a:lvl5pPr>
                <a:lvl6pPr algn="ctr">
                  <a:defRPr sz="900" b="0">
                    <a:solidFill>
                      <a:srgbClr val="161616"/>
                    </a:solidFill>
                    <a:latin typeface="Latin Modern Math"/>
                    <a:ea typeface="Latin Modern Math"/>
                    <a:cs typeface="Latin Modern Math"/>
                  </a:defRPr>
                </a:lvl6pPr>
                <a:lvl7pPr algn="ctr">
                  <a:defRPr sz="900" b="0">
                    <a:solidFill>
                      <a:srgbClr val="161616"/>
                    </a:solidFill>
                    <a:latin typeface="Latin Modern Math"/>
                    <a:ea typeface="Latin Modern Math"/>
                    <a:cs typeface="Latin Modern Math"/>
                  </a:defRPr>
                </a:lvl7pPr>
                <a:lvl8pPr algn="ctr">
                  <a:defRPr sz="900" b="0">
                    <a:solidFill>
                      <a:srgbClr val="161616"/>
                    </a:solidFill>
                    <a:latin typeface="Latin Modern Math"/>
                    <a:ea typeface="Latin Modern Math"/>
                    <a:cs typeface="Latin Modern Math"/>
                  </a:defRPr>
                </a:lvl8pPr>
                <a:lvl9pPr algn="ctr">
                  <a:defRPr sz="900" b="0">
                    <a:solidFill>
                      <a:srgbClr val="161616"/>
                    </a:solidFill>
                    <a:latin typeface="Latin Modern Math"/>
                    <a:ea typeface="Latin Modern Math"/>
                    <a:cs typeface="Latin Modern Math"/>
                  </a:defRPr>
                </a:lvl9pPr>
              </a:lstStyle>
              <ns0:p xmlns:ns0="http://schemas.openxmlformats.org/drawingml/2006/main">
                <ns0:pPr algn="ctr">
                  <ns0:buNone/>
                </ns0:pPr>
                <a14:m>
                  <m:oMathPara>
                    <m:oMathParaPr>
                      <m:jc m:val="center"/>
                    </m:oMathParaPr>
                    <m:oMath>
                      <m:r>
                        <m:rPr>
                          <m:sty m:val="i"/>
                        </m:rPr>
                        <ns0:rPr lang="en-US" sz="900" b="0" i="0">
                          <ns0:solidFill>
                            <ns0:srgbClr val="161616"/>
                          </ns0:solidFill>
                          <ns0:latin typeface="Latin Modern Math"/>
                        </ns0:rPr>
                        <m:t>B</m:t>
                      </m:r>
                      <m:r>
                        <m:rPr>
                          <m:sty m:val="i"/>
                        </m:rPr>
                        <ns0:rPr lang="en-US" sz="900" b="0" i="0">
                          <ns0:solidFill>
                            <ns0:srgbClr val="161616"/>
                          </ns0:solidFill>
                          <ns0:latin typeface="Latin Modern Math"/>
                        </ns0:rPr>
                        <m:t>=</m:t>
                      </m:r>
                      <m:r>
                        <m:rPr>
                          <m:sty m:val="i"/>
                        </m:rPr>
                        <ns0:rPr lang="en-US" sz="900" b="0" i="0">
                          <ns0:solidFill>
                            <ns0:srgbClr val="161616"/>
                          </ns0:solidFill>
                          <ns0:latin typeface="Latin Modern Math"/>
                        </ns0:rPr>
                        <m:t>3</m:t>
                      </m:r>
                      <m:r>
                        <m:rPr>
                          <m:sty m:val="i"/>
                        </m:rPr>
                        <ns0:rPr lang="en-US" sz="900" b="0" i="0">
                          <ns0:solidFill>
                            <ns0:srgbClr val="161616"/>
                          </ns0:solidFill>
                          <ns0:latin typeface="Latin Modern Math"/>
                        </ns0:rPr>
                        <m:t>c</m:t>
                      </m:r>
                    </m:oMath>
                  </m:oMathPara>
                </a14:m>
                <ns0:endParaRPr lang="en-US" sz="900">
                  <ns0:latin typeface="Latin Modern Math"/>
                </ns0:endParaRPr>
              </ns0:p>
            </p:txBody>
          </p:sp>
        </mc:Choice>
        <mc:Fallback>
          <p:sp>
            <p:nvSpPr>
              <p:cNvPr id="69" name="Figure_1_Evidence_Selection-069" descr="Vector display fallback for the editable Office Math equation: B=3c">
                <a:extLst xmlns:a="http://schemas.openxmlformats.org/drawingml/2006/main">
                  <a:ext uri="{FF2B5EF4-FFF2-40B4-BE49-F238E27FC236}">
                    <a16:creationId xmlns:a16="http://schemas.microsoft.com/office/drawing/2014/main" id="{02AD9993-8DF1-4D90-8FB1-C515B16F6FB7}"/>
                  </a:ext>
                </a:extLst>
              </p:cNvPr>
              <p:cNvSpPr>
                <a:spLocks xmlns:a="http://schemas.openxmlformats.org/drawingml/2006/main" noGrp="1"/>
              </p:cNvSpPr>
              <p:nvPr/>
            </p:nvSpPr>
            <p:spPr>
              <a:xfrm xmlns:a="http://schemas.openxmlformats.org/drawingml/2006/main">
                <a:off x="4699000" y="2603500"/>
                <a:ext cx="1041400" cy="209550"/>
              </a:xfrm>
              <ns0:custGeom xmlns:ns0="http://schemas.openxmlformats.org/drawingml/2006/main">
                <ns0:avLst/>
                <ns0:gdLst/>
                <ns0:ahLst/>
                <ns0:cxnLst/>
                <ns0:rect l="l" t="t" r="r" b="b"/>
                <ns0:pathLst>
                  <ns0:path w="1041400" h="209550" fill="norm" stroke="0" extrusionOk="0">
                    <ns0:moveTo>
                      <ns0:pt x="389509" y="59708"/>
                    </ns0:moveTo>
                    <ns0:lnTo>
                      <ns0:pt x="418084" y="59708"/>
                    </ns0:lnTo>
                    <ns0:quadBezTo>
                      <ns0:pt x="441855" y="59708"/>
                      <ns0:pt x="441855" y="76853"/>
                    </ns0:quadBezTo>
                    <ns0:quadBezTo>
                      <ns0:pt x="441855" y="84854"/>
                      <ns0:pt x="434550" y="89765"/>
                    </ns0:quadBezTo>
                    <ns0:quadBezTo>
                      <ns0:pt x="430657" y="92391"/>
                      <ns0:pt x="421852" y="94230"/>
                    </ns0:quadBezTo>
                    <ns0:lnTo>
                      <ns0:pt x="421852" y="94337"/>
                    </ns0:lnTo>
                    <ns0:quadBezTo>
                      <ns0:pt x="436265" y="98677"/>
                      <ns0:pt x="436265" y="111482"/>
                    </ns0:quadBezTo>
                    <ns0:quadBezTo>
                      <ns0:pt x="436265" y="122680"/>
                      <ns0:pt x="427746" y="128520"/>
                    </ns0:quadBezTo>
                    <ns0:quadBezTo>
                      <ns0:pt x="419227" y="134342"/>
                      <ns0:pt x="404832" y="134342"/>
                    </ns0:quadBezTo>
                    <ns0:lnTo>
                      <ns0:pt x="373739" y="134342"/>
                    </ns0:lnTo>
                    <ns0:lnTo>
                      <ns0:pt x="373739" y="132521"/>
                    </ns0:lnTo>
                    <ns0:quadBezTo>
                      <ns0:pt x="378418" y="131824"/>
                      <ns0:pt x="380079" y="130235"/>
                    </ns0:quadBezTo>
                    <ns0:quadBezTo>
                      <ns0:pt x="381740" y="128627"/>
                      <ns0:pt x="383222" y="123377"/>
                    </ns0:quadBezTo>
                    <ns0:lnTo>
                      <ns0:pt x="397046" y="73531"/>
                    </ns0:lnTo>
                    <ns0:quadBezTo>
                      <ns0:pt x="398314" y="69084"/>
                      <ns0:pt x="398314" y="66227"/>
                    </ns0:quadBezTo>
                    <ns0:quadBezTo>
                      <ns0:pt x="398314" y="63708"/>
                      <ns0:pt x="396599" y="62851"/>
                    </ns0:quadBezTo>
                    <ns0:quadBezTo>
                      <ns0:pt x="394885" y="61994"/>
                      <ns0:pt x="389509" y="61530"/>
                    </ns0:quadBezTo>
                    <ns0:lnTo>
                      <ns0:pt x="389509" y="59708"/>
                    </ns0:lnTo>
                    <ns0:close/>
                    <ns0:moveTo>
                      <ns0:pt x="402993" y="92855"/>
                    </ns0:moveTo>
                    <ns0:lnTo>
                      <ns0:pt x="407333" y="92855"/>
                    </ns0:lnTo>
                    <ns0:quadBezTo>
                      <ns0:pt x="418548" y="92855"/>
                      <ns0:pt x="424424" y="88408"/>
                    </ns0:quadBezTo>
                    <ns0:quadBezTo>
                      <ns0:pt x="430318" y="83943"/>
                      <ns0:pt x="430318" y="75478"/>
                    </ns0:quadBezTo>
                    <ns0:quadBezTo>
                      <ns0:pt x="430318" y="69084"/>
                      <ns0:pt x="427103" y="66119"/>
                    </ns0:quadBezTo>
                    <ns0:quadBezTo>
                      <ns0:pt x="423906" y="63137"/>
                      <ns0:pt x="416941" y="63137"/>
                    </ns0:quadBezTo>
                    <ns0:quadBezTo>
                      <ns0:pt x="414316" y="63137"/>
                      <ns0:pt x="413333" y="63315"/>
                    </ns0:quadBezTo>
                    <ns0:quadBezTo>
                      <ns0:pt x="412369" y="63476"/>
                      <ns0:pt x="411565" y="64333"/>
                    </ns0:quadBezTo>
                    <ns0:quadBezTo>
                      <ns0:pt x="410762" y="65191"/>
                      <ns0:pt x="410190" y="67245"/>
                    </ns0:quadBezTo>
                    <ns0:lnTo>
                      <ns0:pt x="402993" y="92855"/>
                    </ns0:lnTo>
                    <ns0:close/>
                    <ns0:moveTo>
                      <ns0:pt x="401850" y="96516"/>
                    </ns0:moveTo>
                    <ns0:lnTo>
                      <ns0:pt x="398189" y="110107"/>
                    </ns0:lnTo>
                    <ns0:quadBezTo>
                      <ns0:pt x="394188" y="125305"/>
                      <ns0:pt x="394188" y="126109"/>
                    </ns0:quadBezTo>
                    <ns0:quadBezTo>
                      <ns0:pt x="394188" y="130913"/>
                      <ns0:pt x="401850" y="130913"/>
                    </ns0:quadBezTo>
                    <ns0:quadBezTo>
                      <ns0:pt x="411905" y="130913"/>
                      <ns0:pt x="417905" y="125895"/>
                    </ns0:quadBezTo>
                    <ns0:quadBezTo>
                      <ns0:pt x="423906" y="120858"/>
                      <ns0:pt x="423906" y="111482"/>
                    </ns0:quadBezTo>
                    <ns0:quadBezTo>
                      <ns0:pt x="423906" y="106339"/>
                      <ns0:pt x="421727" y="102678"/>
                    </ns0:quadBezTo>
                    <ns0:quadBezTo>
                      <ns0:pt x="419566" y="99016"/>
                      <ns0:pt x="416262" y="97873"/>
                    </ns0:quadBezTo>
                    <ns0:quadBezTo>
                      <ns0:pt x="412369" y="96516"/>
                      <ns0:pt x="401850" y="96516"/>
                    </ns0:quadBezTo>
                    <ns0:close/>
                    <ns0:moveTo>
                      <ns0:pt x="533805" y="97766"/>
                    </ns0:moveTo>
                    <ns0:lnTo>
                      <ns0:pt x="466475" y="97766"/>
                    </ns0:lnTo>
                    <ns0:lnTo>
                      <ns0:pt x="466475" y="90230"/>
                    </ns0:lnTo>
                    <ns0:lnTo>
                      <ns0:pt x="533805" y="90230"/>
                    </ns0:lnTo>
                    <ns0:lnTo>
                      <ns0:pt x="533805" y="97766"/>
                    </ns0:lnTo>
                    <ns0:close/>
                    <ns0:moveTo>
                      <ns0:pt x="533805" y="120626"/>
                    </ns0:moveTo>
                    <ns0:lnTo>
                      <ns0:pt x="466475" y="120626"/>
                    </ns0:lnTo>
                    <ns0:lnTo>
                      <ns0:pt x="466475" y="113090"/>
                    </ns0:lnTo>
                    <ns0:lnTo>
                      <ns0:pt x="533805" y="113090"/>
                    </ns0:lnTo>
                    <ns0:lnTo>
                      <ns0:pt x="533805" y="120626"/>
                    </ns0:lnTo>
                    <ns0:close/>
                    <ns0:moveTo>
                      <ns0:pt x="562758" y="76049"/>
                    </ns0:moveTo>
                    <ns0:lnTo>
                      <ns0:pt x="560936" y="75585"/>
                    </ns0:lnTo>
                    <ns0:quadBezTo>
                      <ns0:pt x="563561" y="67012"/>
                      <ns0:pt x="569151" y="62047"/>
                    </ns0:quadBezTo>
                    <ns0:quadBezTo>
                      <ns0:pt x="574759" y="57083"/>
                      <ns0:pt x="583332" y="57083"/>
                    </ns0:quadBezTo>
                    <ns0:quadBezTo>
                      <ns0:pt x="591333" y="57083"/>
                      <ns0:pt x="596244" y="61422"/>
                    </ns0:quadBezTo>
                    <ns0:quadBezTo>
                      <ns0:pt x="601173" y="65762"/>
                      <ns0:pt x="601173" y="72727"/>
                    </ns0:quadBezTo>
                    <ns0:quadBezTo>
                      <ns0:pt x="601173" y="82104"/>
                      <ns0:pt x="590547" y="88515"/>
                    </ns0:quadBezTo>
                    <ns0:quadBezTo>
                      <ns0:pt x="596833" y="91248"/>
                      <ns0:pt x="600030" y="94569"/>
                    </ns0:quadBezTo>
                    <ns0:quadBezTo>
                      <ns0:pt x="605049" y="100159"/>
                      <ns0:pt x="605049" y="109303"/>
                    </ns0:quadBezTo>
                    <ns0:quadBezTo>
                      <ns0:pt x="605049" y="118447"/>
                      <ns0:pt x="599798" y="125305"/>
                    </ns0:quadBezTo>
                    <ns0:quadBezTo>
                      <ns0:pt x="595905" y="130574"/>
                      <ns0:pt x="588654" y="133271"/>
                    </ns0:quadBezTo>
                    <ns0:quadBezTo>
                      <ns0:pt x="581403" y="135950"/>
                      <ns0:pt x="573277" y="135950"/>
                    </ns0:quadBezTo>
                    <ns0:quadBezTo>
                      <ns0:pt x="560472" y="135950"/>
                      <ns0:pt x="560472" y="129431"/>
                    </ns0:quadBezTo>
                    <ns0:quadBezTo>
                      <ns0:pt x="560472" y="127591"/>
                      <ns0:pt x="561847" y="126448"/>
                    </ns0:quadBezTo>
                    <ns0:quadBezTo>
                      <ns0:pt x="563222" y="125305"/>
                      <ns0:pt x="565169" y="125305"/>
                    </ns0:quadBezTo>
                    <ns0:quadBezTo>
                      <ns0:pt x="568026" y="125305"/>
                      <ns0:pt x="572134" y="128288"/>
                    </ns0:quadBezTo>
                    <ns0:quadBezTo>
                      <ns0:pt x="577170" y="131824"/>
                      <ns0:pt x="581974" y="131824"/>
                    </ns0:quadBezTo>
                    <ns0:quadBezTo>
                      <ns0:pt x="588261" y="131824"/>
                      <ns0:pt x="592547" y="126752"/>
                    </ns0:quadBezTo>
                    <ns0:quadBezTo>
                      <ns0:pt x="596833" y="121662"/>
                      <ns0:pt x="596833" y="114340"/>
                    </ns0:quadBezTo>
                    <ns0:quadBezTo>
                      <ns0:pt x="596833" y="101195"/>
                      <ns0:pt x="584939" y="97766"/>
                    </ns0:quadBezTo>
                    <ns0:quadBezTo>
                      <ns0:pt x="581403" y="96623"/>
                      <ns0:pt x="573277" y="96623"/>
                    </ns0:quadBezTo>
                    <ns0:lnTo>
                      <ns0:pt x="573277" y="95016"/>
                    </ns0:lnTo>
                    <ns0:quadBezTo>
                      <ns0:pt x="579688" y="92855"/>
                      <ns0:pt x="582885" y="90908"/>
                    </ns0:quadBezTo>
                    <ns0:quadBezTo>
                      <ns0:pt x="592136" y="85658"/>
                      <ns0:pt x="592136" y="75585"/>
                    </ns0:quadBezTo>
                    <ns0:quadBezTo>
                      <ns0:pt x="592136" y="69870"/>
                      <ns0:pt x="588868" y="66905"/>
                    </ns0:quadBezTo>
                    <ns0:quadBezTo>
                      <ns0:pt x="585618" y="63941"/>
                      <ns0:pt x="579795" y="63941"/>
                    </ns0:quadBezTo>
                    <ns0:quadBezTo>
                      <ns0:pt x="569508" y="63941"/>
                      <ns0:pt x="562758" y="76049"/>
                    </ns0:quadBezTo>
                    <ns0:close/>
                    <ns0:moveTo>
                      <ns0:pt x="652947" y="122109"/>
                    </ns0:moveTo>
                    <ns0:lnTo>
                      <ns0:pt x="654769" y="123252"/>
                    </ns0:lnTo>
                    <ns0:quadBezTo>
                      <ns0:pt x="649518" y="129877"/>
                      <ns0:pt x="644536" y="132735"/>
                    </ns0:quadBezTo>
                    <ns0:quadBezTo>
                      <ns0:pt x="639571" y="135592"/>
                      <ns0:pt x="633177" y="135592"/>
                    </ns0:quadBezTo>
                    <ns0:quadBezTo>
                      <ns0:pt x="625051" y="135592"/>
                      <ns0:pt x="620711" y="131145"/>
                    </ns0:quadBezTo>
                    <ns0:quadBezTo>
                      <ns0:pt x="616371" y="126681"/>
                      <ns0:pt x="616371" y="118001"/>
                    </ns0:quadBezTo>
                    <ns0:quadBezTo>
                      <ns0:pt x="616371" y="110339"/>
                      <ns0:pt x="620247" y="103195"/>
                    </ns0:quadBezTo>
                    <ns0:quadBezTo>
                      <ns0:pt x="624140" y="96052"/>
                      <ns0:pt x="630427" y="90908"/>
                    </ns0:quadBezTo>
                    <ns0:quadBezTo>
                      <ns0:pt x="639231" y="83943"/>
                      <ns0:pt x="649518" y="83943"/>
                    </ns0:quadBezTo>
                    <ns0:quadBezTo>
                      <ns0:pt x="654769" y="83943"/>
                      <ns0:pt x="658145" y="86568"/>
                    </ns0:quadBezTo>
                    <ns0:quadBezTo>
                      <ns0:pt x="661520" y="89194"/>
                      <ns0:pt x="661520" y="93194"/>
                    </ns0:quadBezTo>
                    <ns0:quadBezTo>
                      <ns0:pt x="661520" y="95480"/>
                      <ns0:pt x="659913" y="97088"/>
                    </ns0:quadBezTo>
                    <ns0:quadBezTo>
                      <ns0:pt x="658323" y="98677"/>
                      <ns0:pt x="656037" y="98677"/>
                    </ns0:quadBezTo>
                    <ns0:quadBezTo>
                      <ns0:pt x="653751" y="98677"/>
                      <ns0:pt x="652662" y="97373"/>
                    </ns0:quadBezTo>
                    <ns0:quadBezTo>
                      <ns0:pt x="651572" y="96052"/>
                      <ns0:pt x="651572" y="94105"/>
                    </ns0:quadBezTo>
                    <ns0:quadBezTo>
                      <ns0:pt x="651572" y="93087"/>
                      <ns0:pt x="652430" y="91426"/>
                    </ns0:quadBezTo>
                    <ns0:quadBezTo>
                      <ns0:pt x="653287" y="89765"/>
                      <ns0:pt x="653287" y="88622"/>
                    </ns0:quadBezTo>
                    <ns0:quadBezTo>
                      <ns0:pt x="653287" y="86336"/>
                      <ns0:pt x="649054" y="86336"/>
                    </ns0:quadBezTo>
                    <ns0:quadBezTo>
                      <ns0:pt x="641857" y="86336"/>
                      <ns0:pt x="636606" y="91819"/>
                    </ns0:quadBezTo>
                    <ns0:quadBezTo>
                      <ns0:pt x="626194" y="102803"/>
                      <ns0:pt x="626194" y="118447"/>
                    </ns0:quadBezTo>
                    <ns0:quadBezTo>
                      <ns0:pt x="626194" y="124627"/>
                      <ns0:pt x="628819" y="128056"/>
                    </ns0:quadBezTo>
                    <ns0:quadBezTo>
                      <ns0:pt x="631463" y="131485"/>
                      <ns0:pt x="636374" y="131485"/>
                    </ns0:quadBezTo>
                    <ns0:quadBezTo>
                      <ns0:pt x="640839" y="131485"/>
                      <ns0:pt x="644482" y="129324"/>
                    </ns0:quadBezTo>
                    <ns0:quadBezTo>
                      <ns0:pt x="648143" y="127145"/>
                      <ns0:pt x="652947" y="122109"/>
                    </ns0:quadBezTo>
                    <ns0:close/>
                  </ns0:path>
                </ns0:pathLst>
              </ns0:custGeom>
              <ns0:solidFill xmlns:ns0="http://schemas.openxmlformats.org/drawingml/2006/main">
                <ns0:srgbClr val="161616"/>
              </ns0:solidFill>
              <ns0:ln xmlns:ns0="http://schemas.openxmlformats.org/drawingml/2006/main" w="0">
                <ns0:noFill/>
              </ns0:ln>
            </p:spPr>
          </p:sp>
        </mc:Fallback>
      </mc:AlternateContent>
      <p:sp>
        <p:nvSpPr>
          <p:cNvPr id="70" name="Figure_1_Evidence_Selection-070">
            <a:extLst xmlns:a="http://schemas.openxmlformats.org/drawingml/2006/main">
              <a:ext uri="{FF2B5EF4-FFF2-40B4-BE49-F238E27FC236}">
                <a16:creationId xmlns:a16="http://schemas.microsoft.com/office/drawing/2014/main" id="{CB39DD55-4CF3-45C4-963F-36C2CC31F0E6}"/>
              </a:ext>
            </a:extLst>
          </p:cNvPr>
          <p:cNvSpPr>
            <a:spLocks xmlns:a="http://schemas.openxmlformats.org/drawingml/2006/main" noGrp="1"/>
          </p:cNvSpPr>
          <p:nvPr/>
        </p:nvSpPr>
        <p:spPr>
          <a:xfrm xmlns:a="http://schemas.openxmlformats.org/drawingml/2006/main">
            <a:off x="2387600" y="2946400"/>
            <a:ext cx="330200" cy="25400"/>
          </a:xfrm>
          <a:custGeom xmlns:a="http://schemas.openxmlformats.org/drawingml/2006/main">
            <a:pathLst>
              <a:path w="330200" h="25400">
                <a:moveTo>
                  <a:pt x="0" y="25400"/>
                </a:moveTo>
                <a:lnTo>
                  <a:pt x="25400" y="0"/>
                </a:lnTo>
                <a:lnTo>
                  <a:pt x="330200" y="0"/>
                </a:lnTo>
                <a:lnTo>
                  <a:pt x="304800" y="254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71" name="Figure_1_Evidence_Selection-071">
            <a:extLst xmlns:a="http://schemas.openxmlformats.org/drawingml/2006/main">
              <a:ext uri="{FF2B5EF4-FFF2-40B4-BE49-F238E27FC236}">
                <a16:creationId xmlns:a16="http://schemas.microsoft.com/office/drawing/2014/main" id="{4C565B61-F2C3-45EA-AF85-027E7CFCB8CF}"/>
              </a:ext>
            </a:extLst>
          </p:cNvPr>
          <p:cNvSpPr>
            <a:spLocks xmlns:a="http://schemas.openxmlformats.org/drawingml/2006/main" noGrp="1"/>
          </p:cNvSpPr>
          <p:nvPr/>
        </p:nvSpPr>
        <p:spPr>
          <a:xfrm xmlns:a="http://schemas.openxmlformats.org/drawingml/2006/main">
            <a:off x="2692400" y="2946400"/>
            <a:ext cx="25400" cy="279400"/>
          </a:xfrm>
          <a:custGeom xmlns:a="http://schemas.openxmlformats.org/drawingml/2006/main">
            <a:pathLst>
              <a:path w="25400" h="279400">
                <a:moveTo>
                  <a:pt x="0" y="25400"/>
                </a:moveTo>
                <a:lnTo>
                  <a:pt x="25400" y="0"/>
                </a:lnTo>
                <a:lnTo>
                  <a:pt x="25400" y="254000"/>
                </a:lnTo>
                <a:lnTo>
                  <a:pt x="0" y="2794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72" name="Figure_1_Evidence_Selection-072">
            <a:extLst xmlns:a="http://schemas.openxmlformats.org/drawingml/2006/main">
              <a:ext uri="{FF2B5EF4-FFF2-40B4-BE49-F238E27FC236}">
                <a16:creationId xmlns:a16="http://schemas.microsoft.com/office/drawing/2014/main" id="{588E870C-CC01-4939-B9B8-12260B393D81}"/>
              </a:ext>
            </a:extLst>
          </p:cNvPr>
          <p:cNvSpPr>
            <a:spLocks xmlns:a="http://schemas.openxmlformats.org/drawingml/2006/main" noGrp="1"/>
          </p:cNvSpPr>
          <p:nvPr/>
        </p:nvSpPr>
        <p:spPr>
          <a:xfrm xmlns:a="http://schemas.openxmlformats.org/drawingml/2006/main">
            <a:off x="2387600" y="2971800"/>
            <a:ext cx="304800" cy="254000"/>
          </a:xfrm>
          <a:prstGeom xmlns:a="http://schemas.openxmlformats.org/drawingml/2006/main" prst="rect">
            <a:avLst/>
          </a:prstGeom>
          <a:solidFill xmlns:a="http://schemas.openxmlformats.org/drawingml/2006/main">
            <a:srgbClr val="DAE2F5"/>
          </a:solidFill>
          <a:ln xmlns:a="http://schemas.openxmlformats.org/drawingml/2006/main" w="10160">
            <a:solidFill>
              <a:srgbClr val="161616"/>
            </a:solidFill>
            <a:prstDash val="solid"/>
          </a:ln>
        </p:spPr>
      </p:sp>
      <p:sp>
        <p:nvSpPr>
          <p:cNvPr id="73" name="Figure_1_Evidence_Selection-073">
            <a:extLst xmlns:a="http://schemas.openxmlformats.org/drawingml/2006/main">
              <a:ext uri="{FF2B5EF4-FFF2-40B4-BE49-F238E27FC236}">
                <a16:creationId xmlns:a16="http://schemas.microsoft.com/office/drawing/2014/main" id="{2622418E-5A0E-4A14-883D-DFD021DC7315}"/>
              </a:ext>
            </a:extLst>
          </p:cNvPr>
          <p:cNvSpPr>
            <a:spLocks xmlns:a="http://schemas.openxmlformats.org/drawingml/2006/main" noGrp="1"/>
          </p:cNvSpPr>
          <p:nvPr/>
        </p:nvSpPr>
        <p:spPr>
          <a:xfrm xmlns:a="http://schemas.openxmlformats.org/drawingml/2006/main">
            <a:off x="2387600" y="3039110"/>
            <a:ext cx="3048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S1</a:t>
            </a:r>
          </a:p>
        </p:txBody>
      </p:sp>
      <p:sp>
        <p:nvSpPr>
          <p:cNvPr id="74" name="Figure_1_Evidence_Selection-074">
            <a:extLst xmlns:a="http://schemas.openxmlformats.org/drawingml/2006/main">
              <a:ext uri="{FF2B5EF4-FFF2-40B4-BE49-F238E27FC236}">
                <a16:creationId xmlns:a16="http://schemas.microsoft.com/office/drawing/2014/main" id="{6D0E9B00-81A7-4D97-A8B8-CF159C93E780}"/>
              </a:ext>
            </a:extLst>
          </p:cNvPr>
          <p:cNvSpPr>
            <a:spLocks xmlns:a="http://schemas.openxmlformats.org/drawingml/2006/main" noGrp="1"/>
          </p:cNvSpPr>
          <p:nvPr/>
        </p:nvSpPr>
        <p:spPr>
          <a:xfrm xmlns:a="http://schemas.openxmlformats.org/drawingml/2006/main">
            <a:off x="2730500" y="2946400"/>
            <a:ext cx="330200" cy="25400"/>
          </a:xfrm>
          <a:custGeom xmlns:a="http://schemas.openxmlformats.org/drawingml/2006/main">
            <a:pathLst>
              <a:path w="330200" h="25400">
                <a:moveTo>
                  <a:pt x="0" y="25400"/>
                </a:moveTo>
                <a:lnTo>
                  <a:pt x="25400" y="0"/>
                </a:lnTo>
                <a:lnTo>
                  <a:pt x="330200" y="0"/>
                </a:lnTo>
                <a:lnTo>
                  <a:pt x="304800" y="254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75" name="Figure_1_Evidence_Selection-075">
            <a:extLst xmlns:a="http://schemas.openxmlformats.org/drawingml/2006/main">
              <a:ext uri="{FF2B5EF4-FFF2-40B4-BE49-F238E27FC236}">
                <a16:creationId xmlns:a16="http://schemas.microsoft.com/office/drawing/2014/main" id="{4DE49661-9712-4C7B-B72E-38CAE71EC918}"/>
              </a:ext>
            </a:extLst>
          </p:cNvPr>
          <p:cNvSpPr>
            <a:spLocks xmlns:a="http://schemas.openxmlformats.org/drawingml/2006/main" noGrp="1"/>
          </p:cNvSpPr>
          <p:nvPr/>
        </p:nvSpPr>
        <p:spPr>
          <a:xfrm xmlns:a="http://schemas.openxmlformats.org/drawingml/2006/main">
            <a:off x="3035300" y="2946400"/>
            <a:ext cx="25400" cy="279400"/>
          </a:xfrm>
          <a:custGeom xmlns:a="http://schemas.openxmlformats.org/drawingml/2006/main">
            <a:pathLst>
              <a:path w="25400" h="279400">
                <a:moveTo>
                  <a:pt x="0" y="25400"/>
                </a:moveTo>
                <a:lnTo>
                  <a:pt x="25400" y="0"/>
                </a:lnTo>
                <a:lnTo>
                  <a:pt x="25400" y="254000"/>
                </a:lnTo>
                <a:lnTo>
                  <a:pt x="0" y="2794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76" name="Figure_1_Evidence_Selection-076">
            <a:extLst xmlns:a="http://schemas.openxmlformats.org/drawingml/2006/main">
              <a:ext uri="{FF2B5EF4-FFF2-40B4-BE49-F238E27FC236}">
                <a16:creationId xmlns:a16="http://schemas.microsoft.com/office/drawing/2014/main" id="{B55C7975-458C-458C-BA96-68A19D7F828F}"/>
              </a:ext>
            </a:extLst>
          </p:cNvPr>
          <p:cNvSpPr>
            <a:spLocks xmlns:a="http://schemas.openxmlformats.org/drawingml/2006/main" noGrp="1"/>
          </p:cNvSpPr>
          <p:nvPr/>
        </p:nvSpPr>
        <p:spPr>
          <a:xfrm xmlns:a="http://schemas.openxmlformats.org/drawingml/2006/main">
            <a:off x="2730500" y="2971800"/>
            <a:ext cx="304800" cy="254000"/>
          </a:xfrm>
          <a:prstGeom xmlns:a="http://schemas.openxmlformats.org/drawingml/2006/main" prst="rect">
            <a:avLst/>
          </a:prstGeom>
          <a:solidFill xmlns:a="http://schemas.openxmlformats.org/drawingml/2006/main">
            <a:srgbClr val="E1EFD9"/>
          </a:solidFill>
          <a:ln xmlns:a="http://schemas.openxmlformats.org/drawingml/2006/main" w="10160">
            <a:solidFill>
              <a:srgbClr val="161616"/>
            </a:solidFill>
            <a:prstDash val="solid"/>
          </a:ln>
        </p:spPr>
      </p:sp>
      <p:sp>
        <p:nvSpPr>
          <p:cNvPr id="77" name="Figure_1_Evidence_Selection-077">
            <a:extLst xmlns:a="http://schemas.openxmlformats.org/drawingml/2006/main">
              <a:ext uri="{FF2B5EF4-FFF2-40B4-BE49-F238E27FC236}">
                <a16:creationId xmlns:a16="http://schemas.microsoft.com/office/drawing/2014/main" id="{8B363E42-C609-44D8-8D14-6582A9EE9405}"/>
              </a:ext>
            </a:extLst>
          </p:cNvPr>
          <p:cNvSpPr>
            <a:spLocks xmlns:a="http://schemas.openxmlformats.org/drawingml/2006/main" noGrp="1"/>
          </p:cNvSpPr>
          <p:nvPr/>
        </p:nvSpPr>
        <p:spPr>
          <a:xfrm xmlns:a="http://schemas.openxmlformats.org/drawingml/2006/main">
            <a:off x="2730500" y="3039110"/>
            <a:ext cx="3048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S2</a:t>
            </a:r>
          </a:p>
        </p:txBody>
      </p:sp>
      <p:sp>
        <p:nvSpPr>
          <p:cNvPr id="78" name="Figure_1_Evidence_Selection-078">
            <a:extLst xmlns:a="http://schemas.openxmlformats.org/drawingml/2006/main">
              <a:ext uri="{FF2B5EF4-FFF2-40B4-BE49-F238E27FC236}">
                <a16:creationId xmlns:a16="http://schemas.microsoft.com/office/drawing/2014/main" id="{3DF05366-67F8-4C65-8C6C-2252FC01FE99}"/>
              </a:ext>
            </a:extLst>
          </p:cNvPr>
          <p:cNvSpPr>
            <a:spLocks xmlns:a="http://schemas.openxmlformats.org/drawingml/2006/main" noGrp="1"/>
          </p:cNvSpPr>
          <p:nvPr/>
        </p:nvSpPr>
        <p:spPr>
          <a:xfrm xmlns:a="http://schemas.openxmlformats.org/drawingml/2006/main">
            <a:off x="3073400" y="2946400"/>
            <a:ext cx="330200" cy="25400"/>
          </a:xfrm>
          <a:custGeom xmlns:a="http://schemas.openxmlformats.org/drawingml/2006/main">
            <a:pathLst>
              <a:path w="330200" h="25400">
                <a:moveTo>
                  <a:pt x="0" y="25400"/>
                </a:moveTo>
                <a:lnTo>
                  <a:pt x="25400" y="0"/>
                </a:lnTo>
                <a:lnTo>
                  <a:pt x="330200" y="0"/>
                </a:lnTo>
                <a:lnTo>
                  <a:pt x="304800" y="254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79" name="Figure_1_Evidence_Selection-079">
            <a:extLst xmlns:a="http://schemas.openxmlformats.org/drawingml/2006/main">
              <a:ext uri="{FF2B5EF4-FFF2-40B4-BE49-F238E27FC236}">
                <a16:creationId xmlns:a16="http://schemas.microsoft.com/office/drawing/2014/main" id="{E8181143-724E-4800-9850-5B2F32D7BBE2}"/>
              </a:ext>
            </a:extLst>
          </p:cNvPr>
          <p:cNvSpPr>
            <a:spLocks xmlns:a="http://schemas.openxmlformats.org/drawingml/2006/main" noGrp="1"/>
          </p:cNvSpPr>
          <p:nvPr/>
        </p:nvSpPr>
        <p:spPr>
          <a:xfrm xmlns:a="http://schemas.openxmlformats.org/drawingml/2006/main">
            <a:off x="3378200" y="2946400"/>
            <a:ext cx="25400" cy="279400"/>
          </a:xfrm>
          <a:custGeom xmlns:a="http://schemas.openxmlformats.org/drawingml/2006/main">
            <a:pathLst>
              <a:path w="25400" h="279400">
                <a:moveTo>
                  <a:pt x="0" y="25400"/>
                </a:moveTo>
                <a:lnTo>
                  <a:pt x="25400" y="0"/>
                </a:lnTo>
                <a:lnTo>
                  <a:pt x="25400" y="254000"/>
                </a:lnTo>
                <a:lnTo>
                  <a:pt x="0" y="2794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80" name="Figure_1_Evidence_Selection-080">
            <a:extLst xmlns:a="http://schemas.openxmlformats.org/drawingml/2006/main">
              <a:ext uri="{FF2B5EF4-FFF2-40B4-BE49-F238E27FC236}">
                <a16:creationId xmlns:a16="http://schemas.microsoft.com/office/drawing/2014/main" id="{6A8F3338-F9F7-4676-8F5A-7722C94D0786}"/>
              </a:ext>
            </a:extLst>
          </p:cNvPr>
          <p:cNvSpPr>
            <a:spLocks xmlns:a="http://schemas.openxmlformats.org/drawingml/2006/main" noGrp="1"/>
          </p:cNvSpPr>
          <p:nvPr/>
        </p:nvSpPr>
        <p:spPr>
          <a:xfrm xmlns:a="http://schemas.openxmlformats.org/drawingml/2006/main">
            <a:off x="3073400" y="2971800"/>
            <a:ext cx="304800" cy="254000"/>
          </a:xfrm>
          <a:prstGeom xmlns:a="http://schemas.openxmlformats.org/drawingml/2006/main" prst="rect">
            <a:avLst/>
          </a:prstGeom>
          <a:solidFill xmlns:a="http://schemas.openxmlformats.org/drawingml/2006/main">
            <a:srgbClr val="F5B7BE"/>
          </a:solidFill>
          <a:ln xmlns:a="http://schemas.openxmlformats.org/drawingml/2006/main" w="10160">
            <a:solidFill>
              <a:srgbClr val="161616"/>
            </a:solidFill>
            <a:prstDash val="solid"/>
          </a:ln>
        </p:spPr>
      </p:sp>
      <p:sp>
        <p:nvSpPr>
          <p:cNvPr id="81" name="Figure_1_Evidence_Selection-081">
            <a:extLst xmlns:a="http://schemas.openxmlformats.org/drawingml/2006/main">
              <a:ext uri="{FF2B5EF4-FFF2-40B4-BE49-F238E27FC236}">
                <a16:creationId xmlns:a16="http://schemas.microsoft.com/office/drawing/2014/main" id="{48039441-EAFF-4AD5-B59D-75ADCC3CB22C}"/>
              </a:ext>
            </a:extLst>
          </p:cNvPr>
          <p:cNvSpPr>
            <a:spLocks xmlns:a="http://schemas.openxmlformats.org/drawingml/2006/main" noGrp="1"/>
          </p:cNvSpPr>
          <p:nvPr/>
        </p:nvSpPr>
        <p:spPr>
          <a:xfrm xmlns:a="http://schemas.openxmlformats.org/drawingml/2006/main">
            <a:off x="3073400" y="3039110"/>
            <a:ext cx="3048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S3</a:t>
            </a:r>
          </a:p>
        </p:txBody>
      </p:sp>
      <p:sp>
        <p:nvSpPr>
          <p:cNvPr id="82" name="Figure_1_Evidence_Selection-082">
            <a:extLst xmlns:a="http://schemas.openxmlformats.org/drawingml/2006/main">
              <a:ext uri="{FF2B5EF4-FFF2-40B4-BE49-F238E27FC236}">
                <a16:creationId xmlns:a16="http://schemas.microsoft.com/office/drawing/2014/main" id="{408D8080-9AFF-4BA2-BEEF-24851F2DAEF1}"/>
              </a:ext>
            </a:extLst>
          </p:cNvPr>
          <p:cNvSpPr>
            <a:spLocks xmlns:a="http://schemas.openxmlformats.org/drawingml/2006/main" noGrp="1"/>
          </p:cNvSpPr>
          <p:nvPr/>
        </p:nvSpPr>
        <p:spPr>
          <a:xfrm xmlns:a="http://schemas.openxmlformats.org/drawingml/2006/main">
            <a:off x="3429000" y="3098800"/>
            <a:ext cx="203200" cy="127"/>
          </a:xfrm>
          <a:custGeom xmlns:a="http://schemas.openxmlformats.org/drawingml/2006/main">
            <a:pathLst>
              <a:path w="203200" h="127">
                <a:moveTo>
                  <a:pt x="0" y="0"/>
                </a:moveTo>
                <a:lnTo>
                  <a:pt x="203200" y="0"/>
                </a:lnTo>
              </a:path>
            </a:pathLst>
          </a:custGeom>
          <a:noFill xmlns:a="http://schemas.openxmlformats.org/drawingml/2006/main"/>
          <a:ln xmlns:a="http://schemas.openxmlformats.org/drawingml/2006/main" w="22860">
            <a:solidFill>
              <a:srgbClr val="161616"/>
            </a:solidFill>
            <a:prstDash val="solid"/>
          </a:ln>
        </p:spPr>
      </p:sp>
      <p:sp>
        <p:nvSpPr>
          <p:cNvPr id="83" name="Figure_1_Evidence_Selection-083">
            <a:extLst xmlns:a="http://schemas.openxmlformats.org/drawingml/2006/main">
              <a:ext uri="{FF2B5EF4-FFF2-40B4-BE49-F238E27FC236}">
                <a16:creationId xmlns:a16="http://schemas.microsoft.com/office/drawing/2014/main" id="{DBA92914-6B39-4D4F-8773-BFFC478B2CB3}"/>
              </a:ext>
            </a:extLst>
          </p:cNvPr>
          <p:cNvSpPr>
            <a:spLocks xmlns:a="http://schemas.openxmlformats.org/drawingml/2006/main" noGrp="1"/>
          </p:cNvSpPr>
          <p:nvPr/>
        </p:nvSpPr>
        <p:spPr>
          <a:xfrm xmlns:a="http://schemas.openxmlformats.org/drawingml/2006/main">
            <a:off x="3581400" y="30764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84" name="Figure_1_Evidence_Selection-084">
            <a:extLst xmlns:a="http://schemas.openxmlformats.org/drawingml/2006/main">
              <a:ext uri="{FF2B5EF4-FFF2-40B4-BE49-F238E27FC236}">
                <a16:creationId xmlns:a16="http://schemas.microsoft.com/office/drawing/2014/main" id="{CE81F680-2DED-4CA2-9750-C2BC674AA57B}"/>
              </a:ext>
            </a:extLst>
          </p:cNvPr>
          <p:cNvSpPr>
            <a:spLocks xmlns:a="http://schemas.openxmlformats.org/drawingml/2006/main" noGrp="1"/>
          </p:cNvSpPr>
          <p:nvPr/>
        </p:nvSpPr>
        <p:spPr>
          <a:xfrm xmlns:a="http://schemas.openxmlformats.org/drawingml/2006/main">
            <a:off x="3721100" y="2959100"/>
            <a:ext cx="19939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10" b="0">
                <a:solidFill>
                  <a:srgbClr val="161616"/>
                </a:solidFill>
                <a:latin typeface="DejaVu Sans"/>
                <a:ea typeface="DejaVu Sans"/>
                <a:cs typeface="DejaVu Sans"/>
              </a:defRPr>
            </a:defPPr>
            <a:lvl1pPr algn="l">
              <a:defRPr sz="710" b="0">
                <a:solidFill>
                  <a:srgbClr val="161616"/>
                </a:solidFill>
                <a:latin typeface="DejaVu Sans"/>
                <a:ea typeface="DejaVu Sans"/>
                <a:cs typeface="DejaVu Sans"/>
              </a:defRPr>
            </a:lvl1pPr>
            <a:lvl2pPr algn="l">
              <a:defRPr sz="710" b="0">
                <a:solidFill>
                  <a:srgbClr val="161616"/>
                </a:solidFill>
                <a:latin typeface="DejaVu Sans"/>
                <a:ea typeface="DejaVu Sans"/>
                <a:cs typeface="DejaVu Sans"/>
              </a:defRPr>
            </a:lvl2pPr>
            <a:lvl3pPr algn="l">
              <a:defRPr sz="710" b="0">
                <a:solidFill>
                  <a:srgbClr val="161616"/>
                </a:solidFill>
                <a:latin typeface="DejaVu Sans"/>
                <a:ea typeface="DejaVu Sans"/>
                <a:cs typeface="DejaVu Sans"/>
              </a:defRPr>
            </a:lvl3pPr>
            <a:lvl4pPr algn="l">
              <a:defRPr sz="710" b="0">
                <a:solidFill>
                  <a:srgbClr val="161616"/>
                </a:solidFill>
                <a:latin typeface="DejaVu Sans"/>
                <a:ea typeface="DejaVu Sans"/>
                <a:cs typeface="DejaVu Sans"/>
              </a:defRPr>
            </a:lvl4pPr>
            <a:lvl5pPr algn="l">
              <a:defRPr sz="710" b="0">
                <a:solidFill>
                  <a:srgbClr val="161616"/>
                </a:solidFill>
                <a:latin typeface="DejaVu Sans"/>
                <a:ea typeface="DejaVu Sans"/>
                <a:cs typeface="DejaVu Sans"/>
              </a:defRPr>
            </a:lvl5pPr>
            <a:lvl6pPr algn="l">
              <a:defRPr sz="710" b="0">
                <a:solidFill>
                  <a:srgbClr val="161616"/>
                </a:solidFill>
                <a:latin typeface="DejaVu Sans"/>
                <a:ea typeface="DejaVu Sans"/>
                <a:cs typeface="DejaVu Sans"/>
              </a:defRPr>
            </a:lvl6pPr>
            <a:lvl7pPr algn="l">
              <a:defRPr sz="710" b="0">
                <a:solidFill>
                  <a:srgbClr val="161616"/>
                </a:solidFill>
                <a:latin typeface="DejaVu Sans"/>
                <a:ea typeface="DejaVu Sans"/>
                <a:cs typeface="DejaVu Sans"/>
              </a:defRPr>
            </a:lvl7pPr>
            <a:lvl8pPr algn="l">
              <a:defRPr sz="710" b="0">
                <a:solidFill>
                  <a:srgbClr val="161616"/>
                </a:solidFill>
                <a:latin typeface="DejaVu Sans"/>
                <a:ea typeface="DejaVu Sans"/>
                <a:cs typeface="DejaVu Sans"/>
              </a:defRPr>
            </a:lvl8pPr>
            <a:lvl9pPr algn="l">
              <a:defRPr sz="710" b="0">
                <a:solidFill>
                  <a:srgbClr val="161616"/>
                </a:solidFill>
                <a:latin typeface="DejaVu Sans"/>
                <a:ea typeface="DejaVu Sans"/>
                <a:cs typeface="DejaVu Sans"/>
              </a:defRPr>
            </a:lvl9pPr>
          </a:lstStyle>
          <a:p xmlns:a="http://schemas.openxmlformats.org/drawingml/2006/main">
            <a:pPr algn="l">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Two complete opposing paths</a:t>
            </a:r>
          </a:p>
        </p:txBody>
      </p:sp>
      <p:sp>
        <p:nvSpPr>
          <p:cNvPr id="85" name="Figure_1_Evidence_Selection-085">
            <a:extLst xmlns:a="http://schemas.openxmlformats.org/drawingml/2006/main">
              <a:ext uri="{FF2B5EF4-FFF2-40B4-BE49-F238E27FC236}">
                <a16:creationId xmlns:a16="http://schemas.microsoft.com/office/drawing/2014/main" id="{9DCFEA66-3FBE-4ADA-BE87-5F5F0435C2A5}"/>
              </a:ext>
            </a:extLst>
          </p:cNvPr>
          <p:cNvSpPr>
            <a:spLocks xmlns:a="http://schemas.openxmlformats.org/drawingml/2006/main" noGrp="1"/>
          </p:cNvSpPr>
          <p:nvPr/>
        </p:nvSpPr>
        <p:spPr>
          <a:xfrm xmlns:a="http://schemas.openxmlformats.org/drawingml/2006/main">
            <a:off x="2387600" y="3517900"/>
            <a:ext cx="889000" cy="2794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1430">
            <a:solidFill>
              <a:srgbClr val="161616"/>
            </a:solidFill>
            <a:prstDash val="solid"/>
          </a:ln>
        </p:spPr>
      </p:sp>
      <p:sp>
        <p:nvSpPr>
          <p:cNvPr id="86" name="Figure_1_Evidence_Selection-086">
            <a:extLst xmlns:a="http://schemas.openxmlformats.org/drawingml/2006/main">
              <a:ext uri="{FF2B5EF4-FFF2-40B4-BE49-F238E27FC236}">
                <a16:creationId xmlns:a16="http://schemas.microsoft.com/office/drawing/2014/main" id="{43F847C4-CC34-447A-8260-C76A310DCA9A}"/>
              </a:ext>
            </a:extLst>
          </p:cNvPr>
          <p:cNvSpPr>
            <a:spLocks xmlns:a="http://schemas.openxmlformats.org/drawingml/2006/main" noGrp="1"/>
          </p:cNvSpPr>
          <p:nvPr/>
        </p:nvSpPr>
        <p:spPr>
          <a:xfrm xmlns:a="http://schemas.openxmlformats.org/drawingml/2006/main">
            <a:off x="2425700" y="3594100"/>
            <a:ext cx="8128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Riverbank</a:t>
            </a:r>
          </a:p>
        </p:txBody>
      </p:sp>
      <p:sp>
        <p:nvSpPr>
          <p:cNvPr id="87" name="Figure_1_Evidence_Selection-087">
            <a:extLst xmlns:a="http://schemas.openxmlformats.org/drawingml/2006/main">
              <a:ext uri="{FF2B5EF4-FFF2-40B4-BE49-F238E27FC236}">
                <a16:creationId xmlns:a16="http://schemas.microsoft.com/office/drawing/2014/main" id="{13E52EDA-0793-41A2-84C8-2D4321ADE067}"/>
              </a:ext>
            </a:extLst>
          </p:cNvPr>
          <p:cNvSpPr>
            <a:spLocks xmlns:a="http://schemas.openxmlformats.org/drawingml/2006/main" noGrp="1"/>
          </p:cNvSpPr>
          <p:nvPr/>
        </p:nvSpPr>
        <p:spPr>
          <a:xfrm xmlns:a="http://schemas.openxmlformats.org/drawingml/2006/main">
            <a:off x="3289300" y="3657600"/>
            <a:ext cx="241300" cy="127"/>
          </a:xfrm>
          <a:custGeom xmlns:a="http://schemas.openxmlformats.org/drawingml/2006/main">
            <a:pathLst>
              <a:path w="241300" h="127">
                <a:moveTo>
                  <a:pt x="0" y="0"/>
                </a:moveTo>
                <a:lnTo>
                  <a:pt x="241300" y="0"/>
                </a:lnTo>
              </a:path>
            </a:pathLst>
          </a:custGeom>
          <a:noFill xmlns:a="http://schemas.openxmlformats.org/drawingml/2006/main"/>
          <a:ln xmlns:a="http://schemas.openxmlformats.org/drawingml/2006/main" w="22860">
            <a:solidFill>
              <a:srgbClr val="161616"/>
            </a:solidFill>
            <a:prstDash val="solid"/>
          </a:ln>
        </p:spPr>
      </p:sp>
      <p:sp>
        <p:nvSpPr>
          <p:cNvPr id="88" name="Figure_1_Evidence_Selection-088">
            <a:extLst xmlns:a="http://schemas.openxmlformats.org/drawingml/2006/main">
              <a:ext uri="{FF2B5EF4-FFF2-40B4-BE49-F238E27FC236}">
                <a16:creationId xmlns:a16="http://schemas.microsoft.com/office/drawing/2014/main" id="{1D0143DC-4A68-47EB-B475-99373E4D144E}"/>
              </a:ext>
            </a:extLst>
          </p:cNvPr>
          <p:cNvSpPr>
            <a:spLocks xmlns:a="http://schemas.openxmlformats.org/drawingml/2006/main" noGrp="1"/>
          </p:cNvSpPr>
          <p:nvPr/>
        </p:nvSpPr>
        <p:spPr>
          <a:xfrm xmlns:a="http://schemas.openxmlformats.org/drawingml/2006/main">
            <a:off x="3479800" y="36352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89" name="Figure_1_Evidence_Selection-089">
            <a:extLst xmlns:a="http://schemas.openxmlformats.org/drawingml/2006/main">
              <a:ext uri="{FF2B5EF4-FFF2-40B4-BE49-F238E27FC236}">
                <a16:creationId xmlns:a16="http://schemas.microsoft.com/office/drawing/2014/main" id="{F29DEDD4-0210-4D3F-A298-DACCC8CE2B31}"/>
              </a:ext>
            </a:extLst>
          </p:cNvPr>
          <p:cNvSpPr>
            <a:spLocks xmlns:a="http://schemas.openxmlformats.org/drawingml/2006/main" noGrp="1"/>
          </p:cNvSpPr>
          <p:nvPr/>
        </p:nvSpPr>
        <p:spPr>
          <a:xfrm xmlns:a="http://schemas.openxmlformats.org/drawingml/2006/main">
            <a:off x="3568700" y="3517900"/>
            <a:ext cx="876300" cy="279400"/>
          </a:xfrm>
          <a:prstGeom xmlns:a="http://schemas.openxmlformats.org/drawingml/2006/main" prst="roundRect">
            <a:avLst>
              <a:gd name="adj" fmla="val 13636"/>
            </a:avLst>
          </a:prstGeom>
          <a:solidFill xmlns:a="http://schemas.openxmlformats.org/drawingml/2006/main">
            <a:srgbClr val="FFFFFF"/>
          </a:solidFill>
          <a:ln xmlns:a="http://schemas.openxmlformats.org/drawingml/2006/main" w="11430">
            <a:solidFill>
              <a:srgbClr val="161616"/>
            </a:solidFill>
            <a:prstDash val="solid"/>
          </a:ln>
        </p:spPr>
      </p:sp>
      <p:sp>
        <p:nvSpPr>
          <p:cNvPr id="90" name="Figure_1_Evidence_Selection-090">
            <a:extLst xmlns:a="http://schemas.openxmlformats.org/drawingml/2006/main">
              <a:ext uri="{FF2B5EF4-FFF2-40B4-BE49-F238E27FC236}">
                <a16:creationId xmlns:a16="http://schemas.microsoft.com/office/drawing/2014/main" id="{C571ED76-E236-4C09-A248-3B39B0B3947A}"/>
              </a:ext>
            </a:extLst>
          </p:cNvPr>
          <p:cNvSpPr>
            <a:spLocks xmlns:a="http://schemas.openxmlformats.org/drawingml/2006/main" noGrp="1"/>
          </p:cNvSpPr>
          <p:nvPr/>
        </p:nvSpPr>
        <p:spPr>
          <a:xfrm xmlns:a="http://schemas.openxmlformats.org/drawingml/2006/main">
            <a:off x="3606800" y="3594100"/>
            <a:ext cx="8001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Lin Zhou</a:t>
            </a:r>
          </a:p>
        </p:txBody>
      </p:sp>
      <p:sp>
        <p:nvSpPr>
          <p:cNvPr id="91" name="Figure_1_Evidence_Selection-091">
            <a:extLst xmlns:a="http://schemas.openxmlformats.org/drawingml/2006/main">
              <a:ext uri="{FF2B5EF4-FFF2-40B4-BE49-F238E27FC236}">
                <a16:creationId xmlns:a16="http://schemas.microsoft.com/office/drawing/2014/main" id="{44B0F000-0BB9-4195-9672-97D6D519E67C}"/>
              </a:ext>
            </a:extLst>
          </p:cNvPr>
          <p:cNvSpPr>
            <a:spLocks xmlns:a="http://schemas.openxmlformats.org/drawingml/2006/main" noGrp="1"/>
          </p:cNvSpPr>
          <p:nvPr/>
        </p:nvSpPr>
        <p:spPr>
          <a:xfrm xmlns:a="http://schemas.openxmlformats.org/drawingml/2006/main">
            <a:off x="4457700" y="3657600"/>
            <a:ext cx="127000" cy="127"/>
          </a:xfrm>
          <a:custGeom xmlns:a="http://schemas.openxmlformats.org/drawingml/2006/main">
            <a:pathLst>
              <a:path w="127000" h="127">
                <a:moveTo>
                  <a:pt x="0" y="0"/>
                </a:moveTo>
                <a:lnTo>
                  <a:pt x="127000" y="0"/>
                </a:lnTo>
              </a:path>
            </a:pathLst>
          </a:custGeom>
          <a:noFill xmlns:a="http://schemas.openxmlformats.org/drawingml/2006/main"/>
          <a:ln xmlns:a="http://schemas.openxmlformats.org/drawingml/2006/main" w="22860">
            <a:solidFill>
              <a:srgbClr val="161616"/>
            </a:solidFill>
            <a:prstDash val="solid"/>
          </a:ln>
        </p:spPr>
      </p:sp>
      <p:sp>
        <p:nvSpPr>
          <p:cNvPr id="92" name="Figure_1_Evidence_Selection-092">
            <a:extLst xmlns:a="http://schemas.openxmlformats.org/drawingml/2006/main">
              <a:ext uri="{FF2B5EF4-FFF2-40B4-BE49-F238E27FC236}">
                <a16:creationId xmlns:a16="http://schemas.microsoft.com/office/drawing/2014/main" id="{4D61398E-5DFD-4154-BBC4-C801D157CAC0}"/>
              </a:ext>
            </a:extLst>
          </p:cNvPr>
          <p:cNvSpPr>
            <a:spLocks xmlns:a="http://schemas.openxmlformats.org/drawingml/2006/main" noGrp="1"/>
          </p:cNvSpPr>
          <p:nvPr/>
        </p:nvSpPr>
        <p:spPr>
          <a:xfrm xmlns:a="http://schemas.openxmlformats.org/drawingml/2006/main">
            <a:off x="4584700" y="3390900"/>
            <a:ext cx="127" cy="393700"/>
          </a:xfrm>
          <a:custGeom xmlns:a="http://schemas.openxmlformats.org/drawingml/2006/main">
            <a:pathLst>
              <a:path w="127" h="393700">
                <a:moveTo>
                  <a:pt x="0" y="0"/>
                </a:moveTo>
                <a:lnTo>
                  <a:pt x="0" y="393700"/>
                </a:lnTo>
              </a:path>
            </a:pathLst>
          </a:custGeom>
          <a:noFill xmlns:a="http://schemas.openxmlformats.org/drawingml/2006/main"/>
          <a:ln xmlns:a="http://schemas.openxmlformats.org/drawingml/2006/main" w="22860">
            <a:solidFill>
              <a:srgbClr val="161616"/>
            </a:solidFill>
            <a:prstDash val="solid"/>
          </a:ln>
        </p:spPr>
      </p:sp>
      <p:sp>
        <p:nvSpPr>
          <p:cNvPr id="93" name="Figure_1_Evidence_Selection-093">
            <a:extLst xmlns:a="http://schemas.openxmlformats.org/drawingml/2006/main">
              <a:ext uri="{FF2B5EF4-FFF2-40B4-BE49-F238E27FC236}">
                <a16:creationId xmlns:a16="http://schemas.microsoft.com/office/drawing/2014/main" id="{F59E3ACC-6905-42F2-A926-F9F46E06A5DB}"/>
              </a:ext>
            </a:extLst>
          </p:cNvPr>
          <p:cNvSpPr>
            <a:spLocks xmlns:a="http://schemas.openxmlformats.org/drawingml/2006/main" noGrp="1"/>
          </p:cNvSpPr>
          <p:nvPr/>
        </p:nvSpPr>
        <p:spPr>
          <a:xfrm xmlns:a="http://schemas.openxmlformats.org/drawingml/2006/main">
            <a:off x="4584700" y="3390900"/>
            <a:ext cx="114300" cy="127"/>
          </a:xfrm>
          <a:custGeom xmlns:a="http://schemas.openxmlformats.org/drawingml/2006/main">
            <a:pathLst>
              <a:path w="114300" h="127">
                <a:moveTo>
                  <a:pt x="0" y="0"/>
                </a:moveTo>
                <a:lnTo>
                  <a:pt x="114300" y="0"/>
                </a:lnTo>
              </a:path>
            </a:pathLst>
          </a:custGeom>
          <a:noFill xmlns:a="http://schemas.openxmlformats.org/drawingml/2006/main"/>
          <a:ln xmlns:a="http://schemas.openxmlformats.org/drawingml/2006/main" w="22860">
            <a:solidFill>
              <a:srgbClr val="161616"/>
            </a:solidFill>
            <a:prstDash val="solid"/>
          </a:ln>
        </p:spPr>
      </p:sp>
      <p:sp>
        <p:nvSpPr>
          <p:cNvPr id="94" name="Figure_1_Evidence_Selection-094">
            <a:extLst xmlns:a="http://schemas.openxmlformats.org/drawingml/2006/main">
              <a:ext uri="{FF2B5EF4-FFF2-40B4-BE49-F238E27FC236}">
                <a16:creationId xmlns:a16="http://schemas.microsoft.com/office/drawing/2014/main" id="{17492CCE-9153-4868-82D2-88823BA438F2}"/>
              </a:ext>
            </a:extLst>
          </p:cNvPr>
          <p:cNvSpPr>
            <a:spLocks xmlns:a="http://schemas.openxmlformats.org/drawingml/2006/main" noGrp="1"/>
          </p:cNvSpPr>
          <p:nvPr/>
        </p:nvSpPr>
        <p:spPr>
          <a:xfrm xmlns:a="http://schemas.openxmlformats.org/drawingml/2006/main">
            <a:off x="4648200" y="33685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95" name="Figure_1_Evidence_Selection-095">
            <a:extLst xmlns:a="http://schemas.openxmlformats.org/drawingml/2006/main">
              <a:ext uri="{FF2B5EF4-FFF2-40B4-BE49-F238E27FC236}">
                <a16:creationId xmlns:a16="http://schemas.microsoft.com/office/drawing/2014/main" id="{DD82FE0F-C85A-4F07-95BB-A3BD58C463D2}"/>
              </a:ext>
            </a:extLst>
          </p:cNvPr>
          <p:cNvSpPr>
            <a:spLocks xmlns:a="http://schemas.openxmlformats.org/drawingml/2006/main" noGrp="1"/>
          </p:cNvSpPr>
          <p:nvPr/>
        </p:nvSpPr>
        <p:spPr>
          <a:xfrm xmlns:a="http://schemas.openxmlformats.org/drawingml/2006/main">
            <a:off x="4584700" y="3784600"/>
            <a:ext cx="114300" cy="127"/>
          </a:xfrm>
          <a:custGeom xmlns:a="http://schemas.openxmlformats.org/drawingml/2006/main">
            <a:pathLst>
              <a:path w="114300" h="127">
                <a:moveTo>
                  <a:pt x="0" y="0"/>
                </a:moveTo>
                <a:lnTo>
                  <a:pt x="114300" y="0"/>
                </a:lnTo>
              </a:path>
            </a:pathLst>
          </a:custGeom>
          <a:noFill xmlns:a="http://schemas.openxmlformats.org/drawingml/2006/main"/>
          <a:ln xmlns:a="http://schemas.openxmlformats.org/drawingml/2006/main" w="22860">
            <a:solidFill>
              <a:srgbClr val="161616"/>
            </a:solidFill>
            <a:prstDash val="solid"/>
          </a:ln>
        </p:spPr>
      </p:sp>
      <p:sp>
        <p:nvSpPr>
          <p:cNvPr id="96" name="Figure_1_Evidence_Selection-096">
            <a:extLst xmlns:a="http://schemas.openxmlformats.org/drawingml/2006/main">
              <a:ext uri="{FF2B5EF4-FFF2-40B4-BE49-F238E27FC236}">
                <a16:creationId xmlns:a16="http://schemas.microsoft.com/office/drawing/2014/main" id="{34C9BB5C-749A-45A0-AFA0-510C41E16D36}"/>
              </a:ext>
            </a:extLst>
          </p:cNvPr>
          <p:cNvSpPr>
            <a:spLocks xmlns:a="http://schemas.openxmlformats.org/drawingml/2006/main" noGrp="1"/>
          </p:cNvSpPr>
          <p:nvPr/>
        </p:nvSpPr>
        <p:spPr>
          <a:xfrm xmlns:a="http://schemas.openxmlformats.org/drawingml/2006/main">
            <a:off x="4648200" y="37622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97" name="Figure_1_Evidence_Selection-097">
            <a:extLst xmlns:a="http://schemas.openxmlformats.org/drawingml/2006/main">
              <a:ext uri="{FF2B5EF4-FFF2-40B4-BE49-F238E27FC236}">
                <a16:creationId xmlns:a16="http://schemas.microsoft.com/office/drawing/2014/main" id="{AE331039-901E-40CA-82F7-3C3AA0F99D60}"/>
              </a:ext>
            </a:extLst>
          </p:cNvPr>
          <p:cNvSpPr>
            <a:spLocks xmlns:a="http://schemas.openxmlformats.org/drawingml/2006/main" noGrp="1"/>
          </p:cNvSpPr>
          <p:nvPr/>
        </p:nvSpPr>
        <p:spPr>
          <a:xfrm xmlns:a="http://schemas.openxmlformats.org/drawingml/2006/main">
            <a:off x="4737100" y="3251200"/>
            <a:ext cx="1016000" cy="279400"/>
          </a:xfrm>
          <a:prstGeom xmlns:a="http://schemas.openxmlformats.org/drawingml/2006/main" prst="roundRect">
            <a:avLst>
              <a:gd name="adj" fmla="val 13636"/>
            </a:avLst>
          </a:prstGeom>
          <a:solidFill xmlns:a="http://schemas.openxmlformats.org/drawingml/2006/main">
            <a:srgbClr val="E1EFD9"/>
          </a:solidFill>
          <a:ln xmlns:a="http://schemas.openxmlformats.org/drawingml/2006/main" w="11430">
            <a:solidFill>
              <a:srgbClr val="161616"/>
            </a:solidFill>
            <a:prstDash val="solid"/>
          </a:ln>
        </p:spPr>
      </p:sp>
      <p:sp>
        <p:nvSpPr>
          <p:cNvPr id="98" name="Figure_1_Evidence_Selection-098">
            <a:extLst xmlns:a="http://schemas.openxmlformats.org/drawingml/2006/main">
              <a:ext uri="{FF2B5EF4-FFF2-40B4-BE49-F238E27FC236}">
                <a16:creationId xmlns:a16="http://schemas.microsoft.com/office/drawing/2014/main" id="{93C049B8-364A-4770-A8D9-E8FC98996798}"/>
              </a:ext>
            </a:extLst>
          </p:cNvPr>
          <p:cNvSpPr>
            <a:spLocks xmlns:a="http://schemas.openxmlformats.org/drawingml/2006/main" noGrp="1"/>
          </p:cNvSpPr>
          <p:nvPr/>
        </p:nvSpPr>
        <p:spPr>
          <a:xfrm xmlns:a="http://schemas.openxmlformats.org/drawingml/2006/main">
            <a:off x="4775200" y="3327400"/>
            <a:ext cx="9398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Haicheng</a:t>
            </a:r>
          </a:p>
        </p:txBody>
      </p:sp>
      <p:sp>
        <p:nvSpPr>
          <p:cNvPr id="99" name="Figure_1_Evidence_Selection-099">
            <a:extLst xmlns:a="http://schemas.openxmlformats.org/drawingml/2006/main">
              <a:ext uri="{FF2B5EF4-FFF2-40B4-BE49-F238E27FC236}">
                <a16:creationId xmlns:a16="http://schemas.microsoft.com/office/drawing/2014/main" id="{8CD4CB0C-30A1-458A-A451-DF9866F86FD1}"/>
              </a:ext>
            </a:extLst>
          </p:cNvPr>
          <p:cNvSpPr>
            <a:spLocks xmlns:a="http://schemas.openxmlformats.org/drawingml/2006/main" noGrp="1"/>
          </p:cNvSpPr>
          <p:nvPr/>
        </p:nvSpPr>
        <p:spPr>
          <a:xfrm xmlns:a="http://schemas.openxmlformats.org/drawingml/2006/main">
            <a:off x="4737100" y="3644900"/>
            <a:ext cx="1016000" cy="279400"/>
          </a:xfrm>
          <a:prstGeom xmlns:a="http://schemas.openxmlformats.org/drawingml/2006/main" prst="roundRect">
            <a:avLst>
              <a:gd name="adj" fmla="val 13636"/>
            </a:avLst>
          </a:prstGeom>
          <a:solidFill xmlns:a="http://schemas.openxmlformats.org/drawingml/2006/main">
            <a:srgbClr val="F5B7BE"/>
          </a:solidFill>
          <a:ln xmlns:a="http://schemas.openxmlformats.org/drawingml/2006/main" w="11430">
            <a:solidFill>
              <a:srgbClr val="161616"/>
            </a:solidFill>
            <a:prstDash val="solid"/>
          </a:ln>
        </p:spPr>
      </p:sp>
      <p:sp>
        <p:nvSpPr>
          <p:cNvPr id="100" name="Figure_1_Evidence_Selection-100">
            <a:extLst xmlns:a="http://schemas.openxmlformats.org/drawingml/2006/main">
              <a:ext uri="{FF2B5EF4-FFF2-40B4-BE49-F238E27FC236}">
                <a16:creationId xmlns:a16="http://schemas.microsoft.com/office/drawing/2014/main" id="{C90D0FC6-0989-4E1A-8049-A4ABBDD1919D}"/>
              </a:ext>
            </a:extLst>
          </p:cNvPr>
          <p:cNvSpPr>
            <a:spLocks xmlns:a="http://schemas.openxmlformats.org/drawingml/2006/main" noGrp="1"/>
          </p:cNvSpPr>
          <p:nvPr/>
        </p:nvSpPr>
        <p:spPr>
          <a:xfrm xmlns:a="http://schemas.openxmlformats.org/drawingml/2006/main">
            <a:off x="4775200" y="3721100"/>
            <a:ext cx="9398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Shancheng</a:t>
            </a:r>
          </a:p>
        </p:txBody>
      </p:sp>
    </p:spTree>
    <p:extLst>
      <p:ext uri="{BB962C8B-B14F-4D97-AF65-F5344CB8AC3E}">
        <p14:creationId xmlns:p14="http://schemas.microsoft.com/office/powerpoint/2010/main" val="140384741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3" name="Figure_2_Method-001">
            <a:extLst xmlns:a="http://schemas.openxmlformats.org/drawingml/2006/main">
              <a:ext uri="{FF2B5EF4-FFF2-40B4-BE49-F238E27FC236}">
                <a16:creationId xmlns:a16="http://schemas.microsoft.com/office/drawing/2014/main" id="{BF9C318D-1171-4BB7-87C5-47D75F58C71A}"/>
              </a:ext>
            </a:extLst>
          </p:cNvPr>
          <p:cNvSpPr>
            <a:spLocks xmlns:a="http://schemas.openxmlformats.org/drawingml/2006/main" noGrp="1"/>
          </p:cNvSpPr>
          <p:nvPr/>
        </p:nvSpPr>
        <p:spPr>
          <a:xfrm xmlns:a="http://schemas.openxmlformats.org/drawingml/2006/main">
            <a:off x="88900" y="1143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a</a:t>
            </a:r>
          </a:p>
        </p:txBody>
      </p:sp>
      <p:sp>
        <p:nvSpPr>
          <p:cNvPr id="2" name="Figure_2_Method-002">
            <a:extLst xmlns:a="http://schemas.openxmlformats.org/drawingml/2006/main">
              <a:ext uri="{FF2B5EF4-FFF2-40B4-BE49-F238E27FC236}">
                <a16:creationId xmlns:a16="http://schemas.microsoft.com/office/drawing/2014/main" id="{5701BD65-ECBE-4019-9BB2-A80E0DFE8DDD}"/>
              </a:ext>
            </a:extLst>
          </p:cNvPr>
          <p:cNvSpPr>
            <a:spLocks xmlns:a="http://schemas.openxmlformats.org/drawingml/2006/main" noGrp="1"/>
          </p:cNvSpPr>
          <p:nvPr/>
        </p:nvSpPr>
        <p:spPr>
          <a:xfrm xmlns:a="http://schemas.openxmlformats.org/drawingml/2006/main">
            <a:off x="254000" y="120650"/>
            <a:ext cx="56007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Source-grounded evidence construction</a:t>
            </a:r>
          </a:p>
        </p:txBody>
      </p:sp>
      <p:sp>
        <p:nvSpPr>
          <p:cNvPr id="3" name="Figure_2_Method-003">
            <a:extLst xmlns:a="http://schemas.openxmlformats.org/drawingml/2006/main">
              <a:ext uri="{FF2B5EF4-FFF2-40B4-BE49-F238E27FC236}">
                <a16:creationId xmlns:a16="http://schemas.microsoft.com/office/drawing/2014/main" id="{03893232-8786-4B7B-9B5B-A2B7EE9E83C8}"/>
              </a:ext>
            </a:extLst>
          </p:cNvPr>
          <p:cNvSpPr>
            <a:spLocks xmlns:a="http://schemas.openxmlformats.org/drawingml/2006/main" noGrp="1"/>
          </p:cNvSpPr>
          <p:nvPr/>
        </p:nvSpPr>
        <p:spPr>
          <a:xfrm xmlns:a="http://schemas.openxmlformats.org/drawingml/2006/main">
            <a:off x="63500" y="381000"/>
            <a:ext cx="5816600" cy="1168400"/>
          </a:xfrm>
          <a:prstGeom xmlns:a="http://schemas.openxmlformats.org/drawingml/2006/main" prst="roundRect">
            <a:avLst>
              <a:gd name="adj" fmla="val 6522"/>
            </a:avLst>
          </a:prstGeom>
          <a:solidFill xmlns:a="http://schemas.openxmlformats.org/drawingml/2006/main">
            <a:srgbClr val="F7EAE9"/>
          </a:solidFill>
          <a:ln xmlns:a="http://schemas.openxmlformats.org/drawingml/2006/main" w="10160">
            <a:solidFill>
              <a:srgbClr val="161616"/>
            </a:solidFill>
            <a:prstDash val="solid"/>
          </a:ln>
        </p:spPr>
      </p:sp>
      <p:sp>
        <p:nvSpPr>
          <p:cNvPr id="4" name="Figure_2_Method-004">
            <a:extLst xmlns:a="http://schemas.openxmlformats.org/drawingml/2006/main">
              <a:ext uri="{FF2B5EF4-FFF2-40B4-BE49-F238E27FC236}">
                <a16:creationId xmlns:a16="http://schemas.microsoft.com/office/drawing/2014/main" id="{EFC6B49D-35D1-403C-8741-1391C1068CDB}"/>
              </a:ext>
            </a:extLst>
          </p:cNvPr>
          <p:cNvSpPr>
            <a:spLocks xmlns:a="http://schemas.openxmlformats.org/drawingml/2006/main" noGrp="1"/>
          </p:cNvSpPr>
          <p:nvPr/>
        </p:nvSpPr>
        <p:spPr>
          <a:xfrm xmlns:a="http://schemas.openxmlformats.org/drawingml/2006/main">
            <a:off x="254000" y="647700"/>
            <a:ext cx="622300" cy="431800"/>
          </a:xfrm>
          <a:prstGeom xmlns:a="http://schemas.openxmlformats.org/drawingml/2006/main" prst="roundRect">
            <a:avLst>
              <a:gd name="adj" fmla="val 5882"/>
            </a:avLst>
          </a:prstGeom>
          <a:solidFill xmlns:a="http://schemas.openxmlformats.org/drawingml/2006/main">
            <a:srgbClr val="DAE2F5"/>
          </a:solidFill>
          <a:ln xmlns:a="http://schemas.openxmlformats.org/drawingml/2006/main" w="10160">
            <a:solidFill>
              <a:srgbClr val="161616"/>
            </a:solidFill>
            <a:prstDash val="solid"/>
          </a:ln>
        </p:spPr>
      </p:sp>
      <p:sp>
        <p:nvSpPr>
          <p:cNvPr id="5" name="Figure_2_Method-005">
            <a:extLst xmlns:a="http://schemas.openxmlformats.org/drawingml/2006/main">
              <a:ext uri="{FF2B5EF4-FFF2-40B4-BE49-F238E27FC236}">
                <a16:creationId xmlns:a16="http://schemas.microsoft.com/office/drawing/2014/main" id="{5E72D1D2-ECA6-41B0-8FC3-682047E0C131}"/>
              </a:ext>
            </a:extLst>
          </p:cNvPr>
          <p:cNvSpPr>
            <a:spLocks xmlns:a="http://schemas.openxmlformats.org/drawingml/2006/main" noGrp="1"/>
          </p:cNvSpPr>
          <p:nvPr/>
        </p:nvSpPr>
        <p:spPr>
          <a:xfrm xmlns:a="http://schemas.openxmlformats.org/drawingml/2006/main">
            <a:off x="215900" y="685800"/>
            <a:ext cx="622300" cy="431800"/>
          </a:xfrm>
          <a:prstGeom xmlns:a="http://schemas.openxmlformats.org/drawingml/2006/main" prst="roundRect">
            <a:avLst>
              <a:gd name="adj" fmla="val 5882"/>
            </a:avLst>
          </a:prstGeom>
          <a:solidFill xmlns:a="http://schemas.openxmlformats.org/drawingml/2006/main">
            <a:srgbClr val="DAE2F5"/>
          </a:solidFill>
          <a:ln xmlns:a="http://schemas.openxmlformats.org/drawingml/2006/main" w="10160">
            <a:solidFill>
              <a:srgbClr val="161616"/>
            </a:solidFill>
            <a:prstDash val="solid"/>
          </a:ln>
        </p:spPr>
      </p:sp>
      <p:sp>
        <p:nvSpPr>
          <p:cNvPr id="6" name="Figure_2_Method-006">
            <a:extLst xmlns:a="http://schemas.openxmlformats.org/drawingml/2006/main">
              <a:ext uri="{FF2B5EF4-FFF2-40B4-BE49-F238E27FC236}">
                <a16:creationId xmlns:a16="http://schemas.microsoft.com/office/drawing/2014/main" id="{031D5BE2-4500-41D0-B7FF-74DB40E1AB1B}"/>
              </a:ext>
            </a:extLst>
          </p:cNvPr>
          <p:cNvSpPr>
            <a:spLocks xmlns:a="http://schemas.openxmlformats.org/drawingml/2006/main" noGrp="1"/>
          </p:cNvSpPr>
          <p:nvPr/>
        </p:nvSpPr>
        <p:spPr>
          <a:xfrm xmlns:a="http://schemas.openxmlformats.org/drawingml/2006/main">
            <a:off x="177800" y="723900"/>
            <a:ext cx="622300" cy="431800"/>
          </a:xfrm>
          <a:prstGeom xmlns:a="http://schemas.openxmlformats.org/drawingml/2006/main" prst="roundRect">
            <a:avLst>
              <a:gd name="adj" fmla="val 5882"/>
            </a:avLst>
          </a:prstGeom>
          <a:solidFill xmlns:a="http://schemas.openxmlformats.org/drawingml/2006/main">
            <a:srgbClr val="DAE2F5"/>
          </a:solidFill>
          <a:ln xmlns:a="http://schemas.openxmlformats.org/drawingml/2006/main" w="10160">
            <a:solidFill>
              <a:srgbClr val="161616"/>
            </a:solidFill>
            <a:prstDash val="solid"/>
          </a:ln>
        </p:spPr>
      </p:sp>
      <p:sp>
        <p:nvSpPr>
          <p:cNvPr id="7" name="Figure_2_Method-007">
            <a:extLst xmlns:a="http://schemas.openxmlformats.org/drawingml/2006/main">
              <a:ext uri="{FF2B5EF4-FFF2-40B4-BE49-F238E27FC236}">
                <a16:creationId xmlns:a16="http://schemas.microsoft.com/office/drawing/2014/main" id="{1D4C3B3E-FFBD-4B46-83C5-729C4A723610}"/>
              </a:ext>
            </a:extLst>
          </p:cNvPr>
          <p:cNvSpPr>
            <a:spLocks xmlns:a="http://schemas.openxmlformats.org/drawingml/2006/main" noGrp="1"/>
          </p:cNvSpPr>
          <p:nvPr/>
        </p:nvSpPr>
        <p:spPr>
          <a:xfrm xmlns:a="http://schemas.openxmlformats.org/drawingml/2006/main">
            <a:off x="215900" y="876300"/>
            <a:ext cx="5461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20" b="0">
                <a:solidFill>
                  <a:srgbClr val="161616"/>
                </a:solidFill>
                <a:latin typeface="DejaVu Sans"/>
                <a:ea typeface="DejaVu Sans"/>
                <a:cs typeface="DejaVu Sans"/>
              </a:defRPr>
            </a:defPPr>
            <a:lvl1pPr algn="ctr">
              <a:defRPr sz="720" b="0">
                <a:solidFill>
                  <a:srgbClr val="161616"/>
                </a:solidFill>
                <a:latin typeface="DejaVu Sans"/>
                <a:ea typeface="DejaVu Sans"/>
                <a:cs typeface="DejaVu Sans"/>
              </a:defRPr>
            </a:lvl1pPr>
            <a:lvl2pPr algn="ctr">
              <a:defRPr sz="720" b="0">
                <a:solidFill>
                  <a:srgbClr val="161616"/>
                </a:solidFill>
                <a:latin typeface="DejaVu Sans"/>
                <a:ea typeface="DejaVu Sans"/>
                <a:cs typeface="DejaVu Sans"/>
              </a:defRPr>
            </a:lvl2pPr>
            <a:lvl3pPr algn="ctr">
              <a:defRPr sz="720" b="0">
                <a:solidFill>
                  <a:srgbClr val="161616"/>
                </a:solidFill>
                <a:latin typeface="DejaVu Sans"/>
                <a:ea typeface="DejaVu Sans"/>
                <a:cs typeface="DejaVu Sans"/>
              </a:defRPr>
            </a:lvl3pPr>
            <a:lvl4pPr algn="ctr">
              <a:defRPr sz="720" b="0">
                <a:solidFill>
                  <a:srgbClr val="161616"/>
                </a:solidFill>
                <a:latin typeface="DejaVu Sans"/>
                <a:ea typeface="DejaVu Sans"/>
                <a:cs typeface="DejaVu Sans"/>
              </a:defRPr>
            </a:lvl4pPr>
            <a:lvl5pPr algn="ctr">
              <a:defRPr sz="720" b="0">
                <a:solidFill>
                  <a:srgbClr val="161616"/>
                </a:solidFill>
                <a:latin typeface="DejaVu Sans"/>
                <a:ea typeface="DejaVu Sans"/>
                <a:cs typeface="DejaVu Sans"/>
              </a:defRPr>
            </a:lvl5pPr>
            <a:lvl6pPr algn="ctr">
              <a:defRPr sz="720" b="0">
                <a:solidFill>
                  <a:srgbClr val="161616"/>
                </a:solidFill>
                <a:latin typeface="DejaVu Sans"/>
                <a:ea typeface="DejaVu Sans"/>
                <a:cs typeface="DejaVu Sans"/>
              </a:defRPr>
            </a:lvl6pPr>
            <a:lvl7pPr algn="ctr">
              <a:defRPr sz="720" b="0">
                <a:solidFill>
                  <a:srgbClr val="161616"/>
                </a:solidFill>
                <a:latin typeface="DejaVu Sans"/>
                <a:ea typeface="DejaVu Sans"/>
                <a:cs typeface="DejaVu Sans"/>
              </a:defRPr>
            </a:lvl7pPr>
            <a:lvl8pPr algn="ctr">
              <a:defRPr sz="720" b="0">
                <a:solidFill>
                  <a:srgbClr val="161616"/>
                </a:solidFill>
                <a:latin typeface="DejaVu Sans"/>
                <a:ea typeface="DejaVu Sans"/>
                <a:cs typeface="DejaVu Sans"/>
              </a:defRPr>
            </a:lvl8pPr>
            <a:lvl9pPr algn="ctr">
              <a:defRPr sz="720" b="0">
                <a:solidFill>
                  <a:srgbClr val="161616"/>
                </a:solidFill>
                <a:latin typeface="DejaVu Sans"/>
                <a:ea typeface="DejaVu Sans"/>
                <a:cs typeface="DejaVu Sans"/>
              </a:defRPr>
            </a:lvl9pPr>
          </a:lstStyle>
          <a:p xmlns:a="http://schemas.openxmlformats.org/drawingml/2006/main">
            <a:pPr algn="ctr">
              <a:defRPr sz="720" b="0">
                <a:solidFill>
                  <a:srgbClr val="161616"/>
                </a:solidFill>
                <a:latin typeface="DejaVu Sans"/>
                <a:ea typeface="DejaVu Sans"/>
                <a:cs typeface="DejaVu Sans"/>
              </a:defRPr>
            </a:pPr>
            <a:r>
              <a:rPr sz="720" b="0">
                <a:solidFill>
                  <a:srgbClr val="161616"/>
                </a:solidFill>
                <a:latin typeface="DejaVu Sans"/>
                <a:ea typeface="DejaVu Sans"/>
                <a:cs typeface="DejaVu Sans"/>
              </a:rPr>
              <a:t>Sources</a:t>
            </a:r>
          </a:p>
        </p:txBody>
      </p:sp>
      <p:sp>
        <p:nvSpPr>
          <p:cNvPr id="8" name="Figure_2_Method-008">
            <a:extLst xmlns:a="http://schemas.openxmlformats.org/drawingml/2006/main">
              <a:ext uri="{FF2B5EF4-FFF2-40B4-BE49-F238E27FC236}">
                <a16:creationId xmlns:a16="http://schemas.microsoft.com/office/drawing/2014/main" id="{33ADEFFB-5854-48C9-94A2-38B2AB8C654D}"/>
              </a:ext>
            </a:extLst>
          </p:cNvPr>
          <p:cNvSpPr>
            <a:spLocks xmlns:a="http://schemas.openxmlformats.org/drawingml/2006/main" noGrp="1"/>
          </p:cNvSpPr>
          <p:nvPr/>
        </p:nvSpPr>
        <p:spPr>
          <a:xfrm xmlns:a="http://schemas.openxmlformats.org/drawingml/2006/main">
            <a:off x="190500" y="1231900"/>
            <a:ext cx="8128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20" b="0">
                <a:solidFill>
                  <a:srgbClr val="161616"/>
                </a:solidFill>
                <a:latin typeface="DejaVu Sans"/>
                <a:ea typeface="DejaVu Sans"/>
                <a:cs typeface="DejaVu Sans"/>
              </a:defRPr>
            </a:defPPr>
            <a:lvl1pPr algn="l">
              <a:defRPr sz="720" b="0">
                <a:solidFill>
                  <a:srgbClr val="161616"/>
                </a:solidFill>
                <a:latin typeface="DejaVu Sans"/>
                <a:ea typeface="DejaVu Sans"/>
                <a:cs typeface="DejaVu Sans"/>
              </a:defRPr>
            </a:lvl1pPr>
            <a:lvl2pPr algn="l">
              <a:defRPr sz="720" b="0">
                <a:solidFill>
                  <a:srgbClr val="161616"/>
                </a:solidFill>
                <a:latin typeface="DejaVu Sans"/>
                <a:ea typeface="DejaVu Sans"/>
                <a:cs typeface="DejaVu Sans"/>
              </a:defRPr>
            </a:lvl2pPr>
            <a:lvl3pPr algn="l">
              <a:defRPr sz="720" b="0">
                <a:solidFill>
                  <a:srgbClr val="161616"/>
                </a:solidFill>
                <a:latin typeface="DejaVu Sans"/>
                <a:ea typeface="DejaVu Sans"/>
                <a:cs typeface="DejaVu Sans"/>
              </a:defRPr>
            </a:lvl3pPr>
            <a:lvl4pPr algn="l">
              <a:defRPr sz="720" b="0">
                <a:solidFill>
                  <a:srgbClr val="161616"/>
                </a:solidFill>
                <a:latin typeface="DejaVu Sans"/>
                <a:ea typeface="DejaVu Sans"/>
                <a:cs typeface="DejaVu Sans"/>
              </a:defRPr>
            </a:lvl4pPr>
            <a:lvl5pPr algn="l">
              <a:defRPr sz="720" b="0">
                <a:solidFill>
                  <a:srgbClr val="161616"/>
                </a:solidFill>
                <a:latin typeface="DejaVu Sans"/>
                <a:ea typeface="DejaVu Sans"/>
                <a:cs typeface="DejaVu Sans"/>
              </a:defRPr>
            </a:lvl5pPr>
            <a:lvl6pPr algn="l">
              <a:defRPr sz="720" b="0">
                <a:solidFill>
                  <a:srgbClr val="161616"/>
                </a:solidFill>
                <a:latin typeface="DejaVu Sans"/>
                <a:ea typeface="DejaVu Sans"/>
                <a:cs typeface="DejaVu Sans"/>
              </a:defRPr>
            </a:lvl6pPr>
            <a:lvl7pPr algn="l">
              <a:defRPr sz="720" b="0">
                <a:solidFill>
                  <a:srgbClr val="161616"/>
                </a:solidFill>
                <a:latin typeface="DejaVu Sans"/>
                <a:ea typeface="DejaVu Sans"/>
                <a:cs typeface="DejaVu Sans"/>
              </a:defRPr>
            </a:lvl7pPr>
            <a:lvl8pPr algn="l">
              <a:defRPr sz="720" b="0">
                <a:solidFill>
                  <a:srgbClr val="161616"/>
                </a:solidFill>
                <a:latin typeface="DejaVu Sans"/>
                <a:ea typeface="DejaVu Sans"/>
                <a:cs typeface="DejaVu Sans"/>
              </a:defRPr>
            </a:lvl8pPr>
            <a:lvl9pPr algn="l">
              <a:defRPr sz="720" b="0">
                <a:solidFill>
                  <a:srgbClr val="161616"/>
                </a:solidFill>
                <a:latin typeface="DejaVu Sans"/>
                <a:ea typeface="DejaVu Sans"/>
                <a:cs typeface="DejaVu Sans"/>
              </a:defRPr>
            </a:lvl9pPr>
          </a:lstStyle>
          <a:p xmlns:a="http://schemas.openxmlformats.org/drawingml/2006/main">
            <a:pPr algn="l">
              <a:defRPr sz="720" b="0">
                <a:solidFill>
                  <a:srgbClr val="161616"/>
                </a:solidFill>
                <a:latin typeface="DejaVu Sans"/>
                <a:ea typeface="DejaVu Sans"/>
                <a:cs typeface="DejaVu Sans"/>
              </a:defRPr>
            </a:pPr>
            <a:r>
              <a:rPr sz="720" b="0">
                <a:solidFill>
                  <a:srgbClr val="161616"/>
                </a:solidFill>
                <a:latin typeface="DejaVu Sans"/>
                <a:ea typeface="DejaVu Sans"/>
                <a:cs typeface="DejaVu Sans"/>
              </a:rPr>
              <a:t>Question q</a:t>
            </a:r>
          </a:p>
        </p:txBody>
      </p:sp>
      <p:sp>
        <p:nvSpPr>
          <p:cNvPr id="9" name="Figure_2_Method-009">
            <a:extLst xmlns:a="http://schemas.openxmlformats.org/drawingml/2006/main">
              <a:ext uri="{FF2B5EF4-FFF2-40B4-BE49-F238E27FC236}">
                <a16:creationId xmlns:a16="http://schemas.microsoft.com/office/drawing/2014/main" id="{69345862-E7BA-4A82-991E-A4A64CB50A04}"/>
              </a:ext>
            </a:extLst>
          </p:cNvPr>
          <p:cNvSpPr>
            <a:spLocks xmlns:a="http://schemas.openxmlformats.org/drawingml/2006/main" noGrp="1"/>
          </p:cNvSpPr>
          <p:nvPr/>
        </p:nvSpPr>
        <p:spPr>
          <a:xfrm xmlns:a="http://schemas.openxmlformats.org/drawingml/2006/main">
            <a:off x="876300" y="927100"/>
            <a:ext cx="190500" cy="127"/>
          </a:xfrm>
          <a:custGeom xmlns:a="http://schemas.openxmlformats.org/drawingml/2006/main">
            <a:pathLst>
              <a:path w="190500" h="127">
                <a:moveTo>
                  <a:pt x="0" y="0"/>
                </a:moveTo>
                <a:lnTo>
                  <a:pt x="190500" y="0"/>
                </a:lnTo>
              </a:path>
            </a:pathLst>
          </a:custGeom>
          <a:noFill xmlns:a="http://schemas.openxmlformats.org/drawingml/2006/main"/>
          <a:ln xmlns:a="http://schemas.openxmlformats.org/drawingml/2006/main" w="22860">
            <a:solidFill>
              <a:srgbClr val="161616"/>
            </a:solidFill>
            <a:prstDash val="solid"/>
          </a:ln>
        </p:spPr>
      </p:sp>
      <p:sp>
        <p:nvSpPr>
          <p:cNvPr id="10" name="Figure_2_Method-010">
            <a:extLst xmlns:a="http://schemas.openxmlformats.org/drawingml/2006/main">
              <a:ext uri="{FF2B5EF4-FFF2-40B4-BE49-F238E27FC236}">
                <a16:creationId xmlns:a16="http://schemas.microsoft.com/office/drawing/2014/main" id="{1F8E5AC5-56BD-4196-B2C1-2E6BEC0FF7DA}"/>
              </a:ext>
            </a:extLst>
          </p:cNvPr>
          <p:cNvSpPr>
            <a:spLocks xmlns:a="http://schemas.openxmlformats.org/drawingml/2006/main" noGrp="1"/>
          </p:cNvSpPr>
          <p:nvPr/>
        </p:nvSpPr>
        <p:spPr>
          <a:xfrm xmlns:a="http://schemas.openxmlformats.org/drawingml/2006/main">
            <a:off x="1016000" y="9047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11" name="Figure_2_Method-011">
            <a:extLst xmlns:a="http://schemas.openxmlformats.org/drawingml/2006/main">
              <a:ext uri="{FF2B5EF4-FFF2-40B4-BE49-F238E27FC236}">
                <a16:creationId xmlns:a16="http://schemas.microsoft.com/office/drawing/2014/main" id="{E04646A3-42F7-4306-9BA6-9234E6FE3B51}"/>
              </a:ext>
            </a:extLst>
          </p:cNvPr>
          <p:cNvSpPr>
            <a:spLocks xmlns:a="http://schemas.openxmlformats.org/drawingml/2006/main" noGrp="1"/>
          </p:cNvSpPr>
          <p:nvPr/>
        </p:nvSpPr>
        <p:spPr>
          <a:xfrm xmlns:a="http://schemas.openxmlformats.org/drawingml/2006/main">
            <a:off x="1130300" y="508000"/>
            <a:ext cx="1282700" cy="901700"/>
          </a:xfrm>
          <a:prstGeom xmlns:a="http://schemas.openxmlformats.org/drawingml/2006/main" prst="roundRect">
            <a:avLst>
              <a:gd name="adj" fmla="val 7042"/>
            </a:avLst>
          </a:prstGeom>
          <a:solidFill xmlns:a="http://schemas.openxmlformats.org/drawingml/2006/main">
            <a:srgbClr val="FAE4D5"/>
          </a:solidFill>
          <a:ln xmlns:a="http://schemas.openxmlformats.org/drawingml/2006/main" w="11430">
            <a:solidFill>
              <a:srgbClr val="161616"/>
            </a:solidFill>
            <a:prstDash val="solid"/>
          </a:ln>
        </p:spPr>
      </p:sp>
      <p:sp>
        <p:nvSpPr>
          <p:cNvPr id="12" name="Figure_2_Method-012">
            <a:extLst xmlns:a="http://schemas.openxmlformats.org/drawingml/2006/main">
              <a:ext uri="{FF2B5EF4-FFF2-40B4-BE49-F238E27FC236}">
                <a16:creationId xmlns:a16="http://schemas.microsoft.com/office/drawing/2014/main" id="{B01CA9E5-1BA6-4C6B-9DA0-D4BE8EAE6504}"/>
              </a:ext>
            </a:extLst>
          </p:cNvPr>
          <p:cNvSpPr>
            <a:spLocks xmlns:a="http://schemas.openxmlformats.org/drawingml/2006/main" noGrp="1"/>
          </p:cNvSpPr>
          <p:nvPr/>
        </p:nvSpPr>
        <p:spPr>
          <a:xfrm xmlns:a="http://schemas.openxmlformats.org/drawingml/2006/main">
            <a:off x="1219200" y="584200"/>
            <a:ext cx="1130300" cy="150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40" b="1">
                <a:solidFill>
                  <a:srgbClr val="161616"/>
                </a:solidFill>
                <a:latin typeface="DejaVu Sans"/>
                <a:ea typeface="DejaVu Sans"/>
                <a:cs typeface="DejaVu Sans"/>
              </a:defRPr>
            </a:defPPr>
            <a:lvl1pPr algn="ctr">
              <a:defRPr sz="740" b="1">
                <a:solidFill>
                  <a:srgbClr val="161616"/>
                </a:solidFill>
                <a:latin typeface="DejaVu Sans"/>
                <a:ea typeface="DejaVu Sans"/>
                <a:cs typeface="DejaVu Sans"/>
              </a:defRPr>
            </a:lvl1pPr>
            <a:lvl2pPr algn="ctr">
              <a:defRPr sz="740" b="1">
                <a:solidFill>
                  <a:srgbClr val="161616"/>
                </a:solidFill>
                <a:latin typeface="DejaVu Sans"/>
                <a:ea typeface="DejaVu Sans"/>
                <a:cs typeface="DejaVu Sans"/>
              </a:defRPr>
            </a:lvl2pPr>
            <a:lvl3pPr algn="ctr">
              <a:defRPr sz="740" b="1">
                <a:solidFill>
                  <a:srgbClr val="161616"/>
                </a:solidFill>
                <a:latin typeface="DejaVu Sans"/>
                <a:ea typeface="DejaVu Sans"/>
                <a:cs typeface="DejaVu Sans"/>
              </a:defRPr>
            </a:lvl3pPr>
            <a:lvl4pPr algn="ctr">
              <a:defRPr sz="740" b="1">
                <a:solidFill>
                  <a:srgbClr val="161616"/>
                </a:solidFill>
                <a:latin typeface="DejaVu Sans"/>
                <a:ea typeface="DejaVu Sans"/>
                <a:cs typeface="DejaVu Sans"/>
              </a:defRPr>
            </a:lvl4pPr>
            <a:lvl5pPr algn="ctr">
              <a:defRPr sz="740" b="1">
                <a:solidFill>
                  <a:srgbClr val="161616"/>
                </a:solidFill>
                <a:latin typeface="DejaVu Sans"/>
                <a:ea typeface="DejaVu Sans"/>
                <a:cs typeface="DejaVu Sans"/>
              </a:defRPr>
            </a:lvl5pPr>
            <a:lvl6pPr algn="ctr">
              <a:defRPr sz="740" b="1">
                <a:solidFill>
                  <a:srgbClr val="161616"/>
                </a:solidFill>
                <a:latin typeface="DejaVu Sans"/>
                <a:ea typeface="DejaVu Sans"/>
                <a:cs typeface="DejaVu Sans"/>
              </a:defRPr>
            </a:lvl6pPr>
            <a:lvl7pPr algn="ctr">
              <a:defRPr sz="740" b="1">
                <a:solidFill>
                  <a:srgbClr val="161616"/>
                </a:solidFill>
                <a:latin typeface="DejaVu Sans"/>
                <a:ea typeface="DejaVu Sans"/>
                <a:cs typeface="DejaVu Sans"/>
              </a:defRPr>
            </a:lvl7pPr>
            <a:lvl8pPr algn="ctr">
              <a:defRPr sz="740" b="1">
                <a:solidFill>
                  <a:srgbClr val="161616"/>
                </a:solidFill>
                <a:latin typeface="DejaVu Sans"/>
                <a:ea typeface="DejaVu Sans"/>
                <a:cs typeface="DejaVu Sans"/>
              </a:defRPr>
            </a:lvl8pPr>
            <a:lvl9pPr algn="ctr">
              <a:defRPr sz="740" b="1">
                <a:solidFill>
                  <a:srgbClr val="161616"/>
                </a:solidFill>
                <a:latin typeface="DejaVu Sans"/>
                <a:ea typeface="DejaVu Sans"/>
                <a:cs typeface="DejaVu Sans"/>
              </a:defRPr>
            </a:lvl9pPr>
          </a:lstStyle>
          <a:p xmlns:a="http://schemas.openxmlformats.org/drawingml/2006/main">
            <a:pPr algn="ctr">
              <a:defRPr sz="740" b="1">
                <a:solidFill>
                  <a:srgbClr val="161616"/>
                </a:solidFill>
                <a:latin typeface="DejaVu Sans"/>
                <a:ea typeface="DejaVu Sans"/>
                <a:cs typeface="DejaVu Sans"/>
              </a:defRPr>
            </a:pPr>
            <a:r>
              <a:rPr sz="740" b="1">
                <a:solidFill>
                  <a:srgbClr val="161616"/>
                </a:solidFill>
                <a:latin typeface="DejaVu Sans"/>
                <a:ea typeface="DejaVu Sans"/>
                <a:cs typeface="DejaVu Sans"/>
              </a:rPr>
              <a:t>Witness proposals</a:t>
            </a:r>
          </a:p>
        </p:txBody>
      </p:sp>
      <p:sp>
        <p:nvSpPr>
          <p:cNvPr id="13" name="Figure_2_Method-013">
            <a:extLst xmlns:a="http://schemas.openxmlformats.org/drawingml/2006/main">
              <a:ext uri="{FF2B5EF4-FFF2-40B4-BE49-F238E27FC236}">
                <a16:creationId xmlns:a16="http://schemas.microsoft.com/office/drawing/2014/main" id="{8381B688-42AF-4CE6-99FD-2A5740D7FCFA}"/>
              </a:ext>
            </a:extLst>
          </p:cNvPr>
          <p:cNvSpPr>
            <a:spLocks xmlns:a="http://schemas.openxmlformats.org/drawingml/2006/main" noGrp="1"/>
          </p:cNvSpPr>
          <p:nvPr/>
        </p:nvSpPr>
        <p:spPr>
          <a:xfrm xmlns:a="http://schemas.openxmlformats.org/drawingml/2006/main">
            <a:off x="1219200" y="800100"/>
            <a:ext cx="1092200"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8890">
            <a:solidFill>
              <a:srgbClr val="161616"/>
            </a:solidFill>
            <a:prstDash val="solid"/>
          </a:ln>
        </p:spPr>
      </p:sp>
      <p:sp>
        <p:nvSpPr>
          <p:cNvPr id="14" name="Figure_2_Method-014">
            <a:extLst xmlns:a="http://schemas.openxmlformats.org/drawingml/2006/main">
              <a:ext uri="{FF2B5EF4-FFF2-40B4-BE49-F238E27FC236}">
                <a16:creationId xmlns:a16="http://schemas.microsoft.com/office/drawing/2014/main" id="{39513631-4428-4495-8835-996391FDF221}"/>
              </a:ext>
            </a:extLst>
          </p:cNvPr>
          <p:cNvSpPr>
            <a:spLocks xmlns:a="http://schemas.openxmlformats.org/drawingml/2006/main" noGrp="1"/>
          </p:cNvSpPr>
          <p:nvPr/>
        </p:nvSpPr>
        <p:spPr>
          <a:xfrm xmlns:a="http://schemas.openxmlformats.org/drawingml/2006/main">
            <a:off x="1244600" y="850900"/>
            <a:ext cx="10414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90" b="0">
                <a:solidFill>
                  <a:srgbClr val="161616"/>
                </a:solidFill>
                <a:latin typeface="DejaVu Sans"/>
                <a:ea typeface="DejaVu Sans"/>
                <a:cs typeface="DejaVu Sans"/>
              </a:defRPr>
            </a:defPPr>
            <a:lvl1pPr algn="ctr">
              <a:defRPr sz="690" b="0">
                <a:solidFill>
                  <a:srgbClr val="161616"/>
                </a:solidFill>
                <a:latin typeface="DejaVu Sans"/>
                <a:ea typeface="DejaVu Sans"/>
                <a:cs typeface="DejaVu Sans"/>
              </a:defRPr>
            </a:lvl1pPr>
            <a:lvl2pPr algn="ctr">
              <a:defRPr sz="690" b="0">
                <a:solidFill>
                  <a:srgbClr val="161616"/>
                </a:solidFill>
                <a:latin typeface="DejaVu Sans"/>
                <a:ea typeface="DejaVu Sans"/>
                <a:cs typeface="DejaVu Sans"/>
              </a:defRPr>
            </a:lvl2pPr>
            <a:lvl3pPr algn="ctr">
              <a:defRPr sz="690" b="0">
                <a:solidFill>
                  <a:srgbClr val="161616"/>
                </a:solidFill>
                <a:latin typeface="DejaVu Sans"/>
                <a:ea typeface="DejaVu Sans"/>
                <a:cs typeface="DejaVu Sans"/>
              </a:defRPr>
            </a:lvl3pPr>
            <a:lvl4pPr algn="ctr">
              <a:defRPr sz="690" b="0">
                <a:solidFill>
                  <a:srgbClr val="161616"/>
                </a:solidFill>
                <a:latin typeface="DejaVu Sans"/>
                <a:ea typeface="DejaVu Sans"/>
                <a:cs typeface="DejaVu Sans"/>
              </a:defRPr>
            </a:lvl4pPr>
            <a:lvl5pPr algn="ctr">
              <a:defRPr sz="690" b="0">
                <a:solidFill>
                  <a:srgbClr val="161616"/>
                </a:solidFill>
                <a:latin typeface="DejaVu Sans"/>
                <a:ea typeface="DejaVu Sans"/>
                <a:cs typeface="DejaVu Sans"/>
              </a:defRPr>
            </a:lvl5pPr>
            <a:lvl6pPr algn="ctr">
              <a:defRPr sz="690" b="0">
                <a:solidFill>
                  <a:srgbClr val="161616"/>
                </a:solidFill>
                <a:latin typeface="DejaVu Sans"/>
                <a:ea typeface="DejaVu Sans"/>
                <a:cs typeface="DejaVu Sans"/>
              </a:defRPr>
            </a:lvl6pPr>
            <a:lvl7pPr algn="ctr">
              <a:defRPr sz="690" b="0">
                <a:solidFill>
                  <a:srgbClr val="161616"/>
                </a:solidFill>
                <a:latin typeface="DejaVu Sans"/>
                <a:ea typeface="DejaVu Sans"/>
                <a:cs typeface="DejaVu Sans"/>
              </a:defRPr>
            </a:lvl7pPr>
            <a:lvl8pPr algn="ctr">
              <a:defRPr sz="690" b="0">
                <a:solidFill>
                  <a:srgbClr val="161616"/>
                </a:solidFill>
                <a:latin typeface="DejaVu Sans"/>
                <a:ea typeface="DejaVu Sans"/>
                <a:cs typeface="DejaVu Sans"/>
              </a:defRPr>
            </a:lvl8pPr>
            <a:lvl9pPr algn="ctr">
              <a:defRPr sz="690" b="0">
                <a:solidFill>
                  <a:srgbClr val="161616"/>
                </a:solidFill>
                <a:latin typeface="DejaVu Sans"/>
                <a:ea typeface="DejaVu Sans"/>
                <a:cs typeface="DejaVu Sans"/>
              </a:defRPr>
            </a:lvl9pPr>
          </a:lstStyle>
          <a:p xmlns:a="http://schemas.openxmlformats.org/drawingml/2006/main">
            <a:pPr algn="ctr">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Whole pool: up to 4</a:t>
            </a:r>
          </a:p>
        </p:txBody>
      </p:sp>
      <p:sp>
        <p:nvSpPr>
          <p:cNvPr id="15" name="Figure_2_Method-015">
            <a:extLst xmlns:a="http://schemas.openxmlformats.org/drawingml/2006/main">
              <a:ext uri="{FF2B5EF4-FFF2-40B4-BE49-F238E27FC236}">
                <a16:creationId xmlns:a16="http://schemas.microsoft.com/office/drawing/2014/main" id="{834EE55A-2189-4D5B-9F5C-593EE43C7816}"/>
              </a:ext>
            </a:extLst>
          </p:cNvPr>
          <p:cNvSpPr>
            <a:spLocks xmlns:a="http://schemas.openxmlformats.org/drawingml/2006/main" noGrp="1"/>
          </p:cNvSpPr>
          <p:nvPr/>
        </p:nvSpPr>
        <p:spPr>
          <a:xfrm xmlns:a="http://schemas.openxmlformats.org/drawingml/2006/main">
            <a:off x="1219200" y="1092200"/>
            <a:ext cx="1092200" cy="2286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8890">
            <a:solidFill>
              <a:srgbClr val="161616"/>
            </a:solidFill>
            <a:prstDash val="solid"/>
          </a:ln>
        </p:spPr>
      </p:sp>
      <p:sp>
        <p:nvSpPr>
          <p:cNvPr id="16" name="Figure_2_Method-016">
            <a:extLst xmlns:a="http://schemas.openxmlformats.org/drawingml/2006/main">
              <a:ext uri="{FF2B5EF4-FFF2-40B4-BE49-F238E27FC236}">
                <a16:creationId xmlns:a16="http://schemas.microsoft.com/office/drawing/2014/main" id="{0CE0424C-416F-44AC-B9CD-AE22CE4D3FF4}"/>
              </a:ext>
            </a:extLst>
          </p:cNvPr>
          <p:cNvSpPr>
            <a:spLocks xmlns:a="http://schemas.openxmlformats.org/drawingml/2006/main" noGrp="1"/>
          </p:cNvSpPr>
          <p:nvPr/>
        </p:nvSpPr>
        <p:spPr>
          <a:xfrm xmlns:a="http://schemas.openxmlformats.org/drawingml/2006/main">
            <a:off x="1244600" y="1143000"/>
            <a:ext cx="10414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80" b="0">
                <a:solidFill>
                  <a:srgbClr val="161616"/>
                </a:solidFill>
                <a:latin typeface="DejaVu Sans"/>
                <a:ea typeface="DejaVu Sans"/>
                <a:cs typeface="DejaVu Sans"/>
              </a:defRPr>
            </a:defPPr>
            <a:lvl1pPr algn="ctr">
              <a:defRPr sz="680" b="0">
                <a:solidFill>
                  <a:srgbClr val="161616"/>
                </a:solidFill>
                <a:latin typeface="DejaVu Sans"/>
                <a:ea typeface="DejaVu Sans"/>
                <a:cs typeface="DejaVu Sans"/>
              </a:defRPr>
            </a:lvl1pPr>
            <a:lvl2pPr algn="ctr">
              <a:defRPr sz="680" b="0">
                <a:solidFill>
                  <a:srgbClr val="161616"/>
                </a:solidFill>
                <a:latin typeface="DejaVu Sans"/>
                <a:ea typeface="DejaVu Sans"/>
                <a:cs typeface="DejaVu Sans"/>
              </a:defRPr>
            </a:lvl2pPr>
            <a:lvl3pPr algn="ctr">
              <a:defRPr sz="680" b="0">
                <a:solidFill>
                  <a:srgbClr val="161616"/>
                </a:solidFill>
                <a:latin typeface="DejaVu Sans"/>
                <a:ea typeface="DejaVu Sans"/>
                <a:cs typeface="DejaVu Sans"/>
              </a:defRPr>
            </a:lvl3pPr>
            <a:lvl4pPr algn="ctr">
              <a:defRPr sz="680" b="0">
                <a:solidFill>
                  <a:srgbClr val="161616"/>
                </a:solidFill>
                <a:latin typeface="DejaVu Sans"/>
                <a:ea typeface="DejaVu Sans"/>
                <a:cs typeface="DejaVu Sans"/>
              </a:defRPr>
            </a:lvl4pPr>
            <a:lvl5pPr algn="ctr">
              <a:defRPr sz="680" b="0">
                <a:solidFill>
                  <a:srgbClr val="161616"/>
                </a:solidFill>
                <a:latin typeface="DejaVu Sans"/>
                <a:ea typeface="DejaVu Sans"/>
                <a:cs typeface="DejaVu Sans"/>
              </a:defRPr>
            </a:lvl5pPr>
            <a:lvl6pPr algn="ctr">
              <a:defRPr sz="680" b="0">
                <a:solidFill>
                  <a:srgbClr val="161616"/>
                </a:solidFill>
                <a:latin typeface="DejaVu Sans"/>
                <a:ea typeface="DejaVu Sans"/>
                <a:cs typeface="DejaVu Sans"/>
              </a:defRPr>
            </a:lvl6pPr>
            <a:lvl7pPr algn="ctr">
              <a:defRPr sz="680" b="0">
                <a:solidFill>
                  <a:srgbClr val="161616"/>
                </a:solidFill>
                <a:latin typeface="DejaVu Sans"/>
                <a:ea typeface="DejaVu Sans"/>
                <a:cs typeface="DejaVu Sans"/>
              </a:defRPr>
            </a:lvl7pPr>
            <a:lvl8pPr algn="ctr">
              <a:defRPr sz="680" b="0">
                <a:solidFill>
                  <a:srgbClr val="161616"/>
                </a:solidFill>
                <a:latin typeface="DejaVu Sans"/>
                <a:ea typeface="DejaVu Sans"/>
                <a:cs typeface="DejaVu Sans"/>
              </a:defRPr>
            </a:lvl8pPr>
            <a:lvl9pPr algn="ctr">
              <a:defRPr sz="680" b="0">
                <a:solidFill>
                  <a:srgbClr val="161616"/>
                </a:solidFill>
                <a:latin typeface="DejaVu Sans"/>
                <a:ea typeface="DejaVu Sans"/>
                <a:cs typeface="DejaVu Sans"/>
              </a:defRPr>
            </a:lvl9pPr>
          </a:lstStyle>
          <a:p xmlns:a="http://schemas.openxmlformats.org/drawingml/2006/main">
            <a:pPr algn="ctr">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Up to 2 source blocks</a:t>
            </a:r>
          </a:p>
        </p:txBody>
      </p:sp>
      <p:sp>
        <p:nvSpPr>
          <p:cNvPr id="17" name="Figure_2_Method-017">
            <a:extLst xmlns:a="http://schemas.openxmlformats.org/drawingml/2006/main">
              <a:ext uri="{FF2B5EF4-FFF2-40B4-BE49-F238E27FC236}">
                <a16:creationId xmlns:a16="http://schemas.microsoft.com/office/drawing/2014/main" id="{481FD00A-F97F-489E-85B8-E80321B48506}"/>
              </a:ext>
            </a:extLst>
          </p:cNvPr>
          <p:cNvSpPr>
            <a:spLocks xmlns:a="http://schemas.openxmlformats.org/drawingml/2006/main" noGrp="1"/>
          </p:cNvSpPr>
          <p:nvPr/>
        </p:nvSpPr>
        <p:spPr>
          <a:xfrm xmlns:a="http://schemas.openxmlformats.org/drawingml/2006/main">
            <a:off x="2438400" y="927100"/>
            <a:ext cx="165100" cy="127"/>
          </a:xfrm>
          <a:custGeom xmlns:a="http://schemas.openxmlformats.org/drawingml/2006/main">
            <a:pathLst>
              <a:path w="165100" h="127">
                <a:moveTo>
                  <a:pt x="0" y="0"/>
                </a:moveTo>
                <a:lnTo>
                  <a:pt x="165100" y="0"/>
                </a:lnTo>
              </a:path>
            </a:pathLst>
          </a:custGeom>
          <a:noFill xmlns:a="http://schemas.openxmlformats.org/drawingml/2006/main"/>
          <a:ln xmlns:a="http://schemas.openxmlformats.org/drawingml/2006/main" w="22860">
            <a:solidFill>
              <a:srgbClr val="161616"/>
            </a:solidFill>
            <a:prstDash val="solid"/>
          </a:ln>
        </p:spPr>
      </p:sp>
      <p:sp>
        <p:nvSpPr>
          <p:cNvPr id="18" name="Figure_2_Method-018">
            <a:extLst xmlns:a="http://schemas.openxmlformats.org/drawingml/2006/main">
              <a:ext uri="{FF2B5EF4-FFF2-40B4-BE49-F238E27FC236}">
                <a16:creationId xmlns:a16="http://schemas.microsoft.com/office/drawing/2014/main" id="{6DB6E365-EE4C-4ADA-9980-FD270353A4B9}"/>
              </a:ext>
            </a:extLst>
          </p:cNvPr>
          <p:cNvSpPr>
            <a:spLocks xmlns:a="http://schemas.openxmlformats.org/drawingml/2006/main" noGrp="1"/>
          </p:cNvSpPr>
          <p:nvPr/>
        </p:nvSpPr>
        <p:spPr>
          <a:xfrm xmlns:a="http://schemas.openxmlformats.org/drawingml/2006/main">
            <a:off x="2552700" y="9047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19" name="Figure_2_Method-019">
            <a:extLst xmlns:a="http://schemas.openxmlformats.org/drawingml/2006/main">
              <a:ext uri="{FF2B5EF4-FFF2-40B4-BE49-F238E27FC236}">
                <a16:creationId xmlns:a16="http://schemas.microsoft.com/office/drawing/2014/main" id="{3FA6F751-AE52-4155-B6BD-BD97C143E165}"/>
              </a:ext>
            </a:extLst>
          </p:cNvPr>
          <p:cNvSpPr>
            <a:spLocks xmlns:a="http://schemas.openxmlformats.org/drawingml/2006/main" noGrp="1"/>
          </p:cNvSpPr>
          <p:nvPr/>
        </p:nvSpPr>
        <p:spPr>
          <a:xfrm xmlns:a="http://schemas.openxmlformats.org/drawingml/2006/main">
            <a:off x="2667000" y="508000"/>
            <a:ext cx="1333500" cy="901700"/>
          </a:xfrm>
          <a:prstGeom xmlns:a="http://schemas.openxmlformats.org/drawingml/2006/main" prst="roundRect">
            <a:avLst>
              <a:gd name="adj" fmla="val 7042"/>
            </a:avLst>
          </a:prstGeom>
          <a:solidFill xmlns:a="http://schemas.openxmlformats.org/drawingml/2006/main">
            <a:srgbClr val="E1EFD9"/>
          </a:solidFill>
          <a:ln xmlns:a="http://schemas.openxmlformats.org/drawingml/2006/main" w="11430">
            <a:solidFill>
              <a:srgbClr val="161616"/>
            </a:solidFill>
            <a:prstDash val="solid"/>
          </a:ln>
        </p:spPr>
      </p:sp>
      <p:sp>
        <p:nvSpPr>
          <p:cNvPr id="20" name="Figure_2_Method-020">
            <a:extLst xmlns:a="http://schemas.openxmlformats.org/drawingml/2006/main">
              <a:ext uri="{FF2B5EF4-FFF2-40B4-BE49-F238E27FC236}">
                <a16:creationId xmlns:a16="http://schemas.microsoft.com/office/drawing/2014/main" id="{6A508F49-A5D3-435F-8615-7BD926E26208}"/>
              </a:ext>
            </a:extLst>
          </p:cNvPr>
          <p:cNvSpPr>
            <a:spLocks xmlns:a="http://schemas.openxmlformats.org/drawingml/2006/main" noGrp="1"/>
          </p:cNvSpPr>
          <p:nvPr/>
        </p:nvSpPr>
        <p:spPr>
          <a:xfrm xmlns:a="http://schemas.openxmlformats.org/drawingml/2006/main">
            <a:off x="2730500" y="584200"/>
            <a:ext cx="1206500" cy="150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40" b="1">
                <a:solidFill>
                  <a:srgbClr val="161616"/>
                </a:solidFill>
                <a:latin typeface="DejaVu Sans"/>
                <a:ea typeface="DejaVu Sans"/>
                <a:cs typeface="DejaVu Sans"/>
              </a:defRPr>
            </a:defPPr>
            <a:lvl1pPr algn="ctr">
              <a:defRPr sz="740" b="1">
                <a:solidFill>
                  <a:srgbClr val="161616"/>
                </a:solidFill>
                <a:latin typeface="DejaVu Sans"/>
                <a:ea typeface="DejaVu Sans"/>
                <a:cs typeface="DejaVu Sans"/>
              </a:defRPr>
            </a:lvl1pPr>
            <a:lvl2pPr algn="ctr">
              <a:defRPr sz="740" b="1">
                <a:solidFill>
                  <a:srgbClr val="161616"/>
                </a:solidFill>
                <a:latin typeface="DejaVu Sans"/>
                <a:ea typeface="DejaVu Sans"/>
                <a:cs typeface="DejaVu Sans"/>
              </a:defRPr>
            </a:lvl2pPr>
            <a:lvl3pPr algn="ctr">
              <a:defRPr sz="740" b="1">
                <a:solidFill>
                  <a:srgbClr val="161616"/>
                </a:solidFill>
                <a:latin typeface="DejaVu Sans"/>
                <a:ea typeface="DejaVu Sans"/>
                <a:cs typeface="DejaVu Sans"/>
              </a:defRPr>
            </a:lvl3pPr>
            <a:lvl4pPr algn="ctr">
              <a:defRPr sz="740" b="1">
                <a:solidFill>
                  <a:srgbClr val="161616"/>
                </a:solidFill>
                <a:latin typeface="DejaVu Sans"/>
                <a:ea typeface="DejaVu Sans"/>
                <a:cs typeface="DejaVu Sans"/>
              </a:defRPr>
            </a:lvl4pPr>
            <a:lvl5pPr algn="ctr">
              <a:defRPr sz="740" b="1">
                <a:solidFill>
                  <a:srgbClr val="161616"/>
                </a:solidFill>
                <a:latin typeface="DejaVu Sans"/>
                <a:ea typeface="DejaVu Sans"/>
                <a:cs typeface="DejaVu Sans"/>
              </a:defRPr>
            </a:lvl5pPr>
            <a:lvl6pPr algn="ctr">
              <a:defRPr sz="740" b="1">
                <a:solidFill>
                  <a:srgbClr val="161616"/>
                </a:solidFill>
                <a:latin typeface="DejaVu Sans"/>
                <a:ea typeface="DejaVu Sans"/>
                <a:cs typeface="DejaVu Sans"/>
              </a:defRPr>
            </a:lvl6pPr>
            <a:lvl7pPr algn="ctr">
              <a:defRPr sz="740" b="1">
                <a:solidFill>
                  <a:srgbClr val="161616"/>
                </a:solidFill>
                <a:latin typeface="DejaVu Sans"/>
                <a:ea typeface="DejaVu Sans"/>
                <a:cs typeface="DejaVu Sans"/>
              </a:defRPr>
            </a:lvl7pPr>
            <a:lvl8pPr algn="ctr">
              <a:defRPr sz="740" b="1">
                <a:solidFill>
                  <a:srgbClr val="161616"/>
                </a:solidFill>
                <a:latin typeface="DejaVu Sans"/>
                <a:ea typeface="DejaVu Sans"/>
                <a:cs typeface="DejaVu Sans"/>
              </a:defRPr>
            </a:lvl8pPr>
            <a:lvl9pPr algn="ctr">
              <a:defRPr sz="740" b="1">
                <a:solidFill>
                  <a:srgbClr val="161616"/>
                </a:solidFill>
                <a:latin typeface="DejaVu Sans"/>
                <a:ea typeface="DejaVu Sans"/>
                <a:cs typeface="DejaVu Sans"/>
              </a:defRPr>
            </a:lvl9pPr>
          </a:lstStyle>
          <a:p xmlns:a="http://schemas.openxmlformats.org/drawingml/2006/main">
            <a:pPr algn="ctr">
              <a:defRPr sz="740" b="1">
                <a:solidFill>
                  <a:srgbClr val="161616"/>
                </a:solidFill>
                <a:latin typeface="DejaVu Sans"/>
                <a:ea typeface="DejaVu Sans"/>
                <a:cs typeface="DejaVu Sans"/>
              </a:defRPr>
            </a:pPr>
            <a:r>
              <a:rPr sz="740" b="1">
                <a:solidFill>
                  <a:srgbClr val="161616"/>
                </a:solidFill>
                <a:latin typeface="DejaVu Sans"/>
                <a:ea typeface="DejaVu Sans"/>
                <a:cs typeface="DejaVu Sans"/>
              </a:rPr>
              <a:t>Source checks</a:t>
            </a:r>
          </a:p>
        </p:txBody>
      </p:sp>
      <p:sp>
        <p:nvSpPr>
          <p:cNvPr id="21" name="Figure_2_Method-021">
            <a:extLst xmlns:a="http://schemas.openxmlformats.org/drawingml/2006/main">
              <a:ext uri="{FF2B5EF4-FFF2-40B4-BE49-F238E27FC236}">
                <a16:creationId xmlns:a16="http://schemas.microsoft.com/office/drawing/2014/main" id="{DC6B9052-977C-4507-AA78-3B0FC56CA269}"/>
              </a:ext>
            </a:extLst>
          </p:cNvPr>
          <p:cNvSpPr>
            <a:spLocks xmlns:a="http://schemas.openxmlformats.org/drawingml/2006/main" noGrp="1"/>
          </p:cNvSpPr>
          <p:nvPr/>
        </p:nvSpPr>
        <p:spPr>
          <a:xfrm xmlns:a="http://schemas.openxmlformats.org/drawingml/2006/main">
            <a:off x="2768600" y="812800"/>
            <a:ext cx="11303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Complete support</a:t>
            </a:r>
          </a:p>
        </p:txBody>
      </p:sp>
      <p:sp>
        <p:nvSpPr>
          <p:cNvPr id="22" name="Figure_2_Method-022">
            <a:extLst xmlns:a="http://schemas.openxmlformats.org/drawingml/2006/main">
              <a:ext uri="{FF2B5EF4-FFF2-40B4-BE49-F238E27FC236}">
                <a16:creationId xmlns:a16="http://schemas.microsoft.com/office/drawing/2014/main" id="{EC17BE4A-D977-4515-BF7F-5F809D05CAC7}"/>
              </a:ext>
            </a:extLst>
          </p:cNvPr>
          <p:cNvSpPr>
            <a:spLocks xmlns:a="http://schemas.openxmlformats.org/drawingml/2006/main" noGrp="1"/>
          </p:cNvSpPr>
          <p:nvPr/>
        </p:nvSpPr>
        <p:spPr>
          <a:xfrm xmlns:a="http://schemas.openxmlformats.org/drawingml/2006/main">
            <a:off x="2768600" y="990600"/>
            <a:ext cx="11303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Answer equivalence</a:t>
            </a:r>
          </a:p>
        </p:txBody>
      </p:sp>
      <p:sp>
        <p:nvSpPr>
          <p:cNvPr id="23" name="Figure_2_Method-023">
            <a:extLst xmlns:a="http://schemas.openxmlformats.org/drawingml/2006/main">
              <a:ext uri="{FF2B5EF4-FFF2-40B4-BE49-F238E27FC236}">
                <a16:creationId xmlns:a16="http://schemas.microsoft.com/office/drawing/2014/main" id="{26FEFB36-98EA-4BEC-A68F-5422010C92FA}"/>
              </a:ext>
            </a:extLst>
          </p:cNvPr>
          <p:cNvSpPr>
            <a:spLocks xmlns:a="http://schemas.openxmlformats.org/drawingml/2006/main" noGrp="1"/>
          </p:cNvSpPr>
          <p:nvPr/>
        </p:nvSpPr>
        <p:spPr>
          <a:xfrm xmlns:a="http://schemas.openxmlformats.org/drawingml/2006/main">
            <a:off x="2768600" y="1168400"/>
            <a:ext cx="11303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Pairwise opposition</a:t>
            </a:r>
          </a:p>
        </p:txBody>
      </p:sp>
      <p:sp>
        <p:nvSpPr>
          <p:cNvPr id="24" name="Figure_2_Method-024">
            <a:extLst xmlns:a="http://schemas.openxmlformats.org/drawingml/2006/main">
              <a:ext uri="{FF2B5EF4-FFF2-40B4-BE49-F238E27FC236}">
                <a16:creationId xmlns:a16="http://schemas.microsoft.com/office/drawing/2014/main" id="{46E66C36-EF7E-4976-8B37-3ED6C304CCF5}"/>
              </a:ext>
            </a:extLst>
          </p:cNvPr>
          <p:cNvSpPr>
            <a:spLocks xmlns:a="http://schemas.openxmlformats.org/drawingml/2006/main" noGrp="1"/>
          </p:cNvSpPr>
          <p:nvPr/>
        </p:nvSpPr>
        <p:spPr>
          <a:xfrm xmlns:a="http://schemas.openxmlformats.org/drawingml/2006/main">
            <a:off x="4025900" y="927100"/>
            <a:ext cx="190500" cy="127"/>
          </a:xfrm>
          <a:custGeom xmlns:a="http://schemas.openxmlformats.org/drawingml/2006/main">
            <a:pathLst>
              <a:path w="190500" h="127">
                <a:moveTo>
                  <a:pt x="0" y="0"/>
                </a:moveTo>
                <a:lnTo>
                  <a:pt x="190500" y="0"/>
                </a:lnTo>
              </a:path>
            </a:pathLst>
          </a:custGeom>
          <a:noFill xmlns:a="http://schemas.openxmlformats.org/drawingml/2006/main"/>
          <a:ln xmlns:a="http://schemas.openxmlformats.org/drawingml/2006/main" w="22860">
            <a:solidFill>
              <a:srgbClr val="161616"/>
            </a:solidFill>
            <a:prstDash val="solid"/>
          </a:ln>
        </p:spPr>
      </p:sp>
      <p:sp>
        <p:nvSpPr>
          <p:cNvPr id="25" name="Figure_2_Method-025">
            <a:extLst xmlns:a="http://schemas.openxmlformats.org/drawingml/2006/main">
              <a:ext uri="{FF2B5EF4-FFF2-40B4-BE49-F238E27FC236}">
                <a16:creationId xmlns:a16="http://schemas.microsoft.com/office/drawing/2014/main" id="{FEB755B6-94F1-4D54-ACD5-B4EAFEE6BDDB}"/>
              </a:ext>
            </a:extLst>
          </p:cNvPr>
          <p:cNvSpPr>
            <a:spLocks xmlns:a="http://schemas.openxmlformats.org/drawingml/2006/main" noGrp="1"/>
          </p:cNvSpPr>
          <p:nvPr/>
        </p:nvSpPr>
        <p:spPr>
          <a:xfrm xmlns:a="http://schemas.openxmlformats.org/drawingml/2006/main">
            <a:off x="4165600" y="9047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26" name="Figure_2_Method-026">
            <a:extLst xmlns:a="http://schemas.openxmlformats.org/drawingml/2006/main">
              <a:ext uri="{FF2B5EF4-FFF2-40B4-BE49-F238E27FC236}">
                <a16:creationId xmlns:a16="http://schemas.microsoft.com/office/drawing/2014/main" id="{ED9D8CC5-2716-4722-A675-1CB2871CFAE6}"/>
              </a:ext>
            </a:extLst>
          </p:cNvPr>
          <p:cNvSpPr>
            <a:spLocks xmlns:a="http://schemas.openxmlformats.org/drawingml/2006/main" noGrp="1"/>
          </p:cNvSpPr>
          <p:nvPr/>
        </p:nvSpPr>
        <p:spPr>
          <a:xfrm xmlns:a="http://schemas.openxmlformats.org/drawingml/2006/main">
            <a:off x="4279900" y="508000"/>
            <a:ext cx="1473200" cy="901700"/>
          </a:xfrm>
          <a:prstGeom xmlns:a="http://schemas.openxmlformats.org/drawingml/2006/main" prst="roundRect">
            <a:avLst>
              <a:gd name="adj" fmla="val 7042"/>
            </a:avLst>
          </a:prstGeom>
          <a:solidFill xmlns:a="http://schemas.openxmlformats.org/drawingml/2006/main">
            <a:srgbClr val="B1AFD4"/>
          </a:solidFill>
          <a:ln xmlns:a="http://schemas.openxmlformats.org/drawingml/2006/main" w="11430">
            <a:solidFill>
              <a:srgbClr val="161616"/>
            </a:solidFill>
            <a:prstDash val="solid"/>
          </a:ln>
        </p:spPr>
      </p:sp>
      <p:sp>
        <p:nvSpPr>
          <p:cNvPr id="27" name="Figure_2_Method-027">
            <a:extLst xmlns:a="http://schemas.openxmlformats.org/drawingml/2006/main">
              <a:ext uri="{FF2B5EF4-FFF2-40B4-BE49-F238E27FC236}">
                <a16:creationId xmlns:a16="http://schemas.microsoft.com/office/drawing/2014/main" id="{2993A6FC-1E5B-4774-A50A-70827EB4EA91}"/>
              </a:ext>
            </a:extLst>
          </p:cNvPr>
          <p:cNvSpPr>
            <a:spLocks xmlns:a="http://schemas.openxmlformats.org/drawingml/2006/main" noGrp="1"/>
          </p:cNvSpPr>
          <p:nvPr/>
        </p:nvSpPr>
        <p:spPr>
          <a:xfrm xmlns:a="http://schemas.openxmlformats.org/drawingml/2006/main">
            <a:off x="4343400" y="584200"/>
            <a:ext cx="1346200" cy="1488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30" b="1">
                <a:solidFill>
                  <a:srgbClr val="161616"/>
                </a:solidFill>
                <a:latin typeface="DejaVu Sans"/>
                <a:ea typeface="DejaVu Sans"/>
                <a:cs typeface="DejaVu Sans"/>
              </a:defRPr>
            </a:defPPr>
            <a:lvl1pPr algn="ctr">
              <a:defRPr sz="730" b="1">
                <a:solidFill>
                  <a:srgbClr val="161616"/>
                </a:solidFill>
                <a:latin typeface="DejaVu Sans"/>
                <a:ea typeface="DejaVu Sans"/>
                <a:cs typeface="DejaVu Sans"/>
              </a:defRPr>
            </a:lvl1pPr>
            <a:lvl2pPr algn="ctr">
              <a:defRPr sz="730" b="1">
                <a:solidFill>
                  <a:srgbClr val="161616"/>
                </a:solidFill>
                <a:latin typeface="DejaVu Sans"/>
                <a:ea typeface="DejaVu Sans"/>
                <a:cs typeface="DejaVu Sans"/>
              </a:defRPr>
            </a:lvl2pPr>
            <a:lvl3pPr algn="ctr">
              <a:defRPr sz="730" b="1">
                <a:solidFill>
                  <a:srgbClr val="161616"/>
                </a:solidFill>
                <a:latin typeface="DejaVu Sans"/>
                <a:ea typeface="DejaVu Sans"/>
                <a:cs typeface="DejaVu Sans"/>
              </a:defRPr>
            </a:lvl3pPr>
            <a:lvl4pPr algn="ctr">
              <a:defRPr sz="730" b="1">
                <a:solidFill>
                  <a:srgbClr val="161616"/>
                </a:solidFill>
                <a:latin typeface="DejaVu Sans"/>
                <a:ea typeface="DejaVu Sans"/>
                <a:cs typeface="DejaVu Sans"/>
              </a:defRPr>
            </a:lvl4pPr>
            <a:lvl5pPr algn="ctr">
              <a:defRPr sz="730" b="1">
                <a:solidFill>
                  <a:srgbClr val="161616"/>
                </a:solidFill>
                <a:latin typeface="DejaVu Sans"/>
                <a:ea typeface="DejaVu Sans"/>
                <a:cs typeface="DejaVu Sans"/>
              </a:defRPr>
            </a:lvl5pPr>
            <a:lvl6pPr algn="ctr">
              <a:defRPr sz="730" b="1">
                <a:solidFill>
                  <a:srgbClr val="161616"/>
                </a:solidFill>
                <a:latin typeface="DejaVu Sans"/>
                <a:ea typeface="DejaVu Sans"/>
                <a:cs typeface="DejaVu Sans"/>
              </a:defRPr>
            </a:lvl6pPr>
            <a:lvl7pPr algn="ctr">
              <a:defRPr sz="730" b="1">
                <a:solidFill>
                  <a:srgbClr val="161616"/>
                </a:solidFill>
                <a:latin typeface="DejaVu Sans"/>
                <a:ea typeface="DejaVu Sans"/>
                <a:cs typeface="DejaVu Sans"/>
              </a:defRPr>
            </a:lvl7pPr>
            <a:lvl8pPr algn="ctr">
              <a:defRPr sz="730" b="1">
                <a:solidFill>
                  <a:srgbClr val="161616"/>
                </a:solidFill>
                <a:latin typeface="DejaVu Sans"/>
                <a:ea typeface="DejaVu Sans"/>
                <a:cs typeface="DejaVu Sans"/>
              </a:defRPr>
            </a:lvl8pPr>
            <a:lvl9pPr algn="ctr">
              <a:defRPr sz="730" b="1">
                <a:solidFill>
                  <a:srgbClr val="161616"/>
                </a:solidFill>
                <a:latin typeface="DejaVu Sans"/>
                <a:ea typeface="DejaVu Sans"/>
                <a:cs typeface="DejaVu Sans"/>
              </a:defRPr>
            </a:lvl9pPr>
          </a:lstStyle>
          <a:p xmlns:a="http://schemas.openxmlformats.org/drawingml/2006/main">
            <a:pPr algn="ctr">
              <a:defRPr sz="730" b="1">
                <a:solidFill>
                  <a:srgbClr val="161616"/>
                </a:solidFill>
                <a:latin typeface="DejaVu Sans"/>
                <a:ea typeface="DejaVu Sans"/>
                <a:cs typeface="DejaVu Sans"/>
              </a:defRPr>
            </a:pPr>
            <a:r>
              <a:rPr sz="730" b="1">
                <a:solidFill>
                  <a:srgbClr val="161616"/>
                </a:solidFill>
                <a:latin typeface="DejaVu Sans"/>
                <a:ea typeface="DejaVu Sans"/>
                <a:cs typeface="DejaVu Sans"/>
              </a:rPr>
              <a:t>Accepted family graph</a:t>
            </a:r>
          </a:p>
        </p:txBody>
      </p:sp>
      <p:sp>
        <p:nvSpPr>
          <p:cNvPr id="28" name="Figure_2_Method-028">
            <a:extLst xmlns:a="http://schemas.openxmlformats.org/drawingml/2006/main">
              <a:ext uri="{FF2B5EF4-FFF2-40B4-BE49-F238E27FC236}">
                <a16:creationId xmlns:a16="http://schemas.microsoft.com/office/drawing/2014/main" id="{BA6D9DB3-4ABA-4E8B-A3E7-69517FBED328}"/>
              </a:ext>
            </a:extLst>
          </p:cNvPr>
          <p:cNvSpPr>
            <a:spLocks xmlns:a="http://schemas.openxmlformats.org/drawingml/2006/main" noGrp="1"/>
          </p:cNvSpPr>
          <p:nvPr/>
        </p:nvSpPr>
        <p:spPr>
          <a:xfrm xmlns:a="http://schemas.openxmlformats.org/drawingml/2006/main">
            <a:off x="4508500" y="901700"/>
            <a:ext cx="279400" cy="279400"/>
          </a:xfrm>
          <a:prstGeom xmlns:a="http://schemas.openxmlformats.org/drawingml/2006/main" prst="ellipse">
            <a:avLst/>
          </a:prstGeom>
          <a:solidFill xmlns:a="http://schemas.openxmlformats.org/drawingml/2006/main">
            <a:srgbClr val="DAE2F5"/>
          </a:solidFill>
          <a:ln xmlns:a="http://schemas.openxmlformats.org/drawingml/2006/main" w="11430">
            <a:solidFill>
              <a:srgbClr val="161616"/>
            </a:solidFill>
            <a:prstDash val="solid"/>
          </a:ln>
        </p:spPr>
      </p:sp>
      <p:sp>
        <p:nvSpPr>
          <p:cNvPr id="29" name="Figure_2_Method-029">
            <a:extLst xmlns:a="http://schemas.openxmlformats.org/drawingml/2006/main">
              <a:ext uri="{FF2B5EF4-FFF2-40B4-BE49-F238E27FC236}">
                <a16:creationId xmlns:a16="http://schemas.microsoft.com/office/drawing/2014/main" id="{CB17BA95-83A8-49D2-B931-B239FD351591}"/>
              </a:ext>
            </a:extLst>
          </p:cNvPr>
          <p:cNvSpPr>
            <a:spLocks xmlns:a="http://schemas.openxmlformats.org/drawingml/2006/main" noGrp="1"/>
          </p:cNvSpPr>
          <p:nvPr/>
        </p:nvSpPr>
        <p:spPr>
          <a:xfrm xmlns:a="http://schemas.openxmlformats.org/drawingml/2006/main">
            <a:off x="4584700" y="977900"/>
            <a:ext cx="1270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800" b="0">
                <a:solidFill>
                  <a:srgbClr val="161616"/>
                </a:solidFill>
                <a:latin typeface="DejaVu Sans"/>
                <a:ea typeface="DejaVu Sans"/>
                <a:cs typeface="DejaVu Sans"/>
              </a:defRPr>
            </a:defPPr>
            <a:lvl1pPr algn="ctr">
              <a:defRPr sz="800" b="0">
                <a:solidFill>
                  <a:srgbClr val="161616"/>
                </a:solidFill>
                <a:latin typeface="DejaVu Sans"/>
                <a:ea typeface="DejaVu Sans"/>
                <a:cs typeface="DejaVu Sans"/>
              </a:defRPr>
            </a:lvl1pPr>
            <a:lvl2pPr algn="ctr">
              <a:defRPr sz="800" b="0">
                <a:solidFill>
                  <a:srgbClr val="161616"/>
                </a:solidFill>
                <a:latin typeface="DejaVu Sans"/>
                <a:ea typeface="DejaVu Sans"/>
                <a:cs typeface="DejaVu Sans"/>
              </a:defRPr>
            </a:lvl2pPr>
            <a:lvl3pPr algn="ctr">
              <a:defRPr sz="800" b="0">
                <a:solidFill>
                  <a:srgbClr val="161616"/>
                </a:solidFill>
                <a:latin typeface="DejaVu Sans"/>
                <a:ea typeface="DejaVu Sans"/>
                <a:cs typeface="DejaVu Sans"/>
              </a:defRPr>
            </a:lvl3pPr>
            <a:lvl4pPr algn="ctr">
              <a:defRPr sz="800" b="0">
                <a:solidFill>
                  <a:srgbClr val="161616"/>
                </a:solidFill>
                <a:latin typeface="DejaVu Sans"/>
                <a:ea typeface="DejaVu Sans"/>
                <a:cs typeface="DejaVu Sans"/>
              </a:defRPr>
            </a:lvl4pPr>
            <a:lvl5pPr algn="ctr">
              <a:defRPr sz="800" b="0">
                <a:solidFill>
                  <a:srgbClr val="161616"/>
                </a:solidFill>
                <a:latin typeface="DejaVu Sans"/>
                <a:ea typeface="DejaVu Sans"/>
                <a:cs typeface="DejaVu Sans"/>
              </a:defRPr>
            </a:lvl5pPr>
            <a:lvl6pPr algn="ctr">
              <a:defRPr sz="800" b="0">
                <a:solidFill>
                  <a:srgbClr val="161616"/>
                </a:solidFill>
                <a:latin typeface="DejaVu Sans"/>
                <a:ea typeface="DejaVu Sans"/>
                <a:cs typeface="DejaVu Sans"/>
              </a:defRPr>
            </a:lvl6pPr>
            <a:lvl7pPr algn="ctr">
              <a:defRPr sz="800" b="0">
                <a:solidFill>
                  <a:srgbClr val="161616"/>
                </a:solidFill>
                <a:latin typeface="DejaVu Sans"/>
                <a:ea typeface="DejaVu Sans"/>
                <a:cs typeface="DejaVu Sans"/>
              </a:defRPr>
            </a:lvl7pPr>
            <a:lvl8pPr algn="ctr">
              <a:defRPr sz="800" b="0">
                <a:solidFill>
                  <a:srgbClr val="161616"/>
                </a:solidFill>
                <a:latin typeface="DejaVu Sans"/>
                <a:ea typeface="DejaVu Sans"/>
                <a:cs typeface="DejaVu Sans"/>
              </a:defRPr>
            </a:lvl8pPr>
            <a:lvl9pPr algn="ctr">
              <a:defRPr sz="800" b="0">
                <a:solidFill>
                  <a:srgbClr val="161616"/>
                </a:solidFill>
                <a:latin typeface="DejaVu Sans"/>
                <a:ea typeface="DejaVu Sans"/>
                <a:cs typeface="DejaVu Sans"/>
              </a:defRPr>
            </a:lvl9pPr>
          </a:lstStyle>
          <a:p xmlns:a="http://schemas.openxmlformats.org/drawingml/2006/main">
            <a:pPr algn="ctr">
              <a:defRPr sz="800" b="0">
                <a:solidFill>
                  <a:srgbClr val="161616"/>
                </a:solidFill>
                <a:latin typeface="DejaVu Sans"/>
                <a:ea typeface="DejaVu Sans"/>
                <a:cs typeface="DejaVu Sans"/>
              </a:defRPr>
            </a:pPr>
            <a:r>
              <a:rPr sz="800" b="0">
                <a:solidFill>
                  <a:srgbClr val="161616"/>
                </a:solidFill>
                <a:latin typeface="DejaVu Sans"/>
                <a:ea typeface="DejaVu Sans"/>
                <a:cs typeface="DejaVu Sans"/>
              </a:rPr>
              <a:t>a</a:t>
            </a:r>
          </a:p>
        </p:txBody>
      </p:sp>
      <p:sp>
        <p:nvSpPr>
          <p:cNvPr id="30" name="Figure_2_Method-030">
            <a:extLst xmlns:a="http://schemas.openxmlformats.org/drawingml/2006/main">
              <a:ext uri="{FF2B5EF4-FFF2-40B4-BE49-F238E27FC236}">
                <a16:creationId xmlns:a16="http://schemas.microsoft.com/office/drawing/2014/main" id="{8C9540B6-2A25-423F-AED1-390A903BBE55}"/>
              </a:ext>
            </a:extLst>
          </p:cNvPr>
          <p:cNvSpPr>
            <a:spLocks xmlns:a="http://schemas.openxmlformats.org/drawingml/2006/main" noGrp="1"/>
          </p:cNvSpPr>
          <p:nvPr/>
        </p:nvSpPr>
        <p:spPr>
          <a:xfrm xmlns:a="http://schemas.openxmlformats.org/drawingml/2006/main">
            <a:off x="5257800" y="901700"/>
            <a:ext cx="279400" cy="279400"/>
          </a:xfrm>
          <a:prstGeom xmlns:a="http://schemas.openxmlformats.org/drawingml/2006/main" prst="ellipse">
            <a:avLst/>
          </a:prstGeom>
          <a:solidFill xmlns:a="http://schemas.openxmlformats.org/drawingml/2006/main">
            <a:srgbClr val="F5B7BE"/>
          </a:solidFill>
          <a:ln xmlns:a="http://schemas.openxmlformats.org/drawingml/2006/main" w="11430">
            <a:solidFill>
              <a:srgbClr val="161616"/>
            </a:solidFill>
            <a:prstDash val="solid"/>
          </a:ln>
        </p:spPr>
      </p:sp>
      <p:sp>
        <p:nvSpPr>
          <p:cNvPr id="31" name="Figure_2_Method-031">
            <a:extLst xmlns:a="http://schemas.openxmlformats.org/drawingml/2006/main">
              <a:ext uri="{FF2B5EF4-FFF2-40B4-BE49-F238E27FC236}">
                <a16:creationId xmlns:a16="http://schemas.microsoft.com/office/drawing/2014/main" id="{C7C373EE-0943-46D5-9F19-436A9EBB7E0A}"/>
              </a:ext>
            </a:extLst>
          </p:cNvPr>
          <p:cNvSpPr>
            <a:spLocks xmlns:a="http://schemas.openxmlformats.org/drawingml/2006/main" noGrp="1"/>
          </p:cNvSpPr>
          <p:nvPr/>
        </p:nvSpPr>
        <p:spPr>
          <a:xfrm xmlns:a="http://schemas.openxmlformats.org/drawingml/2006/main">
            <a:off x="5334000" y="977900"/>
            <a:ext cx="1270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800" b="0">
                <a:solidFill>
                  <a:srgbClr val="161616"/>
                </a:solidFill>
                <a:latin typeface="DejaVu Sans"/>
                <a:ea typeface="DejaVu Sans"/>
                <a:cs typeface="DejaVu Sans"/>
              </a:defRPr>
            </a:defPPr>
            <a:lvl1pPr algn="ctr">
              <a:defRPr sz="800" b="0">
                <a:solidFill>
                  <a:srgbClr val="161616"/>
                </a:solidFill>
                <a:latin typeface="DejaVu Sans"/>
                <a:ea typeface="DejaVu Sans"/>
                <a:cs typeface="DejaVu Sans"/>
              </a:defRPr>
            </a:lvl1pPr>
            <a:lvl2pPr algn="ctr">
              <a:defRPr sz="800" b="0">
                <a:solidFill>
                  <a:srgbClr val="161616"/>
                </a:solidFill>
                <a:latin typeface="DejaVu Sans"/>
                <a:ea typeface="DejaVu Sans"/>
                <a:cs typeface="DejaVu Sans"/>
              </a:defRPr>
            </a:lvl2pPr>
            <a:lvl3pPr algn="ctr">
              <a:defRPr sz="800" b="0">
                <a:solidFill>
                  <a:srgbClr val="161616"/>
                </a:solidFill>
                <a:latin typeface="DejaVu Sans"/>
                <a:ea typeface="DejaVu Sans"/>
                <a:cs typeface="DejaVu Sans"/>
              </a:defRPr>
            </a:lvl3pPr>
            <a:lvl4pPr algn="ctr">
              <a:defRPr sz="800" b="0">
                <a:solidFill>
                  <a:srgbClr val="161616"/>
                </a:solidFill>
                <a:latin typeface="DejaVu Sans"/>
                <a:ea typeface="DejaVu Sans"/>
                <a:cs typeface="DejaVu Sans"/>
              </a:defRPr>
            </a:lvl4pPr>
            <a:lvl5pPr algn="ctr">
              <a:defRPr sz="800" b="0">
                <a:solidFill>
                  <a:srgbClr val="161616"/>
                </a:solidFill>
                <a:latin typeface="DejaVu Sans"/>
                <a:ea typeface="DejaVu Sans"/>
                <a:cs typeface="DejaVu Sans"/>
              </a:defRPr>
            </a:lvl5pPr>
            <a:lvl6pPr algn="ctr">
              <a:defRPr sz="800" b="0">
                <a:solidFill>
                  <a:srgbClr val="161616"/>
                </a:solidFill>
                <a:latin typeface="DejaVu Sans"/>
                <a:ea typeface="DejaVu Sans"/>
                <a:cs typeface="DejaVu Sans"/>
              </a:defRPr>
            </a:lvl6pPr>
            <a:lvl7pPr algn="ctr">
              <a:defRPr sz="800" b="0">
                <a:solidFill>
                  <a:srgbClr val="161616"/>
                </a:solidFill>
                <a:latin typeface="DejaVu Sans"/>
                <a:ea typeface="DejaVu Sans"/>
                <a:cs typeface="DejaVu Sans"/>
              </a:defRPr>
            </a:lvl7pPr>
            <a:lvl8pPr algn="ctr">
              <a:defRPr sz="800" b="0">
                <a:solidFill>
                  <a:srgbClr val="161616"/>
                </a:solidFill>
                <a:latin typeface="DejaVu Sans"/>
                <a:ea typeface="DejaVu Sans"/>
                <a:cs typeface="DejaVu Sans"/>
              </a:defRPr>
            </a:lvl8pPr>
            <a:lvl9pPr algn="ctr">
              <a:defRPr sz="800" b="0">
                <a:solidFill>
                  <a:srgbClr val="161616"/>
                </a:solidFill>
                <a:latin typeface="DejaVu Sans"/>
                <a:ea typeface="DejaVu Sans"/>
                <a:cs typeface="DejaVu Sans"/>
              </a:defRPr>
            </a:lvl9pPr>
          </a:lstStyle>
          <a:p xmlns:a="http://schemas.openxmlformats.org/drawingml/2006/main">
            <a:pPr algn="ctr">
              <a:defRPr sz="800" b="0">
                <a:solidFill>
                  <a:srgbClr val="161616"/>
                </a:solidFill>
                <a:latin typeface="DejaVu Sans"/>
                <a:ea typeface="DejaVu Sans"/>
                <a:cs typeface="DejaVu Sans"/>
              </a:defRPr>
            </a:pPr>
            <a:r>
              <a:rPr sz="800" b="0">
                <a:solidFill>
                  <a:srgbClr val="161616"/>
                </a:solidFill>
                <a:latin typeface="DejaVu Sans"/>
                <a:ea typeface="DejaVu Sans"/>
                <a:cs typeface="DejaVu Sans"/>
              </a:rPr>
              <a:t>b</a:t>
            </a:r>
          </a:p>
        </p:txBody>
      </p:sp>
      <p:sp>
        <p:nvSpPr>
          <p:cNvPr id="32" name="Figure_2_Method-032">
            <a:extLst xmlns:a="http://schemas.openxmlformats.org/drawingml/2006/main">
              <a:ext uri="{FF2B5EF4-FFF2-40B4-BE49-F238E27FC236}">
                <a16:creationId xmlns:a16="http://schemas.microsoft.com/office/drawing/2014/main" id="{B4C67CAD-3B14-4420-A80E-273E1C681742}"/>
              </a:ext>
            </a:extLst>
          </p:cNvPr>
          <p:cNvSpPr>
            <a:spLocks xmlns:a="http://schemas.openxmlformats.org/drawingml/2006/main" noGrp="1"/>
          </p:cNvSpPr>
          <p:nvPr/>
        </p:nvSpPr>
        <p:spPr>
          <a:xfrm xmlns:a="http://schemas.openxmlformats.org/drawingml/2006/main">
            <a:off x="4800600" y="1041400"/>
            <a:ext cx="444500" cy="127"/>
          </a:xfrm>
          <a:custGeom xmlns:a="http://schemas.openxmlformats.org/drawingml/2006/main">
            <a:pathLst>
              <a:path w="444500" h="127">
                <a:moveTo>
                  <a:pt x="0" y="0"/>
                </a:moveTo>
                <a:lnTo>
                  <a:pt x="444500" y="0"/>
                </a:lnTo>
              </a:path>
            </a:pathLst>
          </a:custGeom>
          <a:noFill xmlns:a="http://schemas.openxmlformats.org/drawingml/2006/main"/>
          <a:ln xmlns:a="http://schemas.openxmlformats.org/drawingml/2006/main" w="21590">
            <a:solidFill>
              <a:srgbClr val="161616"/>
            </a:solidFill>
            <a:prstDash val="solid"/>
          </a:ln>
        </p:spPr>
      </p:sp>
      <p:sp>
        <p:nvSpPr>
          <p:cNvPr id="33" name="Figure_2_Method-033">
            <a:extLst xmlns:a="http://schemas.openxmlformats.org/drawingml/2006/main">
              <a:ext uri="{FF2B5EF4-FFF2-40B4-BE49-F238E27FC236}">
                <a16:creationId xmlns:a16="http://schemas.microsoft.com/office/drawing/2014/main" id="{7C05BD66-7662-4F50-A9E1-F207260657F8}"/>
              </a:ext>
            </a:extLst>
          </p:cNvPr>
          <p:cNvSpPr>
            <a:spLocks xmlns:a="http://schemas.openxmlformats.org/drawingml/2006/main" noGrp="1"/>
          </p:cNvSpPr>
          <p:nvPr/>
        </p:nvSpPr>
        <p:spPr>
          <a:xfrm xmlns:a="http://schemas.openxmlformats.org/drawingml/2006/main">
            <a:off x="4991100" y="990600"/>
            <a:ext cx="63500" cy="101600"/>
          </a:xfrm>
          <a:custGeom xmlns:a="http://schemas.openxmlformats.org/drawingml/2006/main">
            <a:pathLst>
              <a:path w="63500" h="101600">
                <a:moveTo>
                  <a:pt x="0" y="0"/>
                </a:moveTo>
                <a:lnTo>
                  <a:pt x="63500" y="101600"/>
                </a:lnTo>
              </a:path>
            </a:pathLst>
          </a:custGeom>
          <a:noFill xmlns:a="http://schemas.openxmlformats.org/drawingml/2006/main"/>
          <a:ln xmlns:a="http://schemas.openxmlformats.org/drawingml/2006/main" w="13970">
            <a:solidFill>
              <a:srgbClr val="161616"/>
            </a:solidFill>
            <a:prstDash val="solid"/>
          </a:ln>
        </p:spPr>
      </p:sp>
      <p:sp>
        <p:nvSpPr>
          <p:cNvPr id="34" name="Figure_2_Method-034">
            <a:extLst xmlns:a="http://schemas.openxmlformats.org/drawingml/2006/main">
              <a:ext uri="{FF2B5EF4-FFF2-40B4-BE49-F238E27FC236}">
                <a16:creationId xmlns:a16="http://schemas.microsoft.com/office/drawing/2014/main" id="{3FC8FAA5-84D2-4B7B-BA98-C144C383B4ED}"/>
              </a:ext>
            </a:extLst>
          </p:cNvPr>
          <p:cNvSpPr>
            <a:spLocks xmlns:a="http://schemas.openxmlformats.org/drawingml/2006/main" noGrp="1"/>
          </p:cNvSpPr>
          <p:nvPr/>
        </p:nvSpPr>
        <p:spPr>
          <a:xfrm xmlns:a="http://schemas.openxmlformats.org/drawingml/2006/main">
            <a:off x="4991100" y="990600"/>
            <a:ext cx="63500" cy="101600"/>
          </a:xfrm>
          <a:custGeom xmlns:a="http://schemas.openxmlformats.org/drawingml/2006/main">
            <a:pathLst>
              <a:path w="63500" h="101600">
                <a:moveTo>
                  <a:pt x="0" y="101600"/>
                </a:moveTo>
                <a:lnTo>
                  <a:pt x="63500" y="0"/>
                </a:lnTo>
              </a:path>
            </a:pathLst>
          </a:custGeom>
          <a:noFill xmlns:a="http://schemas.openxmlformats.org/drawingml/2006/main"/>
          <a:ln xmlns:a="http://schemas.openxmlformats.org/drawingml/2006/main" w="13970">
            <a:solidFill>
              <a:srgbClr val="161616"/>
            </a:solidFill>
            <a:prstDash val="solid"/>
          </a:ln>
        </p:spPr>
      </p:sp>
      <p:sp>
        <p:nvSpPr>
          <p:cNvPr id="35" name="Figure_2_Method-035">
            <a:extLst xmlns:a="http://schemas.openxmlformats.org/drawingml/2006/main">
              <a:ext uri="{FF2B5EF4-FFF2-40B4-BE49-F238E27FC236}">
                <a16:creationId xmlns:a16="http://schemas.microsoft.com/office/drawing/2014/main" id="{78349503-D4E6-4020-B36C-9C8C56FE38F4}"/>
              </a:ext>
            </a:extLst>
          </p:cNvPr>
          <p:cNvSpPr>
            <a:spLocks xmlns:a="http://schemas.openxmlformats.org/drawingml/2006/main" noGrp="1"/>
          </p:cNvSpPr>
          <p:nvPr/>
        </p:nvSpPr>
        <p:spPr>
          <a:xfrm xmlns:a="http://schemas.openxmlformats.org/drawingml/2006/main">
            <a:off x="4432300" y="1244600"/>
            <a:ext cx="1193800" cy="138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70" b="0">
                <a:solidFill>
                  <a:srgbClr val="161616"/>
                </a:solidFill>
                <a:latin typeface="DejaVu Sans"/>
                <a:ea typeface="DejaVu Sans"/>
                <a:cs typeface="DejaVu Sans"/>
              </a:defRPr>
            </a:defPPr>
            <a:lvl1pPr algn="ctr">
              <a:defRPr sz="670" b="0">
                <a:solidFill>
                  <a:srgbClr val="161616"/>
                </a:solidFill>
                <a:latin typeface="DejaVu Sans"/>
                <a:ea typeface="DejaVu Sans"/>
                <a:cs typeface="DejaVu Sans"/>
              </a:defRPr>
            </a:lvl1pPr>
            <a:lvl2pPr algn="ctr">
              <a:defRPr sz="670" b="0">
                <a:solidFill>
                  <a:srgbClr val="161616"/>
                </a:solidFill>
                <a:latin typeface="DejaVu Sans"/>
                <a:ea typeface="DejaVu Sans"/>
                <a:cs typeface="DejaVu Sans"/>
              </a:defRPr>
            </a:lvl2pPr>
            <a:lvl3pPr algn="ctr">
              <a:defRPr sz="670" b="0">
                <a:solidFill>
                  <a:srgbClr val="161616"/>
                </a:solidFill>
                <a:latin typeface="DejaVu Sans"/>
                <a:ea typeface="DejaVu Sans"/>
                <a:cs typeface="DejaVu Sans"/>
              </a:defRPr>
            </a:lvl3pPr>
            <a:lvl4pPr algn="ctr">
              <a:defRPr sz="670" b="0">
                <a:solidFill>
                  <a:srgbClr val="161616"/>
                </a:solidFill>
                <a:latin typeface="DejaVu Sans"/>
                <a:ea typeface="DejaVu Sans"/>
                <a:cs typeface="DejaVu Sans"/>
              </a:defRPr>
            </a:lvl4pPr>
            <a:lvl5pPr algn="ctr">
              <a:defRPr sz="670" b="0">
                <a:solidFill>
                  <a:srgbClr val="161616"/>
                </a:solidFill>
                <a:latin typeface="DejaVu Sans"/>
                <a:ea typeface="DejaVu Sans"/>
                <a:cs typeface="DejaVu Sans"/>
              </a:defRPr>
            </a:lvl5pPr>
            <a:lvl6pPr algn="ctr">
              <a:defRPr sz="670" b="0">
                <a:solidFill>
                  <a:srgbClr val="161616"/>
                </a:solidFill>
                <a:latin typeface="DejaVu Sans"/>
                <a:ea typeface="DejaVu Sans"/>
                <a:cs typeface="DejaVu Sans"/>
              </a:defRPr>
            </a:lvl6pPr>
            <a:lvl7pPr algn="ctr">
              <a:defRPr sz="670" b="0">
                <a:solidFill>
                  <a:srgbClr val="161616"/>
                </a:solidFill>
                <a:latin typeface="DejaVu Sans"/>
                <a:ea typeface="DejaVu Sans"/>
                <a:cs typeface="DejaVu Sans"/>
              </a:defRPr>
            </a:lvl7pPr>
            <a:lvl8pPr algn="ctr">
              <a:defRPr sz="670" b="0">
                <a:solidFill>
                  <a:srgbClr val="161616"/>
                </a:solidFill>
                <a:latin typeface="DejaVu Sans"/>
                <a:ea typeface="DejaVu Sans"/>
                <a:cs typeface="DejaVu Sans"/>
              </a:defRPr>
            </a:lvl8pPr>
            <a:lvl9pPr algn="ctr">
              <a:defRPr sz="670" b="0">
                <a:solidFill>
                  <a:srgbClr val="161616"/>
                </a:solidFill>
                <a:latin typeface="DejaVu Sans"/>
                <a:ea typeface="DejaVu Sans"/>
                <a:cs typeface="DejaVu Sans"/>
              </a:defRPr>
            </a:lvl9pPr>
          </a:lstStyle>
          <a:p xmlns:a="http://schemas.openxmlformats.org/drawingml/2006/main">
            <a:pPr algn="ctr">
              <a:defRPr sz="670" b="0">
                <a:solidFill>
                  <a:srgbClr val="161616"/>
                </a:solidFill>
                <a:latin typeface="DejaVu Sans"/>
                <a:ea typeface="DejaVu Sans"/>
                <a:cs typeface="DejaVu Sans"/>
              </a:defRPr>
            </a:pPr>
            <a:r>
              <a:rPr sz="670" b="0">
                <a:solidFill>
                  <a:srgbClr val="161616"/>
                </a:solidFill>
                <a:latin typeface="DejaVu Sans"/>
                <a:ea typeface="DejaVu Sans"/>
                <a:cs typeface="DejaVu Sans"/>
              </a:rPr>
              <a:t>Unresolved incompatibility</a:t>
            </a:r>
          </a:p>
        </p:txBody>
      </p:sp>
      <p:sp>
        <p:nvSpPr>
          <p:cNvPr id="36" name="Figure_2_Method-036">
            <a:extLst xmlns:a="http://schemas.openxmlformats.org/drawingml/2006/main">
              <a:ext uri="{FF2B5EF4-FFF2-40B4-BE49-F238E27FC236}">
                <a16:creationId xmlns:a16="http://schemas.microsoft.com/office/drawing/2014/main" id="{097F82F1-194A-4AE8-BC9A-9E76DD8A0501}"/>
              </a:ext>
            </a:extLst>
          </p:cNvPr>
          <p:cNvSpPr>
            <a:spLocks xmlns:a="http://schemas.openxmlformats.org/drawingml/2006/main" noGrp="1"/>
          </p:cNvSpPr>
          <p:nvPr/>
        </p:nvSpPr>
        <p:spPr>
          <a:xfrm xmlns:a="http://schemas.openxmlformats.org/drawingml/2006/main">
            <a:off x="1028700" y="1435100"/>
            <a:ext cx="4800600" cy="558800"/>
          </a:xfrm>
          <a:custGeom xmlns:a="http://schemas.openxmlformats.org/drawingml/2006/main">
            <a:pathLst>
              <a:path w="4800600" h="558800">
                <a:moveTo>
                  <a:pt x="3987800" y="0"/>
                </a:moveTo>
                <a:lnTo>
                  <a:pt x="3987800" y="165100"/>
                </a:lnTo>
                <a:lnTo>
                  <a:pt x="4800600" y="165100"/>
                </a:lnTo>
                <a:lnTo>
                  <a:pt x="4800600" y="419100"/>
                </a:lnTo>
                <a:lnTo>
                  <a:pt x="0" y="419100"/>
                </a:lnTo>
                <a:lnTo>
                  <a:pt x="0" y="558800"/>
                </a:lnTo>
              </a:path>
            </a:pathLst>
          </a:custGeom>
          <a:noFill xmlns:a="http://schemas.openxmlformats.org/drawingml/2006/main"/>
          <a:ln xmlns:a="http://schemas.openxmlformats.org/drawingml/2006/main" w="17780">
            <a:solidFill>
              <a:srgbClr val="161616"/>
            </a:solidFill>
            <a:prstDash val="solid"/>
          </a:ln>
        </p:spPr>
      </p:sp>
      <p:sp>
        <p:nvSpPr>
          <p:cNvPr id="37" name="Figure_2_Method-037">
            <a:extLst xmlns:a="http://schemas.openxmlformats.org/drawingml/2006/main">
              <a:ext uri="{FF2B5EF4-FFF2-40B4-BE49-F238E27FC236}">
                <a16:creationId xmlns:a16="http://schemas.microsoft.com/office/drawing/2014/main" id="{6A448547-D8B6-4C10-9E43-189EA277AAC2}"/>
              </a:ext>
            </a:extLst>
          </p:cNvPr>
          <p:cNvSpPr>
            <a:spLocks xmlns:a="http://schemas.openxmlformats.org/drawingml/2006/main" noGrp="1"/>
          </p:cNvSpPr>
          <p:nvPr/>
        </p:nvSpPr>
        <p:spPr>
          <a:xfrm xmlns:a="http://schemas.openxmlformats.org/drawingml/2006/main">
            <a:off x="1006348" y="1943100"/>
            <a:ext cx="44704" cy="50800"/>
          </a:xfrm>
          <a:custGeom xmlns:a="http://schemas.openxmlformats.org/drawingml/2006/main">
            <a:pathLst>
              <a:path w="44704" h="50800">
                <a:moveTo>
                  <a:pt x="22352" y="50800"/>
                </a:moveTo>
                <a:lnTo>
                  <a:pt x="44704" y="0"/>
                </a:lnTo>
                <a:lnTo>
                  <a:pt x="0" y="0"/>
                </a:lnTo>
                <a:close/>
              </a:path>
            </a:pathLst>
          </a:custGeom>
          <a:solidFill xmlns:a="http://schemas.openxmlformats.org/drawingml/2006/main">
            <a:srgbClr val="161616"/>
          </a:solidFill>
          <a:ln xmlns:a="http://schemas.openxmlformats.org/drawingml/2006/main" w="0">
            <a:noFill/>
            <a:prstDash val="solid"/>
          </a:ln>
        </p:spPr>
      </p:sp>
      <p:sp>
        <p:nvSpPr>
          <p:cNvPr id="38" name="Figure_2_Method-038">
            <a:extLst xmlns:a="http://schemas.openxmlformats.org/drawingml/2006/main">
              <a:ext uri="{FF2B5EF4-FFF2-40B4-BE49-F238E27FC236}">
                <a16:creationId xmlns:a16="http://schemas.microsoft.com/office/drawing/2014/main" id="{7D991777-79FB-4E90-945A-CE40ADBF5948}"/>
              </a:ext>
            </a:extLst>
          </p:cNvPr>
          <p:cNvSpPr>
            <a:spLocks xmlns:a="http://schemas.openxmlformats.org/drawingml/2006/main" noGrp="1"/>
          </p:cNvSpPr>
          <p:nvPr/>
        </p:nvSpPr>
        <p:spPr>
          <a:xfrm xmlns:a="http://schemas.openxmlformats.org/drawingml/2006/main">
            <a:off x="88900" y="16637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b</a:t>
            </a:r>
          </a:p>
        </p:txBody>
      </p:sp>
      <p:sp>
        <p:nvSpPr>
          <p:cNvPr id="39" name="Figure_2_Method-039">
            <a:extLst xmlns:a="http://schemas.openxmlformats.org/drawingml/2006/main">
              <a:ext uri="{FF2B5EF4-FFF2-40B4-BE49-F238E27FC236}">
                <a16:creationId xmlns:a16="http://schemas.microsoft.com/office/drawing/2014/main" id="{0FA1A532-E05D-46FC-96A6-3CC538F35F90}"/>
              </a:ext>
            </a:extLst>
          </p:cNvPr>
          <p:cNvSpPr>
            <a:spLocks xmlns:a="http://schemas.openxmlformats.org/drawingml/2006/main" noGrp="1"/>
          </p:cNvSpPr>
          <p:nvPr/>
        </p:nvSpPr>
        <p:spPr>
          <a:xfrm xmlns:a="http://schemas.openxmlformats.org/drawingml/2006/main">
            <a:off x="254000" y="1670050"/>
            <a:ext cx="53213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Expanded structural selection</a:t>
            </a:r>
          </a:p>
        </p:txBody>
      </p:sp>
      <p:sp>
        <p:nvSpPr>
          <p:cNvPr id="40" name="Figure_2_Method-040">
            <a:extLst xmlns:a="http://schemas.openxmlformats.org/drawingml/2006/main">
              <a:ext uri="{FF2B5EF4-FFF2-40B4-BE49-F238E27FC236}">
                <a16:creationId xmlns:a16="http://schemas.microsoft.com/office/drawing/2014/main" id="{822BBA18-2A92-4703-8622-A39399154255}"/>
              </a:ext>
            </a:extLst>
          </p:cNvPr>
          <p:cNvSpPr>
            <a:spLocks xmlns:a="http://schemas.openxmlformats.org/drawingml/2006/main" noGrp="1"/>
          </p:cNvSpPr>
          <p:nvPr/>
        </p:nvSpPr>
        <p:spPr>
          <a:xfrm xmlns:a="http://schemas.openxmlformats.org/drawingml/2006/main">
            <a:off x="63500" y="1917700"/>
            <a:ext cx="5816600" cy="17145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2700">
            <a:solidFill>
              <a:srgbClr val="161616"/>
            </a:solidFill>
            <a:prstDash val="dash"/>
          </a:ln>
        </p:spPr>
      </p:sp>
      <p:sp>
        <p:nvSpPr>
          <p:cNvPr id="41" name="Figure_2_Method-041">
            <a:extLst xmlns:a="http://schemas.openxmlformats.org/drawingml/2006/main">
              <a:ext uri="{FF2B5EF4-FFF2-40B4-BE49-F238E27FC236}">
                <a16:creationId xmlns:a16="http://schemas.microsoft.com/office/drawing/2014/main" id="{5F6E6941-4EB1-44EB-8F57-6F66D8F850CF}"/>
              </a:ext>
            </a:extLst>
          </p:cNvPr>
          <p:cNvSpPr>
            <a:spLocks xmlns:a="http://schemas.openxmlformats.org/drawingml/2006/main" noGrp="1"/>
          </p:cNvSpPr>
          <p:nvPr/>
        </p:nvSpPr>
        <p:spPr>
          <a:xfrm xmlns:a="http://schemas.openxmlformats.org/drawingml/2006/main">
            <a:off x="152400" y="2019300"/>
            <a:ext cx="1841500" cy="1460500"/>
          </a:xfrm>
          <a:prstGeom xmlns:a="http://schemas.openxmlformats.org/drawingml/2006/main" prst="roundRect">
            <a:avLst>
              <a:gd name="adj" fmla="val 3478"/>
            </a:avLst>
          </a:prstGeom>
          <a:solidFill xmlns:a="http://schemas.openxmlformats.org/drawingml/2006/main">
            <a:srgbClr val="DAE2F5"/>
          </a:solidFill>
          <a:ln xmlns:a="http://schemas.openxmlformats.org/drawingml/2006/main" w="10160">
            <a:solidFill>
              <a:srgbClr val="161616"/>
            </a:solidFill>
            <a:prstDash val="solid"/>
          </a:ln>
        </p:spPr>
      </p:sp>
      <p:sp>
        <p:nvSpPr>
          <p:cNvPr id="42" name="Figure_2_Method-042">
            <a:extLst xmlns:a="http://schemas.openxmlformats.org/drawingml/2006/main">
              <a:ext uri="{FF2B5EF4-FFF2-40B4-BE49-F238E27FC236}">
                <a16:creationId xmlns:a16="http://schemas.microsoft.com/office/drawing/2014/main" id="{C224ADAE-DB59-4C8D-9326-DD01F20535E1}"/>
              </a:ext>
            </a:extLst>
          </p:cNvPr>
          <p:cNvSpPr>
            <a:spLocks xmlns:a="http://schemas.openxmlformats.org/drawingml/2006/main" noGrp="1"/>
          </p:cNvSpPr>
          <p:nvPr/>
        </p:nvSpPr>
        <p:spPr>
          <a:xfrm xmlns:a="http://schemas.openxmlformats.org/drawingml/2006/main">
            <a:off x="241300" y="2095500"/>
            <a:ext cx="1663700" cy="1541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60" b="1">
                <a:solidFill>
                  <a:srgbClr val="161616"/>
                </a:solidFill>
                <a:latin typeface="DejaVu Sans"/>
                <a:ea typeface="DejaVu Sans"/>
                <a:cs typeface="DejaVu Sans"/>
              </a:defRPr>
            </a:defPPr>
            <a:lvl1pPr algn="l">
              <a:defRPr sz="760" b="1">
                <a:solidFill>
                  <a:srgbClr val="161616"/>
                </a:solidFill>
                <a:latin typeface="DejaVu Sans"/>
                <a:ea typeface="DejaVu Sans"/>
                <a:cs typeface="DejaVu Sans"/>
              </a:defRPr>
            </a:lvl1pPr>
            <a:lvl2pPr algn="l">
              <a:defRPr sz="760" b="1">
                <a:solidFill>
                  <a:srgbClr val="161616"/>
                </a:solidFill>
                <a:latin typeface="DejaVu Sans"/>
                <a:ea typeface="DejaVu Sans"/>
                <a:cs typeface="DejaVu Sans"/>
              </a:defRPr>
            </a:lvl2pPr>
            <a:lvl3pPr algn="l">
              <a:defRPr sz="760" b="1">
                <a:solidFill>
                  <a:srgbClr val="161616"/>
                </a:solidFill>
                <a:latin typeface="DejaVu Sans"/>
                <a:ea typeface="DejaVu Sans"/>
                <a:cs typeface="DejaVu Sans"/>
              </a:defRPr>
            </a:lvl3pPr>
            <a:lvl4pPr algn="l">
              <a:defRPr sz="760" b="1">
                <a:solidFill>
                  <a:srgbClr val="161616"/>
                </a:solidFill>
                <a:latin typeface="DejaVu Sans"/>
                <a:ea typeface="DejaVu Sans"/>
                <a:cs typeface="DejaVu Sans"/>
              </a:defRPr>
            </a:lvl4pPr>
            <a:lvl5pPr algn="l">
              <a:defRPr sz="760" b="1">
                <a:solidFill>
                  <a:srgbClr val="161616"/>
                </a:solidFill>
                <a:latin typeface="DejaVu Sans"/>
                <a:ea typeface="DejaVu Sans"/>
                <a:cs typeface="DejaVu Sans"/>
              </a:defRPr>
            </a:lvl5pPr>
            <a:lvl6pPr algn="l">
              <a:defRPr sz="760" b="1">
                <a:solidFill>
                  <a:srgbClr val="161616"/>
                </a:solidFill>
                <a:latin typeface="DejaVu Sans"/>
                <a:ea typeface="DejaVu Sans"/>
                <a:cs typeface="DejaVu Sans"/>
              </a:defRPr>
            </a:lvl6pPr>
            <a:lvl7pPr algn="l">
              <a:defRPr sz="760" b="1">
                <a:solidFill>
                  <a:srgbClr val="161616"/>
                </a:solidFill>
                <a:latin typeface="DejaVu Sans"/>
                <a:ea typeface="DejaVu Sans"/>
                <a:cs typeface="DejaVu Sans"/>
              </a:defRPr>
            </a:lvl7pPr>
            <a:lvl8pPr algn="l">
              <a:defRPr sz="760" b="1">
                <a:solidFill>
                  <a:srgbClr val="161616"/>
                </a:solidFill>
                <a:latin typeface="DejaVu Sans"/>
                <a:ea typeface="DejaVu Sans"/>
                <a:cs typeface="DejaVu Sans"/>
              </a:defRPr>
            </a:lvl8pPr>
            <a:lvl9pPr algn="l">
              <a:defRPr sz="760" b="1">
                <a:solidFill>
                  <a:srgbClr val="161616"/>
                </a:solidFill>
                <a:latin typeface="DejaVu Sans"/>
                <a:ea typeface="DejaVu Sans"/>
                <a:cs typeface="DejaVu Sans"/>
              </a:defRPr>
            </a:lvl9pPr>
          </a:lstStyle>
          <a:p xmlns:a="http://schemas.openxmlformats.org/drawingml/2006/main">
            <a:pPr algn="l">
              <a:defRPr sz="760" b="1">
                <a:solidFill>
                  <a:srgbClr val="161616"/>
                </a:solidFill>
                <a:latin typeface="DejaVu Sans"/>
                <a:ea typeface="DejaVu Sans"/>
                <a:cs typeface="DejaVu Sans"/>
              </a:defRPr>
            </a:pPr>
            <a:r>
              <a:rPr sz="760" b="1">
                <a:solidFill>
                  <a:srgbClr val="161616"/>
                </a:solidFill>
                <a:latin typeface="DejaVu Sans"/>
                <a:ea typeface="DejaVu Sans"/>
                <a:cs typeface="DejaVu Sans"/>
              </a:rPr>
              <a:t>Family closure</a:t>
            </a:r>
          </a:p>
        </p:txBody>
      </p:sp>
      <p:sp>
        <p:nvSpPr>
          <p:cNvPr id="43" name="Figure_2_Method-043">
            <a:extLst xmlns:a="http://schemas.openxmlformats.org/drawingml/2006/main">
              <a:ext uri="{FF2B5EF4-FFF2-40B4-BE49-F238E27FC236}">
                <a16:creationId xmlns:a16="http://schemas.microsoft.com/office/drawing/2014/main" id="{3013C2C9-06B6-467B-ACEC-BD1A1FF5EBF1}"/>
              </a:ext>
            </a:extLst>
          </p:cNvPr>
          <p:cNvSpPr>
            <a:spLocks xmlns:a="http://schemas.openxmlformats.org/drawingml/2006/main" noGrp="1"/>
          </p:cNvSpPr>
          <p:nvPr/>
        </p:nvSpPr>
        <p:spPr>
          <a:xfrm xmlns:a="http://schemas.openxmlformats.org/drawingml/2006/main">
            <a:off x="825500" y="2336800"/>
            <a:ext cx="2286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80" b="0">
                <a:solidFill>
                  <a:srgbClr val="161616"/>
                </a:solidFill>
                <a:latin typeface="DejaVu Sans"/>
                <a:ea typeface="DejaVu Sans"/>
                <a:cs typeface="DejaVu Sans"/>
              </a:defRPr>
            </a:defPPr>
            <a:lvl1pPr algn="ctr">
              <a:defRPr sz="680" b="0">
                <a:solidFill>
                  <a:srgbClr val="161616"/>
                </a:solidFill>
                <a:latin typeface="DejaVu Sans"/>
                <a:ea typeface="DejaVu Sans"/>
                <a:cs typeface="DejaVu Sans"/>
              </a:defRPr>
            </a:lvl1pPr>
            <a:lvl2pPr algn="ctr">
              <a:defRPr sz="680" b="0">
                <a:solidFill>
                  <a:srgbClr val="161616"/>
                </a:solidFill>
                <a:latin typeface="DejaVu Sans"/>
                <a:ea typeface="DejaVu Sans"/>
                <a:cs typeface="DejaVu Sans"/>
              </a:defRPr>
            </a:lvl2pPr>
            <a:lvl3pPr algn="ctr">
              <a:defRPr sz="680" b="0">
                <a:solidFill>
                  <a:srgbClr val="161616"/>
                </a:solidFill>
                <a:latin typeface="DejaVu Sans"/>
                <a:ea typeface="DejaVu Sans"/>
                <a:cs typeface="DejaVu Sans"/>
              </a:defRPr>
            </a:lvl3pPr>
            <a:lvl4pPr algn="ctr">
              <a:defRPr sz="680" b="0">
                <a:solidFill>
                  <a:srgbClr val="161616"/>
                </a:solidFill>
                <a:latin typeface="DejaVu Sans"/>
                <a:ea typeface="DejaVu Sans"/>
                <a:cs typeface="DejaVu Sans"/>
              </a:defRPr>
            </a:lvl4pPr>
            <a:lvl5pPr algn="ctr">
              <a:defRPr sz="680" b="0">
                <a:solidFill>
                  <a:srgbClr val="161616"/>
                </a:solidFill>
                <a:latin typeface="DejaVu Sans"/>
                <a:ea typeface="DejaVu Sans"/>
                <a:cs typeface="DejaVu Sans"/>
              </a:defRPr>
            </a:lvl5pPr>
            <a:lvl6pPr algn="ctr">
              <a:defRPr sz="680" b="0">
                <a:solidFill>
                  <a:srgbClr val="161616"/>
                </a:solidFill>
                <a:latin typeface="DejaVu Sans"/>
                <a:ea typeface="DejaVu Sans"/>
                <a:cs typeface="DejaVu Sans"/>
              </a:defRPr>
            </a:lvl6pPr>
            <a:lvl7pPr algn="ctr">
              <a:defRPr sz="680" b="0">
                <a:solidFill>
                  <a:srgbClr val="161616"/>
                </a:solidFill>
                <a:latin typeface="DejaVu Sans"/>
                <a:ea typeface="DejaVu Sans"/>
                <a:cs typeface="DejaVu Sans"/>
              </a:defRPr>
            </a:lvl7pPr>
            <a:lvl8pPr algn="ctr">
              <a:defRPr sz="680" b="0">
                <a:solidFill>
                  <a:srgbClr val="161616"/>
                </a:solidFill>
                <a:latin typeface="DejaVu Sans"/>
                <a:ea typeface="DejaVu Sans"/>
                <a:cs typeface="DejaVu Sans"/>
              </a:defRPr>
            </a:lvl8pPr>
            <a:lvl9pPr algn="ctr">
              <a:defRPr sz="680" b="0">
                <a:solidFill>
                  <a:srgbClr val="161616"/>
                </a:solidFill>
                <a:latin typeface="DejaVu Sans"/>
                <a:ea typeface="DejaVu Sans"/>
                <a:cs typeface="DejaVu Sans"/>
              </a:defRPr>
            </a:lvl9pPr>
          </a:lstStyle>
          <a:p xmlns:a="http://schemas.openxmlformats.org/drawingml/2006/main">
            <a:pPr algn="ctr">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v1</a:t>
            </a:r>
          </a:p>
        </p:txBody>
      </p:sp>
      <p:sp>
        <p:nvSpPr>
          <p:cNvPr id="44" name="Figure_2_Method-044">
            <a:extLst xmlns:a="http://schemas.openxmlformats.org/drawingml/2006/main">
              <a:ext uri="{FF2B5EF4-FFF2-40B4-BE49-F238E27FC236}">
                <a16:creationId xmlns:a16="http://schemas.microsoft.com/office/drawing/2014/main" id="{27217231-983A-4072-A953-AC79D56207BC}"/>
              </a:ext>
            </a:extLst>
          </p:cNvPr>
          <p:cNvSpPr>
            <a:spLocks xmlns:a="http://schemas.openxmlformats.org/drawingml/2006/main" noGrp="1"/>
          </p:cNvSpPr>
          <p:nvPr/>
        </p:nvSpPr>
        <p:spPr>
          <a:xfrm xmlns:a="http://schemas.openxmlformats.org/drawingml/2006/main">
            <a:off x="1079500" y="2336800"/>
            <a:ext cx="2286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80" b="0">
                <a:solidFill>
                  <a:srgbClr val="161616"/>
                </a:solidFill>
                <a:latin typeface="DejaVu Sans"/>
                <a:ea typeface="DejaVu Sans"/>
                <a:cs typeface="DejaVu Sans"/>
              </a:defRPr>
            </a:defPPr>
            <a:lvl1pPr algn="ctr">
              <a:defRPr sz="680" b="0">
                <a:solidFill>
                  <a:srgbClr val="161616"/>
                </a:solidFill>
                <a:latin typeface="DejaVu Sans"/>
                <a:ea typeface="DejaVu Sans"/>
                <a:cs typeface="DejaVu Sans"/>
              </a:defRPr>
            </a:lvl1pPr>
            <a:lvl2pPr algn="ctr">
              <a:defRPr sz="680" b="0">
                <a:solidFill>
                  <a:srgbClr val="161616"/>
                </a:solidFill>
                <a:latin typeface="DejaVu Sans"/>
                <a:ea typeface="DejaVu Sans"/>
                <a:cs typeface="DejaVu Sans"/>
              </a:defRPr>
            </a:lvl2pPr>
            <a:lvl3pPr algn="ctr">
              <a:defRPr sz="680" b="0">
                <a:solidFill>
                  <a:srgbClr val="161616"/>
                </a:solidFill>
                <a:latin typeface="DejaVu Sans"/>
                <a:ea typeface="DejaVu Sans"/>
                <a:cs typeface="DejaVu Sans"/>
              </a:defRPr>
            </a:lvl3pPr>
            <a:lvl4pPr algn="ctr">
              <a:defRPr sz="680" b="0">
                <a:solidFill>
                  <a:srgbClr val="161616"/>
                </a:solidFill>
                <a:latin typeface="DejaVu Sans"/>
                <a:ea typeface="DejaVu Sans"/>
                <a:cs typeface="DejaVu Sans"/>
              </a:defRPr>
            </a:lvl4pPr>
            <a:lvl5pPr algn="ctr">
              <a:defRPr sz="680" b="0">
                <a:solidFill>
                  <a:srgbClr val="161616"/>
                </a:solidFill>
                <a:latin typeface="DejaVu Sans"/>
                <a:ea typeface="DejaVu Sans"/>
                <a:cs typeface="DejaVu Sans"/>
              </a:defRPr>
            </a:lvl5pPr>
            <a:lvl6pPr algn="ctr">
              <a:defRPr sz="680" b="0">
                <a:solidFill>
                  <a:srgbClr val="161616"/>
                </a:solidFill>
                <a:latin typeface="DejaVu Sans"/>
                <a:ea typeface="DejaVu Sans"/>
                <a:cs typeface="DejaVu Sans"/>
              </a:defRPr>
            </a:lvl6pPr>
            <a:lvl7pPr algn="ctr">
              <a:defRPr sz="680" b="0">
                <a:solidFill>
                  <a:srgbClr val="161616"/>
                </a:solidFill>
                <a:latin typeface="DejaVu Sans"/>
                <a:ea typeface="DejaVu Sans"/>
                <a:cs typeface="DejaVu Sans"/>
              </a:defRPr>
            </a:lvl7pPr>
            <a:lvl8pPr algn="ctr">
              <a:defRPr sz="680" b="0">
                <a:solidFill>
                  <a:srgbClr val="161616"/>
                </a:solidFill>
                <a:latin typeface="DejaVu Sans"/>
                <a:ea typeface="DejaVu Sans"/>
                <a:cs typeface="DejaVu Sans"/>
              </a:defRPr>
            </a:lvl8pPr>
            <a:lvl9pPr algn="ctr">
              <a:defRPr sz="680" b="0">
                <a:solidFill>
                  <a:srgbClr val="161616"/>
                </a:solidFill>
                <a:latin typeface="DejaVu Sans"/>
                <a:ea typeface="DejaVu Sans"/>
                <a:cs typeface="DejaVu Sans"/>
              </a:defRPr>
            </a:lvl9pPr>
          </a:lstStyle>
          <a:p xmlns:a="http://schemas.openxmlformats.org/drawingml/2006/main">
            <a:pPr algn="ctr">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v2</a:t>
            </a:r>
          </a:p>
        </p:txBody>
      </p:sp>
      <p:sp>
        <p:nvSpPr>
          <p:cNvPr id="45" name="Figure_2_Method-045">
            <a:extLst xmlns:a="http://schemas.openxmlformats.org/drawingml/2006/main">
              <a:ext uri="{FF2B5EF4-FFF2-40B4-BE49-F238E27FC236}">
                <a16:creationId xmlns:a16="http://schemas.microsoft.com/office/drawing/2014/main" id="{581E678E-5051-455D-8FB0-4082C6E4D9AA}"/>
              </a:ext>
            </a:extLst>
          </p:cNvPr>
          <p:cNvSpPr>
            <a:spLocks xmlns:a="http://schemas.openxmlformats.org/drawingml/2006/main" noGrp="1"/>
          </p:cNvSpPr>
          <p:nvPr/>
        </p:nvSpPr>
        <p:spPr>
          <a:xfrm xmlns:a="http://schemas.openxmlformats.org/drawingml/2006/main">
            <a:off x="1333500" y="2336800"/>
            <a:ext cx="2286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80" b="0">
                <a:solidFill>
                  <a:srgbClr val="161616"/>
                </a:solidFill>
                <a:latin typeface="DejaVu Sans"/>
                <a:ea typeface="DejaVu Sans"/>
                <a:cs typeface="DejaVu Sans"/>
              </a:defRPr>
            </a:defPPr>
            <a:lvl1pPr algn="ctr">
              <a:defRPr sz="680" b="0">
                <a:solidFill>
                  <a:srgbClr val="161616"/>
                </a:solidFill>
                <a:latin typeface="DejaVu Sans"/>
                <a:ea typeface="DejaVu Sans"/>
                <a:cs typeface="DejaVu Sans"/>
              </a:defRPr>
            </a:lvl1pPr>
            <a:lvl2pPr algn="ctr">
              <a:defRPr sz="680" b="0">
                <a:solidFill>
                  <a:srgbClr val="161616"/>
                </a:solidFill>
                <a:latin typeface="DejaVu Sans"/>
                <a:ea typeface="DejaVu Sans"/>
                <a:cs typeface="DejaVu Sans"/>
              </a:defRPr>
            </a:lvl2pPr>
            <a:lvl3pPr algn="ctr">
              <a:defRPr sz="680" b="0">
                <a:solidFill>
                  <a:srgbClr val="161616"/>
                </a:solidFill>
                <a:latin typeface="DejaVu Sans"/>
                <a:ea typeface="DejaVu Sans"/>
                <a:cs typeface="DejaVu Sans"/>
              </a:defRPr>
            </a:lvl3pPr>
            <a:lvl4pPr algn="ctr">
              <a:defRPr sz="680" b="0">
                <a:solidFill>
                  <a:srgbClr val="161616"/>
                </a:solidFill>
                <a:latin typeface="DejaVu Sans"/>
                <a:ea typeface="DejaVu Sans"/>
                <a:cs typeface="DejaVu Sans"/>
              </a:defRPr>
            </a:lvl4pPr>
            <a:lvl5pPr algn="ctr">
              <a:defRPr sz="680" b="0">
                <a:solidFill>
                  <a:srgbClr val="161616"/>
                </a:solidFill>
                <a:latin typeface="DejaVu Sans"/>
                <a:ea typeface="DejaVu Sans"/>
                <a:cs typeface="DejaVu Sans"/>
              </a:defRPr>
            </a:lvl5pPr>
            <a:lvl6pPr algn="ctr">
              <a:defRPr sz="680" b="0">
                <a:solidFill>
                  <a:srgbClr val="161616"/>
                </a:solidFill>
                <a:latin typeface="DejaVu Sans"/>
                <a:ea typeface="DejaVu Sans"/>
                <a:cs typeface="DejaVu Sans"/>
              </a:defRPr>
            </a:lvl6pPr>
            <a:lvl7pPr algn="ctr">
              <a:defRPr sz="680" b="0">
                <a:solidFill>
                  <a:srgbClr val="161616"/>
                </a:solidFill>
                <a:latin typeface="DejaVu Sans"/>
                <a:ea typeface="DejaVu Sans"/>
                <a:cs typeface="DejaVu Sans"/>
              </a:defRPr>
            </a:lvl7pPr>
            <a:lvl8pPr algn="ctr">
              <a:defRPr sz="680" b="0">
                <a:solidFill>
                  <a:srgbClr val="161616"/>
                </a:solidFill>
                <a:latin typeface="DejaVu Sans"/>
                <a:ea typeface="DejaVu Sans"/>
                <a:cs typeface="DejaVu Sans"/>
              </a:defRPr>
            </a:lvl8pPr>
            <a:lvl9pPr algn="ctr">
              <a:defRPr sz="680" b="0">
                <a:solidFill>
                  <a:srgbClr val="161616"/>
                </a:solidFill>
                <a:latin typeface="DejaVu Sans"/>
                <a:ea typeface="DejaVu Sans"/>
                <a:cs typeface="DejaVu Sans"/>
              </a:defRPr>
            </a:lvl9pPr>
          </a:lstStyle>
          <a:p xmlns:a="http://schemas.openxmlformats.org/drawingml/2006/main">
            <a:pPr algn="ctr">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v3</a:t>
            </a:r>
          </a:p>
        </p:txBody>
      </p:sp>
      <p:sp>
        <p:nvSpPr>
          <p:cNvPr id="46" name="Figure_2_Method-046">
            <a:extLst xmlns:a="http://schemas.openxmlformats.org/drawingml/2006/main">
              <a:ext uri="{FF2B5EF4-FFF2-40B4-BE49-F238E27FC236}">
                <a16:creationId xmlns:a16="http://schemas.microsoft.com/office/drawing/2014/main" id="{7E6EE7D4-7D30-46B0-8CBB-22C8A18528A9}"/>
              </a:ext>
            </a:extLst>
          </p:cNvPr>
          <p:cNvSpPr>
            <a:spLocks xmlns:a="http://schemas.openxmlformats.org/drawingml/2006/main" noGrp="1"/>
          </p:cNvSpPr>
          <p:nvPr/>
        </p:nvSpPr>
        <p:spPr>
          <a:xfrm xmlns:a="http://schemas.openxmlformats.org/drawingml/2006/main">
            <a:off x="1587500" y="2336800"/>
            <a:ext cx="2286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80" b="0">
                <a:solidFill>
                  <a:srgbClr val="161616"/>
                </a:solidFill>
                <a:latin typeface="DejaVu Sans"/>
                <a:ea typeface="DejaVu Sans"/>
                <a:cs typeface="DejaVu Sans"/>
              </a:defRPr>
            </a:defPPr>
            <a:lvl1pPr algn="ctr">
              <a:defRPr sz="680" b="0">
                <a:solidFill>
                  <a:srgbClr val="161616"/>
                </a:solidFill>
                <a:latin typeface="DejaVu Sans"/>
                <a:ea typeface="DejaVu Sans"/>
                <a:cs typeface="DejaVu Sans"/>
              </a:defRPr>
            </a:lvl1pPr>
            <a:lvl2pPr algn="ctr">
              <a:defRPr sz="680" b="0">
                <a:solidFill>
                  <a:srgbClr val="161616"/>
                </a:solidFill>
                <a:latin typeface="DejaVu Sans"/>
                <a:ea typeface="DejaVu Sans"/>
                <a:cs typeface="DejaVu Sans"/>
              </a:defRPr>
            </a:lvl2pPr>
            <a:lvl3pPr algn="ctr">
              <a:defRPr sz="680" b="0">
                <a:solidFill>
                  <a:srgbClr val="161616"/>
                </a:solidFill>
                <a:latin typeface="DejaVu Sans"/>
                <a:ea typeface="DejaVu Sans"/>
                <a:cs typeface="DejaVu Sans"/>
              </a:defRPr>
            </a:lvl3pPr>
            <a:lvl4pPr algn="ctr">
              <a:defRPr sz="680" b="0">
                <a:solidFill>
                  <a:srgbClr val="161616"/>
                </a:solidFill>
                <a:latin typeface="DejaVu Sans"/>
                <a:ea typeface="DejaVu Sans"/>
                <a:cs typeface="DejaVu Sans"/>
              </a:defRPr>
            </a:lvl4pPr>
            <a:lvl5pPr algn="ctr">
              <a:defRPr sz="680" b="0">
                <a:solidFill>
                  <a:srgbClr val="161616"/>
                </a:solidFill>
                <a:latin typeface="DejaVu Sans"/>
                <a:ea typeface="DejaVu Sans"/>
                <a:cs typeface="DejaVu Sans"/>
              </a:defRPr>
            </a:lvl5pPr>
            <a:lvl6pPr algn="ctr">
              <a:defRPr sz="680" b="0">
                <a:solidFill>
                  <a:srgbClr val="161616"/>
                </a:solidFill>
                <a:latin typeface="DejaVu Sans"/>
                <a:ea typeface="DejaVu Sans"/>
                <a:cs typeface="DejaVu Sans"/>
              </a:defRPr>
            </a:lvl6pPr>
            <a:lvl7pPr algn="ctr">
              <a:defRPr sz="680" b="0">
                <a:solidFill>
                  <a:srgbClr val="161616"/>
                </a:solidFill>
                <a:latin typeface="DejaVu Sans"/>
                <a:ea typeface="DejaVu Sans"/>
                <a:cs typeface="DejaVu Sans"/>
              </a:defRPr>
            </a:lvl7pPr>
            <a:lvl8pPr algn="ctr">
              <a:defRPr sz="680" b="0">
                <a:solidFill>
                  <a:srgbClr val="161616"/>
                </a:solidFill>
                <a:latin typeface="DejaVu Sans"/>
                <a:ea typeface="DejaVu Sans"/>
                <a:cs typeface="DejaVu Sans"/>
              </a:defRPr>
            </a:lvl8pPr>
            <a:lvl9pPr algn="ctr">
              <a:defRPr sz="680" b="0">
                <a:solidFill>
                  <a:srgbClr val="161616"/>
                </a:solidFill>
                <a:latin typeface="DejaVu Sans"/>
                <a:ea typeface="DejaVu Sans"/>
                <a:cs typeface="DejaVu Sans"/>
              </a:defRPr>
            </a:lvl9pPr>
          </a:lstStyle>
          <a:p xmlns:a="http://schemas.openxmlformats.org/drawingml/2006/main">
            <a:pPr algn="ctr">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v4</a:t>
            </a:r>
          </a:p>
        </p:txBody>
      </p:sp>
      <p:sp>
        <p:nvSpPr>
          <p:cNvPr id="47" name="Figure_2_Method-047">
            <a:extLst xmlns:a="http://schemas.openxmlformats.org/drawingml/2006/main">
              <a:ext uri="{FF2B5EF4-FFF2-40B4-BE49-F238E27FC236}">
                <a16:creationId xmlns:a16="http://schemas.microsoft.com/office/drawing/2014/main" id="{C5B6EB43-0C95-4BA6-95DD-F67EFE9D35A9}"/>
              </a:ext>
            </a:extLst>
          </p:cNvPr>
          <p:cNvSpPr>
            <a:spLocks xmlns:a="http://schemas.openxmlformats.org/drawingml/2006/main" noGrp="1"/>
          </p:cNvSpPr>
          <p:nvPr/>
        </p:nvSpPr>
        <p:spPr>
          <a:xfrm xmlns:a="http://schemas.openxmlformats.org/drawingml/2006/main">
            <a:off x="254000" y="2590800"/>
            <a:ext cx="5461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90" b="0">
                <a:solidFill>
                  <a:srgbClr val="161616"/>
                </a:solidFill>
                <a:latin typeface="DejaVu Sans"/>
                <a:ea typeface="DejaVu Sans"/>
                <a:cs typeface="DejaVu Sans"/>
              </a:defRPr>
            </a:defPPr>
            <a:lvl1pPr algn="l">
              <a:defRPr sz="690" b="0">
                <a:solidFill>
                  <a:srgbClr val="161616"/>
                </a:solidFill>
                <a:latin typeface="DejaVu Sans"/>
                <a:ea typeface="DejaVu Sans"/>
                <a:cs typeface="DejaVu Sans"/>
              </a:defRPr>
            </a:lvl1pPr>
            <a:lvl2pPr algn="l">
              <a:defRPr sz="690" b="0">
                <a:solidFill>
                  <a:srgbClr val="161616"/>
                </a:solidFill>
                <a:latin typeface="DejaVu Sans"/>
                <a:ea typeface="DejaVu Sans"/>
                <a:cs typeface="DejaVu Sans"/>
              </a:defRPr>
            </a:lvl2pPr>
            <a:lvl3pPr algn="l">
              <a:defRPr sz="690" b="0">
                <a:solidFill>
                  <a:srgbClr val="161616"/>
                </a:solidFill>
                <a:latin typeface="DejaVu Sans"/>
                <a:ea typeface="DejaVu Sans"/>
                <a:cs typeface="DejaVu Sans"/>
              </a:defRPr>
            </a:lvl3pPr>
            <a:lvl4pPr algn="l">
              <a:defRPr sz="690" b="0">
                <a:solidFill>
                  <a:srgbClr val="161616"/>
                </a:solidFill>
                <a:latin typeface="DejaVu Sans"/>
                <a:ea typeface="DejaVu Sans"/>
                <a:cs typeface="DejaVu Sans"/>
              </a:defRPr>
            </a:lvl4pPr>
            <a:lvl5pPr algn="l">
              <a:defRPr sz="690" b="0">
                <a:solidFill>
                  <a:srgbClr val="161616"/>
                </a:solidFill>
                <a:latin typeface="DejaVu Sans"/>
                <a:ea typeface="DejaVu Sans"/>
                <a:cs typeface="DejaVu Sans"/>
              </a:defRPr>
            </a:lvl5pPr>
            <a:lvl6pPr algn="l">
              <a:defRPr sz="690" b="0">
                <a:solidFill>
                  <a:srgbClr val="161616"/>
                </a:solidFill>
                <a:latin typeface="DejaVu Sans"/>
                <a:ea typeface="DejaVu Sans"/>
                <a:cs typeface="DejaVu Sans"/>
              </a:defRPr>
            </a:lvl6pPr>
            <a:lvl7pPr algn="l">
              <a:defRPr sz="690" b="0">
                <a:solidFill>
                  <a:srgbClr val="161616"/>
                </a:solidFill>
                <a:latin typeface="DejaVu Sans"/>
                <a:ea typeface="DejaVu Sans"/>
                <a:cs typeface="DejaVu Sans"/>
              </a:defRPr>
            </a:lvl7pPr>
            <a:lvl8pPr algn="l">
              <a:defRPr sz="690" b="0">
                <a:solidFill>
                  <a:srgbClr val="161616"/>
                </a:solidFill>
                <a:latin typeface="DejaVu Sans"/>
                <a:ea typeface="DejaVu Sans"/>
                <a:cs typeface="DejaVu Sans"/>
              </a:defRPr>
            </a:lvl8pPr>
            <a:lvl9pPr algn="l">
              <a:defRPr sz="690" b="0">
                <a:solidFill>
                  <a:srgbClr val="161616"/>
                </a:solidFill>
                <a:latin typeface="DejaVu Sans"/>
                <a:ea typeface="DejaVu Sans"/>
                <a:cs typeface="DejaVu Sans"/>
              </a:defRPr>
            </a:lvl9pPr>
          </a:lstStyle>
          <a:p xmlns:a="http://schemas.openxmlformats.org/drawingml/2006/main">
            <a:pPr algn="l">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a: W1</a:t>
            </a:r>
          </a:p>
        </p:txBody>
      </p:sp>
      <p:sp>
        <p:nvSpPr>
          <p:cNvPr id="48" name="Figure_2_Method-048">
            <a:extLst xmlns:a="http://schemas.openxmlformats.org/drawingml/2006/main">
              <a:ext uri="{FF2B5EF4-FFF2-40B4-BE49-F238E27FC236}">
                <a16:creationId xmlns:a16="http://schemas.microsoft.com/office/drawing/2014/main" id="{14DA8DA2-4715-4472-889E-E46CEDECE93A}"/>
              </a:ext>
            </a:extLst>
          </p:cNvPr>
          <p:cNvSpPr>
            <a:spLocks xmlns:a="http://schemas.openxmlformats.org/drawingml/2006/main" noGrp="1"/>
          </p:cNvSpPr>
          <p:nvPr/>
        </p:nvSpPr>
        <p:spPr>
          <a:xfrm xmlns:a="http://schemas.openxmlformats.org/drawingml/2006/main">
            <a:off x="863600" y="2578100"/>
            <a:ext cx="139700" cy="139700"/>
          </a:xfrm>
          <a:prstGeom xmlns:a="http://schemas.openxmlformats.org/drawingml/2006/main" prst="rect">
            <a:avLst/>
          </a:prstGeom>
          <a:solidFill xmlns:a="http://schemas.openxmlformats.org/drawingml/2006/main">
            <a:srgbClr val="B1AFD4"/>
          </a:solidFill>
          <a:ln xmlns:a="http://schemas.openxmlformats.org/drawingml/2006/main" w="6985">
            <a:solidFill>
              <a:srgbClr val="161616"/>
            </a:solidFill>
            <a:prstDash val="solid"/>
          </a:ln>
        </p:spPr>
      </p:sp>
      <p:sp>
        <p:nvSpPr>
          <p:cNvPr id="49" name="Figure_2_Method-049">
            <a:extLst xmlns:a="http://schemas.openxmlformats.org/drawingml/2006/main">
              <a:ext uri="{FF2B5EF4-FFF2-40B4-BE49-F238E27FC236}">
                <a16:creationId xmlns:a16="http://schemas.microsoft.com/office/drawing/2014/main" id="{99B49231-235F-4E23-B28D-A19687345637}"/>
              </a:ext>
            </a:extLst>
          </p:cNvPr>
          <p:cNvSpPr>
            <a:spLocks xmlns:a="http://schemas.openxmlformats.org/drawingml/2006/main" noGrp="1"/>
          </p:cNvSpPr>
          <p:nvPr/>
        </p:nvSpPr>
        <p:spPr>
          <a:xfrm xmlns:a="http://schemas.openxmlformats.org/drawingml/2006/main">
            <a:off x="1117600" y="2578100"/>
            <a:ext cx="139700" cy="139700"/>
          </a:xfrm>
          <a:prstGeom xmlns:a="http://schemas.openxmlformats.org/drawingml/2006/main" prst="rect">
            <a:avLst/>
          </a:prstGeom>
          <a:solidFill xmlns:a="http://schemas.openxmlformats.org/drawingml/2006/main">
            <a:srgbClr val="B1AFD4"/>
          </a:solidFill>
          <a:ln xmlns:a="http://schemas.openxmlformats.org/drawingml/2006/main" w="6985">
            <a:solidFill>
              <a:srgbClr val="161616"/>
            </a:solidFill>
            <a:prstDash val="solid"/>
          </a:ln>
        </p:spPr>
      </p:sp>
      <p:sp>
        <p:nvSpPr>
          <p:cNvPr id="50" name="Figure_2_Method-050">
            <a:extLst xmlns:a="http://schemas.openxmlformats.org/drawingml/2006/main">
              <a:ext uri="{FF2B5EF4-FFF2-40B4-BE49-F238E27FC236}">
                <a16:creationId xmlns:a16="http://schemas.microsoft.com/office/drawing/2014/main" id="{4BC03640-0F17-4FF7-8F3A-0D204527CDCD}"/>
              </a:ext>
            </a:extLst>
          </p:cNvPr>
          <p:cNvSpPr>
            <a:spLocks xmlns:a="http://schemas.openxmlformats.org/drawingml/2006/main" noGrp="1"/>
          </p:cNvSpPr>
          <p:nvPr/>
        </p:nvSpPr>
        <p:spPr>
          <a:xfrm xmlns:a="http://schemas.openxmlformats.org/drawingml/2006/main">
            <a:off x="1371600" y="2578100"/>
            <a:ext cx="139700" cy="139700"/>
          </a:xfrm>
          <a:prstGeom xmlns:a="http://schemas.openxmlformats.org/drawingml/2006/main" prst="rect">
            <a:avLst/>
          </a:prstGeom>
          <a:solidFill xmlns:a="http://schemas.openxmlformats.org/drawingml/2006/main">
            <a:srgbClr val="FFFFFF"/>
          </a:solidFill>
          <a:ln xmlns:a="http://schemas.openxmlformats.org/drawingml/2006/main" w="6985">
            <a:solidFill>
              <a:srgbClr val="161616"/>
            </a:solidFill>
            <a:prstDash val="solid"/>
          </a:ln>
        </p:spPr>
      </p:sp>
      <p:sp>
        <p:nvSpPr>
          <p:cNvPr id="51" name="Figure_2_Method-051">
            <a:extLst xmlns:a="http://schemas.openxmlformats.org/drawingml/2006/main">
              <a:ext uri="{FF2B5EF4-FFF2-40B4-BE49-F238E27FC236}">
                <a16:creationId xmlns:a16="http://schemas.microsoft.com/office/drawing/2014/main" id="{5E06A5B5-1BAD-40ED-BF5F-00402D73E77E}"/>
              </a:ext>
            </a:extLst>
          </p:cNvPr>
          <p:cNvSpPr>
            <a:spLocks xmlns:a="http://schemas.openxmlformats.org/drawingml/2006/main" noGrp="1"/>
          </p:cNvSpPr>
          <p:nvPr/>
        </p:nvSpPr>
        <p:spPr>
          <a:xfrm xmlns:a="http://schemas.openxmlformats.org/drawingml/2006/main">
            <a:off x="1625600" y="2578100"/>
            <a:ext cx="139700" cy="139700"/>
          </a:xfrm>
          <a:prstGeom xmlns:a="http://schemas.openxmlformats.org/drawingml/2006/main" prst="rect">
            <a:avLst/>
          </a:prstGeom>
          <a:solidFill xmlns:a="http://schemas.openxmlformats.org/drawingml/2006/main">
            <a:srgbClr val="FFFFFF"/>
          </a:solidFill>
          <a:ln xmlns:a="http://schemas.openxmlformats.org/drawingml/2006/main" w="6985">
            <a:solidFill>
              <a:srgbClr val="161616"/>
            </a:solidFill>
            <a:prstDash val="solid"/>
          </a:ln>
        </p:spPr>
      </p:sp>
      <p:sp>
        <p:nvSpPr>
          <p:cNvPr id="52" name="Figure_2_Method-052">
            <a:extLst xmlns:a="http://schemas.openxmlformats.org/drawingml/2006/main">
              <a:ext uri="{FF2B5EF4-FFF2-40B4-BE49-F238E27FC236}">
                <a16:creationId xmlns:a16="http://schemas.microsoft.com/office/drawing/2014/main" id="{A2EFD8E1-40AD-48C8-BDCC-C1B9890856AE}"/>
              </a:ext>
            </a:extLst>
          </p:cNvPr>
          <p:cNvSpPr>
            <a:spLocks xmlns:a="http://schemas.openxmlformats.org/drawingml/2006/main" noGrp="1"/>
          </p:cNvSpPr>
          <p:nvPr/>
        </p:nvSpPr>
        <p:spPr>
          <a:xfrm xmlns:a="http://schemas.openxmlformats.org/drawingml/2006/main">
            <a:off x="254000" y="2794000"/>
            <a:ext cx="5461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90" b="0">
                <a:solidFill>
                  <a:srgbClr val="161616"/>
                </a:solidFill>
                <a:latin typeface="DejaVu Sans"/>
                <a:ea typeface="DejaVu Sans"/>
                <a:cs typeface="DejaVu Sans"/>
              </a:defRPr>
            </a:defPPr>
            <a:lvl1pPr algn="l">
              <a:defRPr sz="690" b="0">
                <a:solidFill>
                  <a:srgbClr val="161616"/>
                </a:solidFill>
                <a:latin typeface="DejaVu Sans"/>
                <a:ea typeface="DejaVu Sans"/>
                <a:cs typeface="DejaVu Sans"/>
              </a:defRPr>
            </a:lvl1pPr>
            <a:lvl2pPr algn="l">
              <a:defRPr sz="690" b="0">
                <a:solidFill>
                  <a:srgbClr val="161616"/>
                </a:solidFill>
                <a:latin typeface="DejaVu Sans"/>
                <a:ea typeface="DejaVu Sans"/>
                <a:cs typeface="DejaVu Sans"/>
              </a:defRPr>
            </a:lvl2pPr>
            <a:lvl3pPr algn="l">
              <a:defRPr sz="690" b="0">
                <a:solidFill>
                  <a:srgbClr val="161616"/>
                </a:solidFill>
                <a:latin typeface="DejaVu Sans"/>
                <a:ea typeface="DejaVu Sans"/>
                <a:cs typeface="DejaVu Sans"/>
              </a:defRPr>
            </a:lvl3pPr>
            <a:lvl4pPr algn="l">
              <a:defRPr sz="690" b="0">
                <a:solidFill>
                  <a:srgbClr val="161616"/>
                </a:solidFill>
                <a:latin typeface="DejaVu Sans"/>
                <a:ea typeface="DejaVu Sans"/>
                <a:cs typeface="DejaVu Sans"/>
              </a:defRPr>
            </a:lvl4pPr>
            <a:lvl5pPr algn="l">
              <a:defRPr sz="690" b="0">
                <a:solidFill>
                  <a:srgbClr val="161616"/>
                </a:solidFill>
                <a:latin typeface="DejaVu Sans"/>
                <a:ea typeface="DejaVu Sans"/>
                <a:cs typeface="DejaVu Sans"/>
              </a:defRPr>
            </a:lvl5pPr>
            <a:lvl6pPr algn="l">
              <a:defRPr sz="690" b="0">
                <a:solidFill>
                  <a:srgbClr val="161616"/>
                </a:solidFill>
                <a:latin typeface="DejaVu Sans"/>
                <a:ea typeface="DejaVu Sans"/>
                <a:cs typeface="DejaVu Sans"/>
              </a:defRPr>
            </a:lvl6pPr>
            <a:lvl7pPr algn="l">
              <a:defRPr sz="690" b="0">
                <a:solidFill>
                  <a:srgbClr val="161616"/>
                </a:solidFill>
                <a:latin typeface="DejaVu Sans"/>
                <a:ea typeface="DejaVu Sans"/>
                <a:cs typeface="DejaVu Sans"/>
              </a:defRPr>
            </a:lvl7pPr>
            <a:lvl8pPr algn="l">
              <a:defRPr sz="690" b="0">
                <a:solidFill>
                  <a:srgbClr val="161616"/>
                </a:solidFill>
                <a:latin typeface="DejaVu Sans"/>
                <a:ea typeface="DejaVu Sans"/>
                <a:cs typeface="DejaVu Sans"/>
              </a:defRPr>
            </a:lvl8pPr>
            <a:lvl9pPr algn="l">
              <a:defRPr sz="690" b="0">
                <a:solidFill>
                  <a:srgbClr val="161616"/>
                </a:solidFill>
                <a:latin typeface="DejaVu Sans"/>
                <a:ea typeface="DejaVu Sans"/>
                <a:cs typeface="DejaVu Sans"/>
              </a:defRPr>
            </a:lvl9pPr>
          </a:lstStyle>
          <a:p xmlns:a="http://schemas.openxmlformats.org/drawingml/2006/main">
            <a:pPr algn="l">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a: W2</a:t>
            </a:r>
          </a:p>
        </p:txBody>
      </p:sp>
      <p:sp>
        <p:nvSpPr>
          <p:cNvPr id="53" name="Figure_2_Method-053">
            <a:extLst xmlns:a="http://schemas.openxmlformats.org/drawingml/2006/main">
              <a:ext uri="{FF2B5EF4-FFF2-40B4-BE49-F238E27FC236}">
                <a16:creationId xmlns:a16="http://schemas.microsoft.com/office/drawing/2014/main" id="{D76FB04E-306D-4B38-A81D-FB66D5A0BB07}"/>
              </a:ext>
            </a:extLst>
          </p:cNvPr>
          <p:cNvSpPr>
            <a:spLocks xmlns:a="http://schemas.openxmlformats.org/drawingml/2006/main" noGrp="1"/>
          </p:cNvSpPr>
          <p:nvPr/>
        </p:nvSpPr>
        <p:spPr>
          <a:xfrm xmlns:a="http://schemas.openxmlformats.org/drawingml/2006/main">
            <a:off x="863600" y="2781300"/>
            <a:ext cx="139700" cy="139700"/>
          </a:xfrm>
          <a:prstGeom xmlns:a="http://schemas.openxmlformats.org/drawingml/2006/main" prst="rect">
            <a:avLst/>
          </a:prstGeom>
          <a:solidFill xmlns:a="http://schemas.openxmlformats.org/drawingml/2006/main">
            <a:srgbClr val="B1AFD4"/>
          </a:solidFill>
          <a:ln xmlns:a="http://schemas.openxmlformats.org/drawingml/2006/main" w="6985">
            <a:solidFill>
              <a:srgbClr val="161616"/>
            </a:solidFill>
            <a:prstDash val="solid"/>
          </a:ln>
        </p:spPr>
      </p:sp>
      <p:sp>
        <p:nvSpPr>
          <p:cNvPr id="54" name="Figure_2_Method-054">
            <a:extLst xmlns:a="http://schemas.openxmlformats.org/drawingml/2006/main">
              <a:ext uri="{FF2B5EF4-FFF2-40B4-BE49-F238E27FC236}">
                <a16:creationId xmlns:a16="http://schemas.microsoft.com/office/drawing/2014/main" id="{5244EC2E-8DAE-4B65-976B-F498DC54A2B6}"/>
              </a:ext>
            </a:extLst>
          </p:cNvPr>
          <p:cNvSpPr>
            <a:spLocks xmlns:a="http://schemas.openxmlformats.org/drawingml/2006/main" noGrp="1"/>
          </p:cNvSpPr>
          <p:nvPr/>
        </p:nvSpPr>
        <p:spPr>
          <a:xfrm xmlns:a="http://schemas.openxmlformats.org/drawingml/2006/main">
            <a:off x="1117600" y="2781300"/>
            <a:ext cx="139700" cy="139700"/>
          </a:xfrm>
          <a:prstGeom xmlns:a="http://schemas.openxmlformats.org/drawingml/2006/main" prst="rect">
            <a:avLst/>
          </a:prstGeom>
          <a:solidFill xmlns:a="http://schemas.openxmlformats.org/drawingml/2006/main">
            <a:srgbClr val="FFFFFF"/>
          </a:solidFill>
          <a:ln xmlns:a="http://schemas.openxmlformats.org/drawingml/2006/main" w="6985">
            <a:solidFill>
              <a:srgbClr val="161616"/>
            </a:solidFill>
            <a:prstDash val="solid"/>
          </a:ln>
        </p:spPr>
      </p:sp>
      <p:sp>
        <p:nvSpPr>
          <p:cNvPr id="55" name="Figure_2_Method-055">
            <a:extLst xmlns:a="http://schemas.openxmlformats.org/drawingml/2006/main">
              <a:ext uri="{FF2B5EF4-FFF2-40B4-BE49-F238E27FC236}">
                <a16:creationId xmlns:a16="http://schemas.microsoft.com/office/drawing/2014/main" id="{FE090902-1521-4E0F-9BD9-8FBBE274C1B2}"/>
              </a:ext>
            </a:extLst>
          </p:cNvPr>
          <p:cNvSpPr>
            <a:spLocks xmlns:a="http://schemas.openxmlformats.org/drawingml/2006/main" noGrp="1"/>
          </p:cNvSpPr>
          <p:nvPr/>
        </p:nvSpPr>
        <p:spPr>
          <a:xfrm xmlns:a="http://schemas.openxmlformats.org/drawingml/2006/main">
            <a:off x="1371600" y="2781300"/>
            <a:ext cx="139700" cy="139700"/>
          </a:xfrm>
          <a:prstGeom xmlns:a="http://schemas.openxmlformats.org/drawingml/2006/main" prst="rect">
            <a:avLst/>
          </a:prstGeom>
          <a:solidFill xmlns:a="http://schemas.openxmlformats.org/drawingml/2006/main">
            <a:srgbClr val="B1AFD4"/>
          </a:solidFill>
          <a:ln xmlns:a="http://schemas.openxmlformats.org/drawingml/2006/main" w="6985">
            <a:solidFill>
              <a:srgbClr val="161616"/>
            </a:solidFill>
            <a:prstDash val="solid"/>
          </a:ln>
        </p:spPr>
      </p:sp>
      <p:sp>
        <p:nvSpPr>
          <p:cNvPr id="56" name="Figure_2_Method-056">
            <a:extLst xmlns:a="http://schemas.openxmlformats.org/drawingml/2006/main">
              <a:ext uri="{FF2B5EF4-FFF2-40B4-BE49-F238E27FC236}">
                <a16:creationId xmlns:a16="http://schemas.microsoft.com/office/drawing/2014/main" id="{5516FD35-125C-4C21-906C-A19185C91E58}"/>
              </a:ext>
            </a:extLst>
          </p:cNvPr>
          <p:cNvSpPr>
            <a:spLocks xmlns:a="http://schemas.openxmlformats.org/drawingml/2006/main" noGrp="1"/>
          </p:cNvSpPr>
          <p:nvPr/>
        </p:nvSpPr>
        <p:spPr>
          <a:xfrm xmlns:a="http://schemas.openxmlformats.org/drawingml/2006/main">
            <a:off x="1625600" y="2781300"/>
            <a:ext cx="139700" cy="139700"/>
          </a:xfrm>
          <a:prstGeom xmlns:a="http://schemas.openxmlformats.org/drawingml/2006/main" prst="rect">
            <a:avLst/>
          </a:prstGeom>
          <a:solidFill xmlns:a="http://schemas.openxmlformats.org/drawingml/2006/main">
            <a:srgbClr val="FFFFFF"/>
          </a:solidFill>
          <a:ln xmlns:a="http://schemas.openxmlformats.org/drawingml/2006/main" w="6985">
            <a:solidFill>
              <a:srgbClr val="161616"/>
            </a:solidFill>
            <a:prstDash val="solid"/>
          </a:ln>
        </p:spPr>
      </p:sp>
      <p:sp>
        <p:nvSpPr>
          <p:cNvPr id="57" name="Figure_2_Method-057">
            <a:extLst xmlns:a="http://schemas.openxmlformats.org/drawingml/2006/main">
              <a:ext uri="{FF2B5EF4-FFF2-40B4-BE49-F238E27FC236}">
                <a16:creationId xmlns:a16="http://schemas.microsoft.com/office/drawing/2014/main" id="{F6EDC612-455B-4FD5-9E45-892320D19DA1}"/>
              </a:ext>
            </a:extLst>
          </p:cNvPr>
          <p:cNvSpPr>
            <a:spLocks xmlns:a="http://schemas.openxmlformats.org/drawingml/2006/main" noGrp="1"/>
          </p:cNvSpPr>
          <p:nvPr/>
        </p:nvSpPr>
        <p:spPr>
          <a:xfrm xmlns:a="http://schemas.openxmlformats.org/drawingml/2006/main">
            <a:off x="254000" y="2997200"/>
            <a:ext cx="5461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90" b="0">
                <a:solidFill>
                  <a:srgbClr val="161616"/>
                </a:solidFill>
                <a:latin typeface="DejaVu Sans"/>
                <a:ea typeface="DejaVu Sans"/>
                <a:cs typeface="DejaVu Sans"/>
              </a:defRPr>
            </a:defPPr>
            <a:lvl1pPr algn="l">
              <a:defRPr sz="690" b="0">
                <a:solidFill>
                  <a:srgbClr val="161616"/>
                </a:solidFill>
                <a:latin typeface="DejaVu Sans"/>
                <a:ea typeface="DejaVu Sans"/>
                <a:cs typeface="DejaVu Sans"/>
              </a:defRPr>
            </a:lvl1pPr>
            <a:lvl2pPr algn="l">
              <a:defRPr sz="690" b="0">
                <a:solidFill>
                  <a:srgbClr val="161616"/>
                </a:solidFill>
                <a:latin typeface="DejaVu Sans"/>
                <a:ea typeface="DejaVu Sans"/>
                <a:cs typeface="DejaVu Sans"/>
              </a:defRPr>
            </a:lvl2pPr>
            <a:lvl3pPr algn="l">
              <a:defRPr sz="690" b="0">
                <a:solidFill>
                  <a:srgbClr val="161616"/>
                </a:solidFill>
                <a:latin typeface="DejaVu Sans"/>
                <a:ea typeface="DejaVu Sans"/>
                <a:cs typeface="DejaVu Sans"/>
              </a:defRPr>
            </a:lvl3pPr>
            <a:lvl4pPr algn="l">
              <a:defRPr sz="690" b="0">
                <a:solidFill>
                  <a:srgbClr val="161616"/>
                </a:solidFill>
                <a:latin typeface="DejaVu Sans"/>
                <a:ea typeface="DejaVu Sans"/>
                <a:cs typeface="DejaVu Sans"/>
              </a:defRPr>
            </a:lvl4pPr>
            <a:lvl5pPr algn="l">
              <a:defRPr sz="690" b="0">
                <a:solidFill>
                  <a:srgbClr val="161616"/>
                </a:solidFill>
                <a:latin typeface="DejaVu Sans"/>
                <a:ea typeface="DejaVu Sans"/>
                <a:cs typeface="DejaVu Sans"/>
              </a:defRPr>
            </a:lvl5pPr>
            <a:lvl6pPr algn="l">
              <a:defRPr sz="690" b="0">
                <a:solidFill>
                  <a:srgbClr val="161616"/>
                </a:solidFill>
                <a:latin typeface="DejaVu Sans"/>
                <a:ea typeface="DejaVu Sans"/>
                <a:cs typeface="DejaVu Sans"/>
              </a:defRPr>
            </a:lvl6pPr>
            <a:lvl7pPr algn="l">
              <a:defRPr sz="690" b="0">
                <a:solidFill>
                  <a:srgbClr val="161616"/>
                </a:solidFill>
                <a:latin typeface="DejaVu Sans"/>
                <a:ea typeface="DejaVu Sans"/>
                <a:cs typeface="DejaVu Sans"/>
              </a:defRPr>
            </a:lvl7pPr>
            <a:lvl8pPr algn="l">
              <a:defRPr sz="690" b="0">
                <a:solidFill>
                  <a:srgbClr val="161616"/>
                </a:solidFill>
                <a:latin typeface="DejaVu Sans"/>
                <a:ea typeface="DejaVu Sans"/>
                <a:cs typeface="DejaVu Sans"/>
              </a:defRPr>
            </a:lvl8pPr>
            <a:lvl9pPr algn="l">
              <a:defRPr sz="690" b="0">
                <a:solidFill>
                  <a:srgbClr val="161616"/>
                </a:solidFill>
                <a:latin typeface="DejaVu Sans"/>
                <a:ea typeface="DejaVu Sans"/>
                <a:cs typeface="DejaVu Sans"/>
              </a:defRPr>
            </a:lvl9pPr>
          </a:lstStyle>
          <a:p xmlns:a="http://schemas.openxmlformats.org/drawingml/2006/main">
            <a:pPr algn="l">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b: W3</a:t>
            </a:r>
          </a:p>
        </p:txBody>
      </p:sp>
      <p:sp>
        <p:nvSpPr>
          <p:cNvPr id="58" name="Figure_2_Method-058">
            <a:extLst xmlns:a="http://schemas.openxmlformats.org/drawingml/2006/main">
              <a:ext uri="{FF2B5EF4-FFF2-40B4-BE49-F238E27FC236}">
                <a16:creationId xmlns:a16="http://schemas.microsoft.com/office/drawing/2014/main" id="{61848AD5-DFFD-4648-BF56-587DBD3D9FCB}"/>
              </a:ext>
            </a:extLst>
          </p:cNvPr>
          <p:cNvSpPr>
            <a:spLocks xmlns:a="http://schemas.openxmlformats.org/drawingml/2006/main" noGrp="1"/>
          </p:cNvSpPr>
          <p:nvPr/>
        </p:nvSpPr>
        <p:spPr>
          <a:xfrm xmlns:a="http://schemas.openxmlformats.org/drawingml/2006/main">
            <a:off x="863600" y="2984500"/>
            <a:ext cx="139700" cy="139700"/>
          </a:xfrm>
          <a:prstGeom xmlns:a="http://schemas.openxmlformats.org/drawingml/2006/main" prst="rect">
            <a:avLst/>
          </a:prstGeom>
          <a:solidFill xmlns:a="http://schemas.openxmlformats.org/drawingml/2006/main">
            <a:srgbClr val="F5B7BE"/>
          </a:solidFill>
          <a:ln xmlns:a="http://schemas.openxmlformats.org/drawingml/2006/main" w="6985">
            <a:solidFill>
              <a:srgbClr val="161616"/>
            </a:solidFill>
            <a:prstDash val="solid"/>
          </a:ln>
        </p:spPr>
      </p:sp>
      <p:sp>
        <p:nvSpPr>
          <p:cNvPr id="59" name="Figure_2_Method-059">
            <a:extLst xmlns:a="http://schemas.openxmlformats.org/drawingml/2006/main">
              <a:ext uri="{FF2B5EF4-FFF2-40B4-BE49-F238E27FC236}">
                <a16:creationId xmlns:a16="http://schemas.microsoft.com/office/drawing/2014/main" id="{FC42E7BC-2CD4-46D9-B2AF-856800ED2A69}"/>
              </a:ext>
            </a:extLst>
          </p:cNvPr>
          <p:cNvSpPr>
            <a:spLocks xmlns:a="http://schemas.openxmlformats.org/drawingml/2006/main" noGrp="1"/>
          </p:cNvSpPr>
          <p:nvPr/>
        </p:nvSpPr>
        <p:spPr>
          <a:xfrm xmlns:a="http://schemas.openxmlformats.org/drawingml/2006/main">
            <a:off x="1117600" y="2984500"/>
            <a:ext cx="139700" cy="139700"/>
          </a:xfrm>
          <a:prstGeom xmlns:a="http://schemas.openxmlformats.org/drawingml/2006/main" prst="rect">
            <a:avLst/>
          </a:prstGeom>
          <a:solidFill xmlns:a="http://schemas.openxmlformats.org/drawingml/2006/main">
            <a:srgbClr val="FFFFFF"/>
          </a:solidFill>
          <a:ln xmlns:a="http://schemas.openxmlformats.org/drawingml/2006/main" w="6985">
            <a:solidFill>
              <a:srgbClr val="161616"/>
            </a:solidFill>
            <a:prstDash val="solid"/>
          </a:ln>
        </p:spPr>
      </p:sp>
      <p:sp>
        <p:nvSpPr>
          <p:cNvPr id="60" name="Figure_2_Method-060">
            <a:extLst xmlns:a="http://schemas.openxmlformats.org/drawingml/2006/main">
              <a:ext uri="{FF2B5EF4-FFF2-40B4-BE49-F238E27FC236}">
                <a16:creationId xmlns:a16="http://schemas.microsoft.com/office/drawing/2014/main" id="{E7E52EFE-C21A-4D05-B57F-64E62408446E}"/>
              </a:ext>
            </a:extLst>
          </p:cNvPr>
          <p:cNvSpPr>
            <a:spLocks xmlns:a="http://schemas.openxmlformats.org/drawingml/2006/main" noGrp="1"/>
          </p:cNvSpPr>
          <p:nvPr/>
        </p:nvSpPr>
        <p:spPr>
          <a:xfrm xmlns:a="http://schemas.openxmlformats.org/drawingml/2006/main">
            <a:off x="1371600" y="2984500"/>
            <a:ext cx="139700" cy="139700"/>
          </a:xfrm>
          <a:prstGeom xmlns:a="http://schemas.openxmlformats.org/drawingml/2006/main" prst="rect">
            <a:avLst/>
          </a:prstGeom>
          <a:solidFill xmlns:a="http://schemas.openxmlformats.org/drawingml/2006/main">
            <a:srgbClr val="FFFFFF"/>
          </a:solidFill>
          <a:ln xmlns:a="http://schemas.openxmlformats.org/drawingml/2006/main" w="6985">
            <a:solidFill>
              <a:srgbClr val="161616"/>
            </a:solidFill>
            <a:prstDash val="solid"/>
          </a:ln>
        </p:spPr>
      </p:sp>
      <p:sp>
        <p:nvSpPr>
          <p:cNvPr id="61" name="Figure_2_Method-061">
            <a:extLst xmlns:a="http://schemas.openxmlformats.org/drawingml/2006/main">
              <a:ext uri="{FF2B5EF4-FFF2-40B4-BE49-F238E27FC236}">
                <a16:creationId xmlns:a16="http://schemas.microsoft.com/office/drawing/2014/main" id="{01F5629E-5898-4ABF-B5BE-EAC6BA5C7C84}"/>
              </a:ext>
            </a:extLst>
          </p:cNvPr>
          <p:cNvSpPr>
            <a:spLocks xmlns:a="http://schemas.openxmlformats.org/drawingml/2006/main" noGrp="1"/>
          </p:cNvSpPr>
          <p:nvPr/>
        </p:nvSpPr>
        <p:spPr>
          <a:xfrm xmlns:a="http://schemas.openxmlformats.org/drawingml/2006/main">
            <a:off x="1625600" y="2984500"/>
            <a:ext cx="139700" cy="139700"/>
          </a:xfrm>
          <a:prstGeom xmlns:a="http://schemas.openxmlformats.org/drawingml/2006/main" prst="rect">
            <a:avLst/>
          </a:prstGeom>
          <a:solidFill xmlns:a="http://schemas.openxmlformats.org/drawingml/2006/main">
            <a:srgbClr val="F5B7BE"/>
          </a:solidFill>
          <a:ln xmlns:a="http://schemas.openxmlformats.org/drawingml/2006/main" w="6985">
            <a:solidFill>
              <a:srgbClr val="161616"/>
            </a:solidFill>
            <a:prstDash val="solid"/>
          </a:ln>
        </p:spPr>
      </p:sp>
      <mc:AlternateContent xmlns:mc="http://schemas.openxmlformats.org/markup-compatibility/2006" xmlns:a14="http://schemas.microsoft.com/office/drawing/2010/main" xmlns:m="http://schemas.openxmlformats.org/officeDocument/2006/math">
        <mc:Choice Requires="a14">
          <p:sp>
            <p:nvSpPr>
              <p:cNvPr id="62" name="Figure_2_Method-062">
                <a:extLst xmlns:a="http://schemas.openxmlformats.org/drawingml/2006/main">
                  <a:ext uri="{FF2B5EF4-FFF2-40B4-BE49-F238E27FC236}">
                    <a16:creationId xmlns:a16="http://schemas.microsoft.com/office/drawing/2014/main" id="{E15E2B50-97FC-4010-9745-2503FAAFEE83}"/>
                  </a:ext>
                </a:extLst>
              </p:cNvPr>
              <p:cNvSpPr>
                <a:spLocks xmlns:a="http://schemas.openxmlformats.org/drawingml/2006/main" noGrp="1"/>
              </p:cNvSpPr>
              <p:nvPr/>
            </p:nvSpPr>
            <p:spPr>
              <a:xfrm xmlns:a="http://schemas.openxmlformats.org/drawingml/2006/main">
                <a:off x="266700" y="3162300"/>
                <a:ext cx="1600200" cy="298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860" b="0">
                    <a:solidFill>
                      <a:srgbClr val="161616"/>
                    </a:solidFill>
                    <a:latin typeface="Latin Modern Math"/>
                    <a:ea typeface="Latin Modern Math"/>
                    <a:cs typeface="Latin Modern Math"/>
                  </a:defRPr>
                </a:defPPr>
                <a:lvl1pPr algn="ctr">
                  <a:defRPr sz="860" b="0">
                    <a:solidFill>
                      <a:srgbClr val="161616"/>
                    </a:solidFill>
                    <a:latin typeface="Latin Modern Math"/>
                    <a:ea typeface="Latin Modern Math"/>
                    <a:cs typeface="Latin Modern Math"/>
                  </a:defRPr>
                </a:lvl1pPr>
                <a:lvl2pPr algn="ctr">
                  <a:defRPr sz="860" b="0">
                    <a:solidFill>
                      <a:srgbClr val="161616"/>
                    </a:solidFill>
                    <a:latin typeface="Latin Modern Math"/>
                    <a:ea typeface="Latin Modern Math"/>
                    <a:cs typeface="Latin Modern Math"/>
                  </a:defRPr>
                </a:lvl2pPr>
                <a:lvl3pPr algn="ctr">
                  <a:defRPr sz="860" b="0">
                    <a:solidFill>
                      <a:srgbClr val="161616"/>
                    </a:solidFill>
                    <a:latin typeface="Latin Modern Math"/>
                    <a:ea typeface="Latin Modern Math"/>
                    <a:cs typeface="Latin Modern Math"/>
                  </a:defRPr>
                </a:lvl3pPr>
                <a:lvl4pPr algn="ctr">
                  <a:defRPr sz="860" b="0">
                    <a:solidFill>
                      <a:srgbClr val="161616"/>
                    </a:solidFill>
                    <a:latin typeface="Latin Modern Math"/>
                    <a:ea typeface="Latin Modern Math"/>
                    <a:cs typeface="Latin Modern Math"/>
                  </a:defRPr>
                </a:lvl4pPr>
                <a:lvl5pPr algn="ctr">
                  <a:defRPr sz="860" b="0">
                    <a:solidFill>
                      <a:srgbClr val="161616"/>
                    </a:solidFill>
                    <a:latin typeface="Latin Modern Math"/>
                    <a:ea typeface="Latin Modern Math"/>
                    <a:cs typeface="Latin Modern Math"/>
                  </a:defRPr>
                </a:lvl5pPr>
                <a:lvl6pPr algn="ctr">
                  <a:defRPr sz="860" b="0">
                    <a:solidFill>
                      <a:srgbClr val="161616"/>
                    </a:solidFill>
                    <a:latin typeface="Latin Modern Math"/>
                    <a:ea typeface="Latin Modern Math"/>
                    <a:cs typeface="Latin Modern Math"/>
                  </a:defRPr>
                </a:lvl6pPr>
                <a:lvl7pPr algn="ctr">
                  <a:defRPr sz="860" b="0">
                    <a:solidFill>
                      <a:srgbClr val="161616"/>
                    </a:solidFill>
                    <a:latin typeface="Latin Modern Math"/>
                    <a:ea typeface="Latin Modern Math"/>
                    <a:cs typeface="Latin Modern Math"/>
                  </a:defRPr>
                </a:lvl7pPr>
                <a:lvl8pPr algn="ctr">
                  <a:defRPr sz="860" b="0">
                    <a:solidFill>
                      <a:srgbClr val="161616"/>
                    </a:solidFill>
                    <a:latin typeface="Latin Modern Math"/>
                    <a:ea typeface="Latin Modern Math"/>
                    <a:cs typeface="Latin Modern Math"/>
                  </a:defRPr>
                </a:lvl8pPr>
                <a:lvl9pPr algn="ctr">
                  <a:defRPr sz="860" b="0">
                    <a:solidFill>
                      <a:srgbClr val="161616"/>
                    </a:solidFill>
                    <a:latin typeface="Latin Modern Math"/>
                    <a:ea typeface="Latin Modern Math"/>
                    <a:cs typeface="Latin Modern Math"/>
                  </a:defRPr>
                </a:lvl9pPr>
              </a:lstStyle>
              <ns0:p xmlns:ns0="http://schemas.openxmlformats.org/drawingml/2006/main">
                <ns0:pPr algn="ctr">
                  <ns0:buNone/>
                </ns0:pPr>
                <a14:m>
                  <m:oMathPara>
                    <m:oMathParaPr>
                      <m:jc m:val="center"/>
                    </m:oMathParaPr>
                    <m:oMath>
                      <m:sSub>
                        <m:sSubPr>
                          <m:ctrlPr>
                            <ns0:rPr lang="en-US" sz="860" b="0" i="0">
                              <ns0:solidFill>
                                <ns0:srgbClr val="161616"/>
                              </ns0:solidFill>
                              <ns0:latin typeface="Latin Modern Math"/>
                            </ns0:rPr>
                          </m:ctrlPr>
                        </m:sSubPr>
                        <m:e>
                          <m:r>
                            <m:rPr>
                              <m:sty m:val="i"/>
                            </m:rPr>
                            <ns0:rPr lang="en-US" sz="860" b="0" i="0">
                              <ns0:solidFill>
                                <ns0:srgbClr val="161616"/>
                              </ns0:solidFill>
                              <ns0:latin typeface="Latin Modern Math"/>
                            </ns0:rPr>
                            <m:t>U</m:t>
                          </m:r>
                        </m:e>
                        <m:sub>
                          <m:r>
                            <m:rPr>
                              <m:sty m:val="i"/>
                            </m:rPr>
                            <ns0:rPr lang="en-US" sz="860" b="0" i="0">
                              <ns0:solidFill>
                                <ns0:srgbClr val="161616"/>
                              </ns0:solidFill>
                              <ns0:latin typeface="Latin Modern Math"/>
                            </ns0:rPr>
                            <m:t>a</m:t>
                          </m:r>
                        </m:sub>
                      </m:sSub>
                      <m:r>
                        <m:rPr>
                          <m:sty m:val="i"/>
                        </m:rPr>
                        <ns0:rPr lang="en-US" sz="860" b="0" i="0">
                          <ns0:solidFill>
                            <ns0:srgbClr val="161616"/>
                          </ns0:solidFill>
                          <ns0:latin typeface="Latin Modern Math"/>
                        </ns0:rPr>
                        <m:t>=</m:t>
                      </m:r>
                      <m:nary>
                        <m:naryPr>
                          <m:chr m:val="⋃"/>
                          <m:limLoc m:val="undOvr"/>
                          <m:grow m:val="1"/>
                          <m:subHide m:val="0"/>
                          <m:supHide m:val="1"/>
                          <m:ctrlPr>
                            <ns0:rPr lang="en-US" sz="860" b="0" i="0">
                              <ns0:solidFill>
                                <ns0:srgbClr val="161616"/>
                              </ns0:solidFill>
                              <ns0:latin typeface="Latin Modern Math"/>
                            </ns0:rPr>
                          </m:ctrlPr>
                        </m:naryPr>
                        <m:sub>
                          <m:r>
                            <m:rPr>
                              <m:sty m:val="i"/>
                            </m:rPr>
                            <ns0:rPr lang="en-US" sz="860" b="0" i="0">
                              <ns0:solidFill>
                                <ns0:srgbClr val="161616"/>
                              </ns0:solidFill>
                              <ns0:latin typeface="Latin Modern Math"/>
                            </ns0:rPr>
                            <m:t>W</m:t>
                          </m:r>
                          <m:r>
                            <m:rPr>
                              <m:sty m:val="i"/>
                            </m:rPr>
                            <ns0:rPr lang="en-US" sz="860" b="0" i="0">
                              <ns0:solidFill>
                                <ns0:srgbClr val="161616"/>
                              </ns0:solidFill>
                              <ns0:latin typeface="Latin Modern Math"/>
                            </ns0:rPr>
                            <m:t>∈</m:t>
                          </m:r>
                          <m:sSub>
                            <m:sSubPr>
                              <m:ctrlPr>
                                <ns0:rPr lang="en-US" sz="860" b="0" i="0">
                                  <ns0:solidFill>
                                    <ns0:srgbClr val="161616"/>
                                  </ns0:solidFill>
                                  <ns0:latin typeface="Latin Modern Math"/>
                                </ns0:rPr>
                              </m:ctrlPr>
                            </m:sSubPr>
                            <m:e>
                              <m:r>
                                <m:rPr>
                                  <m:sty m:val="i"/>
                                </m:rPr>
                                <ns0:rPr lang="en-US" sz="860" b="0" i="0">
                                  <ns0:solidFill>
                                    <ns0:srgbClr val="161616"/>
                                  </ns0:solidFill>
                                  <ns0:latin typeface="Latin Modern Math"/>
                                </ns0:rPr>
                                <m:t>𝒲</m:t>
                              </m:r>
                            </m:e>
                            <m:sub>
                              <m:r>
                                <m:rPr>
                                  <m:sty m:val="i"/>
                                </m:rPr>
                                <ns0:rPr lang="en-US" sz="860" b="0" i="0">
                                  <ns0:solidFill>
                                    <ns0:srgbClr val="161616"/>
                                  </ns0:solidFill>
                                  <ns0:latin typeface="Latin Modern Math"/>
                                </ns0:rPr>
                                <m:t>a</m:t>
                              </m:r>
                            </m:sub>
                          </m:sSub>
                        </m:sub>
                        <m:sup/>
                        <m:e>
                          <m:r>
                            <m:rPr>
                              <m:sty m:val="i"/>
                            </m:rPr>
                            <ns0:rPr lang="en-US" sz="860" b="0" i="0">
                              <ns0:solidFill>
                                <ns0:srgbClr val="161616"/>
                              </ns0:solidFill>
                              <ns0:latin typeface="Latin Modern Math"/>
                            </ns0:rPr>
                            <m:t>W</m:t>
                          </m:r>
                        </m:e>
                      </m:nary>
                    </m:oMath>
                  </m:oMathPara>
                </a14:m>
                <ns0:endParaRPr lang="en-US" sz="860">
                  <ns0:latin typeface="Latin Modern Math"/>
                </ns0:endParaRPr>
              </ns0:p>
            </p:txBody>
          </p:sp>
        </mc:Choice>
        <mc:Fallback>
          <p:sp>
            <p:nvSpPr>
              <p:cNvPr id="62" name="Figure_2_Method-062" descr="Vector display fallback for the editable Office Math equation: U_a=\bigcup_{W\in\mathcal{W}_a}W">
                <a:extLst xmlns:a="http://schemas.openxmlformats.org/drawingml/2006/main">
                  <a:ext uri="{FF2B5EF4-FFF2-40B4-BE49-F238E27FC236}">
                    <a16:creationId xmlns:a16="http://schemas.microsoft.com/office/drawing/2014/main" id="{E15E2B50-97FC-4010-9745-2503FAAFEE83}"/>
                  </a:ext>
                </a:extLst>
              </p:cNvPr>
              <p:cNvSpPr>
                <a:spLocks xmlns:a="http://schemas.openxmlformats.org/drawingml/2006/main" noGrp="1"/>
              </p:cNvSpPr>
              <p:nvPr/>
            </p:nvSpPr>
            <p:spPr>
              <a:xfrm xmlns:a="http://schemas.openxmlformats.org/drawingml/2006/main">
                <a:off x="266700" y="3162300"/>
                <a:ext cx="1600200" cy="298450"/>
              </a:xfrm>
              <ns0:custGeom xmlns:ns0="http://schemas.openxmlformats.org/drawingml/2006/main">
                <ns0:avLst/>
                <ns0:gdLst/>
                <ns0:ahLst/>
                <ns0:cxnLst/>
                <ns0:rect l="l" t="t" r="r" b="b"/>
                <ns0:pathLst>
                  <ns0:path w="1600200" h="298450" fill="norm" stroke="0" extrusionOk="0">
                    <ns0:moveTo>
                      <ns0:pt x="597903" y="60842"/>
                    </ns0:moveTo>
                    <ns0:lnTo>
                      <ns0:pt x="597903" y="62583"/>
                    </ns0:lnTo>
                    <ns0:quadBezTo>
                      <ns0:pt x="595617" y="63129"/>
                      <ns0:pt x="594456" y="63624"/>
                    </ns0:quadBezTo>
                    <ns0:quadBezTo>
                      <ns0:pt x="593313" y="64119"/>
                      <ns0:pt x="592220" y="64835"/>
                    </ns0:quadBezTo>
                    <ns0:quadBezTo>
                      <ns0:pt x="591128" y="65535"/>
                      <ns0:pt x="590309" y="67498"/>
                    </ns0:quadBezTo>
                    <ns0:quadBezTo>
                      <ns0:pt x="589490" y="69460"/>
                      <ns0:pt x="588722" y="71764"/>
                    </ns0:quadBezTo>
                    <ns0:quadBezTo>
                      <ns0:pt x="587971" y="74051"/>
                      <ns0:pt x="586538" y="78863"/>
                    </ns0:quadBezTo>
                    <ns0:lnTo>
                      <ns0:pt x="577476" y="109991"/>
                    </ns0:lnTo>
                    <ns0:quadBezTo>
                      <ns0:pt x="573773" y="122654"/>
                      <ns0:pt x="566878" y="128439"/>
                    </ns0:quadBezTo>
                    <ns0:quadBezTo>
                      <ns0:pt x="560325" y="134122"/>
                      <ns0:pt x="549625" y="134122"/>
                    </ns0:quadBezTo>
                    <ns0:quadBezTo>
                      <ns0:pt x="538924" y="134122"/>
                      <ns0:pt x="532201" y="129105"/>
                    </ns0:quadBezTo>
                    <ns0:quadBezTo>
                      <ns0:pt x="525494" y="124070"/>
                      <ns0:pt x="525494" y="116220"/>
                    </ns0:quadBezTo>
                    <ns0:quadBezTo>
                      <ns0:pt x="525494" y="110213"/>
                      <ns0:pt x="530289" y="92618"/>
                    </ns0:quadBezTo>
                    <ns0:lnTo>
                      <ns0:pt x="535972" y="71986"/>
                    </ns0:lnTo>
                    <ns0:quadBezTo>
                      <ns0:pt x="536962" y="68488"/>
                      <ns0:pt x="536962" y="67071"/>
                    </ns0:quadBezTo>
                    <ns0:quadBezTo>
                      <ns0:pt x="536962" y="64887"/>
                      <ns0:pt x="535051" y="63794"/>
                    </ns0:quadBezTo>
                    <ns0:quadBezTo>
                      <ns0:pt x="533139" y="62702"/>
                      <ns0:pt x="528224" y="62583"/>
                    </ns0:quadBezTo>
                    <ns0:lnTo>
                      <ns0:pt x="528224" y="60842"/>
                    </ns0:lnTo>
                    <ns0:lnTo>
                      <ns0:pt x="557936" y="60842"/>
                    </ns0:lnTo>
                    <ns0:lnTo>
                      <ns0:pt x="557936" y="62583"/>
                    </ns0:lnTo>
                    <ns0:quadBezTo>
                      <ns0:pt x="552355" y="63129"/>
                      <ns0:pt x="550222" y="64989"/>
                    </ns0:quadBezTo>
                    <ns0:quadBezTo>
                      <ns0:pt x="548106" y="66849"/>
                      <ns0:pt x="546570" y="72532"/>
                    </ns0:quadBezTo>
                    <ns0:lnTo>
                      <ns0:pt x="539692" y="97209"/>
                    </ns0:lnTo>
                    <ns0:quadBezTo>
                      <ns0:pt x="535324" y="112602"/>
                      <ns0:pt x="535324" y="116766"/>
                    </ns0:quadBezTo>
                    <ns0:quadBezTo>
                      <ns0:pt x="535324" y="122551"/>
                      <ns0:pt x="539624" y="126101"/>
                    </ns0:quadBezTo>
                    <ns0:quadBezTo>
                      <ns0:pt x="543942" y="129651"/>
                      <ns0:pt x="550393" y="129651"/>
                    </ns0:quadBezTo>
                    <ns0:quadBezTo>
                      <ns0:pt x="559574" y="129651"/>
                      <ns0:pt x="565137" y="123763"/>
                    </ns0:quadBezTo>
                    <ns0:quadBezTo>
                      <ns0:pt x="570701" y="117858"/>
                      <ns0:pt x="574421" y="104308"/>
                    </ns0:quadBezTo>
                    <ns0:lnTo>
                      <ns0:pt x="581418" y="78863"/>
                    </ns0:lnTo>
                    <ns0:quadBezTo>
                      <ns0:pt x="583927" y="69580"/>
                      <ns0:pt x="583927" y="67617"/>
                    </ns0:quadBezTo>
                    <ns0:quadBezTo>
                      <ns0:pt x="583927" y="65211"/>
                      <ns0:pt x="582288" y="64119"/>
                    </ns0:quadBezTo>
                    <ns0:quadBezTo>
                      <ns0:pt x="580650" y="63027"/>
                      <ns0:pt x="576281" y="62583"/>
                    </ns0:quadBezTo>
                    <ns0:lnTo>
                      <ns0:pt x="576281" y="60842"/>
                    </ns0:lnTo>
                    <ns0:lnTo>
                      <ns0:pt x="597903" y="60842"/>
                    </ns0:lnTo>
                    <ns0:close/>
                    <ns0:moveTo>
                      <ns0:pt x="628832" y="138799"/>
                    </ns0:moveTo>
                    <ns0:lnTo>
                      <ns0:pt x="629823" y="139635"/>
                    </ns0:lnTo>
                    <ns0:quadBezTo>
                      <ns0:pt x="625547" y="144831"/>
                      <ns0:pt x="623516" y="146444"/>
                    </ns0:quadBezTo>
                    <ns0:quadBezTo>
                      <ns0:pt x="621497" y="148045"/>
                      <ns0:pt x="619203" y="148045"/>
                    </ns0:quadBezTo>
                    <ns0:quadBezTo>
                      <ns0:pt x="616145" y="148045"/>
                      <ns0:pt x="616145" y="144915"/>
                    </ns0:quadBezTo>
                    <ns0:quadBezTo>
                      <ns0:pt x="616145" y="143004"/>
                      <ns0:pt x="617901" y="136123"/>
                    </ns0:quadBezTo>
                    <ns0:quadBezTo>
                      <ns0:pt x="613625" y="142538"/>
                      <ns0:pt x="610029" y="145333"/>
                    </ns0:quadBezTo>
                    <ns0:quadBezTo>
                      <ns0:pt x="606433" y="148117"/>
                      <ns0:pt x="602384" y="148117"/>
                    </ns0:quadBezTo>
                    <ns0:quadBezTo>
                      <ns0:pt x="599015" y="148117"/>
                      <ns0:pt x="596876" y="145787"/>
                    </ns0:quadBezTo>
                    <ns0:quadBezTo>
                      <ns0:pt x="594738" y="143458"/>
                      <ns0:pt x="594738" y="139253"/>
                    </ns0:quadBezTo>
                    <ns0:quadBezTo>
                      <ns0:pt x="594738" y="133447"/>
                      <ns0:pt x="598059" y="127402"/>
                    </ns0:quadBezTo>
                    <ns0:quadBezTo>
                      <ns0:pt x="601392" y="121358"/>
                      <ns0:pt x="606505" y="117463"/>
                    </ns0:quadBezTo>
                    <ns0:quadBezTo>
                      <ns0:pt x="611630" y="113569"/>
                      <ns0:pt x="616599" y="113569"/>
                    </ns0:quadBezTo>
                    <ns0:quadBezTo>
                      <ns0:pt x="621724" y="113569"/>
                      <ns0:pt x="622716" y="118001"/>
                    </ns0:quadBezTo>
                    <ns0:lnTo>
                      <ns0:pt x="623564" y="114333"/>
                    </ns0:lnTo>
                    <ns0:lnTo>
                      <ns0:pt x="623791" y="114094"/>
                    </ns0:lnTo>
                    <ns0:lnTo>
                      <ns0:pt x="628450" y="113569"/>
                    </ns0:lnTo>
                    <ns0:lnTo>
                      <ns0:pt x="628987" y="113796"/>
                    </ns0:lnTo>
                    <ns0:quadBezTo>
                      <ns0:pt x="628915" y="114094"/>
                      <ns0:pt x="628533" y="115397"/>
                    </ns0:quadBezTo>
                    <ns0:quadBezTo>
                      <ns0:pt x="621724" y="140172"/>
                      <ns0:pt x="621724" y="143147"/>
                    </ns0:quadBezTo>
                    <ns0:quadBezTo>
                      <ns0:pt x="621724" y="144150"/>
                      <ns0:pt x="622799" y="144150"/>
                    </ns0:quadBezTo>
                    <ns0:quadBezTo>
                      <ns0:pt x="623946" y="144150"/>
                      <ns0:pt x="626765" y="141009"/>
                    </ns0:quadBezTo>
                    <ns0:lnTo>
                      <ns0:pt x="628832" y="138799"/>
                    </ns0:lnTo>
                    <ns0:close/>
                    <ns0:moveTo>
                      <ns0:pt x="621342" y="119685"/>
                    </ns0:moveTo>
                    <ns0:quadBezTo>
                      <ns0:pt x="621342" y="117690"/>
                      <ns0:pt x="620195" y="116472"/>
                    </ns0:quadBezTo>
                    <ns0:quadBezTo>
                      <ns0:pt x="619048" y="115241"/>
                      <ns0:pt x="617065" y="115241"/>
                    </ns0:quadBezTo>
                    <ns0:quadBezTo>
                      <ns0:pt x="611857" y="115241"/>
                      <ns0:pt x="607042" y="122277"/>
                    </ns0:quadBezTo>
                    <ns0:quadBezTo>
                      <ns0:pt x="604522" y="126028"/>
                      <ns0:pt x="602838" y="130616"/>
                    </ns0:quadBezTo>
                    <ns0:quadBezTo>
                      <ns0:pt x="601153" y="135203"/>
                      <ns0:pt x="601153" y="138715"/>
                    </ns0:quadBezTo>
                    <ns0:quadBezTo>
                      <ns0:pt x="601153" y="144377"/>
                      <ns0:pt x="605740" y="144377"/>
                    </ns0:quadBezTo>
                    <ns0:quadBezTo>
                      <ns0:pt x="610256" y="144377"/>
                      <ns0:pt x="615452" y="136887"/>
                    </ns0:quadBezTo>
                    <ns0:quadBezTo>
                      <ns0:pt x="621342" y="128394"/>
                      <ns0:pt x="621342" y="119685"/>
                    </ns0:quadBezTo>
                    <ns0:close/>
                    <ns0:moveTo>
                      <ns0:pt x="722285" y="97209"/>
                    </ns0:moveTo>
                    <ns0:lnTo>
                      <ns0:pt x="657948" y="97209"/>
                    </ns0:lnTo>
                    <ns0:lnTo>
                      <ns0:pt x="657948" y="90007"/>
                    </ns0:lnTo>
                    <ns0:lnTo>
                      <ns0:pt x="722285" y="90007"/>
                    </ns0:lnTo>
                    <ns0:lnTo>
                      <ns0:pt x="722285" y="97209"/>
                    </ns0:lnTo>
                    <ns0:close/>
                    <ns0:moveTo>
                      <ns0:pt x="722285" y="119053"/>
                    </ns0:moveTo>
                    <ns0:lnTo>
                      <ns0:pt x="657948" y="119053"/>
                    </ns0:lnTo>
                    <ns0:lnTo>
                      <ns0:pt x="657948" y="111851"/>
                    </ns0:lnTo>
                    <ns0:lnTo>
                      <ns0:pt x="722285" y="111851"/>
                    </ns0:lnTo>
                    <ns0:lnTo>
                      <ns0:pt x="722285" y="119053"/>
                    </ns0:lnTo>
                    <ns0:close/>
                    <ns0:moveTo>
                      <ns0:pt x="910411" y="48282"/>
                    </ns0:moveTo>
                    <ns0:lnTo>
                      <ns0:pt x="910411" y="124958"/>
                    </ns0:lnTo>
                    <ns0:quadBezTo>
                      <ns0:pt x="910411" y="135334"/>
                      <ns0:pt x="904455" y="143798"/>
                    </ns0:quadBezTo>
                    <ns0:quadBezTo>
                      <ns0:pt x="898499" y="152263"/>
                      <ns0:pt x="889540" y="156631"/>
                    </ns0:quadBezTo>
                    <ns0:quadBezTo>
                      <ns0:pt x="880598" y="161000"/>
                      <ns0:pt x="870870" y="161000"/>
                    </ns0:quadBezTo>
                    <ns0:quadBezTo>
                      <ns0:pt x="854163" y="161000"/>
                      <ns0:pt x="842097" y="150829"/>
                    </ns0:quadBezTo>
                    <ns0:quadBezTo>
                      <ns0:pt x="830032" y="140675"/>
                      <ns0:pt x="830032" y="124958"/>
                    </ns0:quadBezTo>
                    <ns0:lnTo>
                      <ns0:pt x="830032" y="48282"/>
                    </ns0:lnTo>
                    <ns0:lnTo>
                      <ns0:pt x="838002" y="48282"/>
                    </ns0:lnTo>
                    <ns0:lnTo>
                      <ns0:pt x="838002" y="126374"/>
                    </ns0:lnTo>
                    <ns0:quadBezTo>
                      <ns0:pt x="838002" y="136972"/>
                      <ns0:pt x="847490" y="144993"/>
                    </ns0:quadBezTo>
                    <ns0:quadBezTo>
                      <ns0:pt x="856996" y="153014"/>
                      <ns0:pt x="870205" y="153014"/>
                    </ns0:quadBezTo>
                    <ns0:quadBezTo>
                      <ns0:pt x="883430" y="153014"/>
                      <ns0:pt x="892936" y="144993"/>
                    </ns0:quadBezTo>
                    <ns0:quadBezTo>
                      <ns0:pt x="902442" y="136972"/>
                      <ns0:pt x="902442" y="126374"/>
                    </ns0:quadBezTo>
                    <ns0:lnTo>
                      <ns0:pt x="902442" y="48282"/>
                    </ns0:lnTo>
                    <ns0:lnTo>
                      <ns0:pt x="910411" y="48282"/>
                    </ns0:lnTo>
                    <ns0:close/>
                    <ns0:moveTo>
                      <ns0:pt x="812821" y="187747"/>
                    </ns0:moveTo>
                    <ns0:lnTo>
                      <ns0:pt x="812821" y="188965"/>
                    </ns0:lnTo>
                    <ns0:quadBezTo>
                      <ns0:pt x="810611" y="189658"/>
                      <ns0:pt x="809572" y="190649"/>
                    </ns0:quadBezTo>
                    <ns0:quadBezTo>
                      <ns0:pt x="808544" y="191641"/>
                      <ns0:pt x="806944" y="194699"/>
                    </ns0:quadBezTo>
                    <ns0:lnTo>
                      <ns0:pt x="783924" y="239042"/>
                    </ns0:lnTo>
                    <ns0:lnTo>
                      <ns0:pt x="782395" y="239042"/>
                    </ns0:lnTo>
                    <ns0:lnTo>
                      <ns0:pt x="778572" y="204411"/>
                    </ns0:lnTo>
                    <ns0:lnTo>
                      <ns0:pt x="778190" y="204411"/>
                    </ns0:lnTo>
                    <ns0:lnTo>
                      <ns0:pt x="761215" y="239042"/>
                    </ns0:lnTo>
                    <ns0:lnTo>
                      <ns0:pt x="759769" y="239042"/>
                    </ns0:lnTo>
                    <ns0:lnTo>
                      <ns0:pt x="755098" y="199752"/>
                    </ns0:lnTo>
                    <ns0:quadBezTo>
                      <ns0:pt x="754489" y="194400"/>
                      <ns0:pt x="754107" y="192680"/>
                    </ns0:quadBezTo>
                    <ns0:quadBezTo>
                      <ns0:pt x="753725" y="190960"/>
                      <ns0:pt x="752888" y="190112"/>
                    </ns0:quadBezTo>
                    <ns0:quadBezTo>
                      <ns0:pt x="752124" y="189347"/>
                      <ns0:pt x="748982" y="188965"/>
                    </ns0:quadBezTo>
                    <ns0:lnTo>
                      <ns0:pt x="748982" y="187747"/>
                    </ns0:lnTo>
                    <ns0:lnTo>
                      <ns0:pt x="766949" y="187747"/>
                    </ns0:lnTo>
                    <ns0:lnTo>
                      <ns0:pt x="766949" y="188965"/>
                    </ns0:lnTo>
                    <ns0:quadBezTo>
                      <ns0:pt x="763819" y="189276"/>
                      <ns0:pt x="762636" y="190040"/>
                    </ns0:quadBezTo>
                    <ns0:quadBezTo>
                      <ns0:pt x="761454" y="190805"/>
                      <ns0:pt x="761454" y="192871"/>
                    </ns0:quadBezTo>
                    <ns0:quadBezTo>
                      <ns0:pt x="761454" y="193863"/>
                      <ns0:pt x="761525" y="194400"/>
                    </ns0:quadBezTo>
                    <ns0:lnTo>
                      <ns0:pt x="764894" y="225281"/>
                    </ns0:lnTo>
                    <ns0:lnTo>
                      <ns0:pt x="778035" y="198677"/>
                    </ns0:lnTo>
                    <ns0:lnTo>
                      <ns0:pt x="777425" y="193708"/>
                    </ns0:lnTo>
                    <ns0:quadBezTo>
                      <ns0:pt x="777127" y="190805"/>
                      <ns0:pt x="776087" y="189968"/>
                    </ns0:quadBezTo>
                    <ns0:quadBezTo>
                      <ns0:pt x="775060" y="189120"/>
                      <ns0:pt x="771691" y="188965"/>
                    </ns0:quadBezTo>
                    <ns0:lnTo>
                      <ns0:pt x="771691" y="187747"/>
                    </ns0:lnTo>
                    <ns0:lnTo>
                      <ns0:pt x="789742" y="187747"/>
                    </ns0:lnTo>
                    <ns0:lnTo>
                      <ns0:pt x="789742" y="188965"/>
                    </ns0:lnTo>
                    <ns0:quadBezTo>
                      <ns0:pt x="786755" y="189276"/>
                      <ns0:pt x="785644" y="190040"/>
                    </ns0:quadBezTo>
                    <ns0:quadBezTo>
                      <ns0:pt x="784533" y="190805"/>
                      <ns0:pt x="784533" y="192632"/>
                    </ns0:quadBezTo>
                    <ns0:quadBezTo>
                      <ns0:pt x="784533" y="192871"/>
                      <ns0:pt x="784605" y="193289"/>
                    </ns0:quadBezTo>
                    <ns0:quadBezTo>
                      <ns0:pt x="784688" y="193708"/>
                      <ns0:pt x="784688" y="193779"/>
                    </ns0:quadBezTo>
                    <ns0:lnTo>
                      <ns0:pt x="787747" y="225281"/>
                    </ns0:lnTo>
                    <ns0:lnTo>
                      <ns0:pt x="802118" y="197375"/>
                    </ns0:lnTo>
                    <ns0:quadBezTo>
                      <ns0:pt x="803886" y="194018"/>
                      <ns0:pt x="803886" y="192178"/>
                    </ns0:quadBezTo>
                    <ns0:quadBezTo>
                      <ns0:pt x="803886" y="189049"/>
                      <ns0:pt x="798761" y="188965"/>
                    </ns0:quadBezTo>
                    <ns0:lnTo>
                      <ns0:pt x="798761" y="187747"/>
                    </ns0:lnTo>
                    <ns0:lnTo>
                      <ns0:pt x="812821" y="187747"/>
                    </ns0:lnTo>
                    <ns0:close/>
                    <ns0:moveTo>
                      <ns0:pt x="866286" y="239735"/>
                    </ns0:moveTo>
                    <ns0:lnTo>
                      <ns0:pt x="844042" y="239735"/>
                    </ns0:lnTo>
                    <ns0:quadBezTo>
                      <ns0:pt x="835011" y="239735"/>
                      <ns0:pt x="829050" y="233428"/>
                    </ns0:quadBezTo>
                    <ns0:quadBezTo>
                      <ns0:pt x="823089" y="227120"/>
                      <ns0:pt x="823089" y="218412"/>
                    </ns0:quadBezTo>
                    <ns0:quadBezTo>
                      <ns0:pt x="823089" y="209691"/>
                      <ns0:pt x="828978" y="203384"/>
                    </ns0:quadBezTo>
                    <ns0:quadBezTo>
                      <ns0:pt x="834868" y="197076"/>
                      <ns0:pt x="843803" y="197076"/>
                    </ns0:quadBezTo>
                    <ns0:lnTo>
                      <ns0:pt x="866286" y="197076"/>
                    </ns0:lnTo>
                    <ns0:lnTo>
                      <ns0:pt x="866286" y="202117"/>
                    </ns0:lnTo>
                    <ns0:lnTo>
                      <ns0:pt x="844114" y="202117"/>
                    </ns0:lnTo>
                    <ns0:quadBezTo>
                      <ns0:pt x="838380" y="202117"/>
                      <ns0:pt x="833864" y="206215"/>
                    </ns0:quadBezTo>
                    <ns0:quadBezTo>
                      <ns0:pt x="829361" y="210300"/>
                      <ns0:pt x="828369" y="215879"/>
                    </ns0:quadBezTo>
                    <ns0:lnTo>
                      <ns0:pt x="866286" y="215879"/>
                    </ns0:lnTo>
                    <ns0:lnTo>
                      <ns0:pt x="866286" y="220920"/>
                    </ns0:lnTo>
                    <ns0:lnTo>
                      <ns0:pt x="828286" y="220920"/>
                    </ns0:lnTo>
                    <ns0:quadBezTo>
                      <ns0:pt x="829277" y="226511"/>
                      <ns0:pt x="833793" y="230597"/>
                    </ns0:quadBezTo>
                    <ns0:quadBezTo>
                      <ns0:pt x="838308" y="234682"/>
                      <ns0:pt x="844042" y="234682"/>
                    </ns0:quadBezTo>
                    <ns0:lnTo>
                      <ns0:pt x="866286" y="234682"/>
                    </ns0:lnTo>
                    <ns0:lnTo>
                      <ns0:pt x="866286" y="239735"/>
                    </ns0:lnTo>
                    <ns0:close/>
                    <ns0:moveTo>
                      <ns0:pt x="937455" y="228876"/>
                    </ns0:moveTo>
                    <ns0:lnTo>
                      <ns0:pt x="937908" y="229103"/>
                    </ns0:lnTo>
                    <ns0:quadBezTo>
                      <ns0:pt x="938745" y="228184"/>
                      <ns0:pt x="941002" y="225627"/>
                    </ns0:quadBezTo>
                    <ns0:quadBezTo>
                      <ns0:pt x="943260" y="223071"/>
                      <ns0:pt x="944789" y="221315"/>
                    </ns0:quadBezTo>
                    <ns0:quadBezTo>
                      <ns0:pt x="946318" y="219547"/>
                      <ns0:pt x="948337" y="216680"/>
                    </ns0:quadBezTo>
                    <ns0:quadBezTo>
                      <ns0:pt x="950368" y="213813"/>
                      <ns0:pt x="951825" y="210981"/>
                    </ns0:quadBezTo>
                    <ns0:quadBezTo>
                      <ns0:pt x="955338" y="204184"/>
                      <ns0:pt x="955338" y="198904"/>
                    </ns0:quadBezTo>
                    <ns0:quadBezTo>
                      <ns0:pt x="955338" y="190649"/>
                      <ns0:pt x="950679" y="190649"/>
                    </ns0:quadBezTo>
                    <ns0:quadBezTo>
                      <ns0:pt x="950141" y="190649"/>
                      <ns0:pt x="949723" y="191259"/>
                    </ns0:quadBezTo>
                    <ns0:quadBezTo>
                      <ns0:pt x="949305" y="191868"/>
                      <ns0:pt x="949066" y="192561"/>
                    </ns0:quadBezTo>
                    <ns0:quadBezTo>
                      <ns0:pt x="948839" y="193254"/>
                      <ns0:pt x="948146" y="193863"/>
                    </ns0:quadBezTo>
                    <ns0:quadBezTo>
                      <ns0:pt x="947465" y="194472"/>
                      <ns0:pt x="946390" y="194472"/>
                    </ns0:quadBezTo>
                    <ns0:quadBezTo>
                      <ns0:pt x="944562" y="194472"/>
                      <ns0:pt x="943559" y="193289"/>
                    </ns0:quadBezTo>
                    <ns0:quadBezTo>
                      <ns0:pt x="942567" y="192107"/>
                      <ns0:pt x="942567" y="190339"/>
                    </ns0:quadBezTo>
                    <ns0:quadBezTo>
                      <ns0:pt x="942567" y="187818"/>
                      <ns0:pt x="944323" y="186564"/>
                    </ns0:quadBezTo>
                    <ns0:quadBezTo>
                      <ns0:pt x="946091" y="185298"/>
                      <ns0:pt x="948923" y="185298"/>
                    </ns0:quadBezTo>
                    <ns0:quadBezTo>
                      <ns0:pt x="953355" y="185298"/>
                      <ns0:pt x="955875" y="189013"/>
                    </ns0:quadBezTo>
                    <ns0:quadBezTo>
                      <ns0:pt x="958396" y="192716"/>
                      <ns0:pt x="958396" y="198366"/>
                    </ns0:quadBezTo>
                    <ns0:quadBezTo>
                      <ns0:pt x="958396" y="202954"/>
                      <ns0:pt x="956592" y="207732"/>
                    </ns0:quadBezTo>
                    <ns0:quadBezTo>
                      <ns0:pt x="954800" y="212510"/>
                      <ns0:pt x="951551" y="217145"/>
                    </ns0:quadBezTo>
                    <ns0:quadBezTo>
                      <ns0:pt x="948301" y="221769"/>
                      <ns0:pt x="945279" y="225400"/>
                    </ns0:quadBezTo>
                    <ns0:quadBezTo>
                      <ns0:pt x="942269" y="229032"/>
                      <ns0:pt x="938207" y="233464"/>
                    </ns0:quadBezTo>
                    <ns0:quadBezTo>
                      <ns0:pt x="934157" y="237896"/>
                      <ns0:pt x="932401" y="240118"/>
                    </ns0:quadBezTo>
                    <ns0:lnTo>
                      <ns0:pt x="930418" y="240118"/>
                    </ns0:lnTo>
                    <ns0:lnTo>
                      <ns0:pt x="930418" y="234921"/>
                    </ns0:lnTo>
                    <ns0:quadBezTo>
                      <ns0:pt x="930418" y="222067"/>
                      <ns0:pt x="929116" y="212594"/>
                    </ns0:quadBezTo>
                    <ns0:quadBezTo>
                      <ns0:pt x="927814" y="203109"/>
                      <ns0:pt x="923609" y="197375"/>
                    </ns0:quadBezTo>
                    <ns0:lnTo>
                      <ns0:pt x="923072" y="197375"/>
                    </ns0:lnTo>
                    <ns0:lnTo>
                      <ns0:pt x="898379" y="240118"/>
                    </ns0:lnTo>
                    <ns0:lnTo>
                      <ns0:pt x="896086" y="240118"/>
                    </ns0:lnTo>
                    <ns0:quadBezTo>
                      <ns0:pt x="899526" y="218782"/>
                      <ns0:pt x="899526" y="206322"/>
                    </ns0:quadBezTo>
                    <ns0:quadBezTo>
                      <ns0:pt x="899526" y="189813"/>
                      <ns0:pt x="889288" y="189813"/>
                    </ns0:quadBezTo>
                    <ns0:quadBezTo>
                      <ns0:pt x="887449" y="189813"/>
                      <ns0:pt x="885764" y="191187"/>
                    </ns0:quadBezTo>
                    <ns0:lnTo>
                      <ns0:pt x="884618" y="189730"/>
                    </ns0:lnTo>
                    <ns0:quadBezTo>
                      <ns0:pt x="887903" y="187054"/>
                      <ns0:pt x="893028" y="187054"/>
                    </ns0:quadBezTo>
                    <ns0:quadBezTo>
                      <ns0:pt x="896241" y="187054"/>
                      <ns0:pt x="898690" y="188009"/>
                    </ns0:quadBezTo>
                    <ns0:quadBezTo>
                      <ns0:pt x="901139" y="188965"/>
                      <ns0:pt x="902668" y="190805"/>
                    </ns0:quadBezTo>
                    <ns0:quadBezTo>
                      <ns0:pt x="904197" y="192632"/>
                      <ns0:pt x="905189" y="194783"/>
                    </ns0:quadBezTo>
                    <ns0:quadBezTo>
                      <ns0:pt x="906180" y="196921"/>
                      <ns0:pt x="906634" y="199979"/>
                    </ns0:quadBezTo>
                    <ns0:quadBezTo>
                      <ns0:pt x="907100" y="203037"/>
                      <ns0:pt x="907243" y="205606"/>
                    </ns0:quadBezTo>
                    <ns0:quadBezTo>
                      <ns0:pt x="907399" y="208162"/>
                      <ns0:pt x="907399" y="211603"/>
                    </ns0:quadBezTo>
                    <ns0:quadBezTo>
                      <ns0:pt x="907399" y="214732"/>
                      <ns0:pt x="907172" y="217862"/>
                    </ns0:quadBezTo>
                    <ns0:lnTo>
                      <ns0:pt x="907637" y="217862"/>
                    </ns0:lnTo>
                    <ns0:lnTo>
                      <ns0:pt x="922689" y="191725"/>
                    </ns0:lnTo>
                    <ns0:lnTo>
                      <ns0:pt x="926130" y="187973"/>
                    </ns0:lnTo>
                    <ns0:quadBezTo>
                      <ns0:pt x="930801" y="193015"/>
                      <ns0:pt x="934241" y="202428"/>
                    </ns0:quadBezTo>
                    <ns0:quadBezTo>
                      <ns0:pt x="937681" y="211830"/>
                      <ns0:pt x="937681" y="221004"/>
                    </ns0:quadBezTo>
                    <ns0:quadBezTo>
                      <ns0:pt x="937681" y="226129"/>
                      <ns0:pt x="937455" y="228876"/>
                    </ns0:quadBezTo>
                    <ns0:close/>
                    <ns0:moveTo>
                      <ns0:pt x="981411" y="242316"/>
                    </ns0:moveTo>
                    <ns0:lnTo>
                      <ns0:pt x="982106" y="242901"/>
                    </ns0:lnTo>
                    <ns0:quadBezTo>
                      <ns0:pt x="979112" y="246539"/>
                      <ns0:pt x="977690" y="247668"/>
                    </ns0:quadBezTo>
                    <ns0:quadBezTo>
                      <ns0:pt x="976277" y="248788"/>
                      <ns0:pt x="974672" y="248788"/>
                    </ns0:quadBezTo>
                    <ns0:quadBezTo>
                      <ns0:pt x="972531" y="248788"/>
                      <ns0:pt x="972531" y="246598"/>
                    </ns0:quadBezTo>
                    <ns0:quadBezTo>
                      <ns0:pt x="972531" y="245260"/>
                      <ns0:pt x="973760" y="240443"/>
                    </ns0:quadBezTo>
                    <ns0:quadBezTo>
                      <ns0:pt x="970766" y="244933"/>
                      <ns0:pt x="968249" y="246890"/>
                    </ns0:quadBezTo>
                    <ns0:quadBezTo>
                      <ns0:pt x="965732" y="248839"/>
                      <ns0:pt x="962898" y="248839"/>
                    </ns0:quadBezTo>
                    <ns0:quadBezTo>
                      <ns0:pt x="960540" y="248839"/>
                      <ns0:pt x="959043" y="247208"/>
                    </ns0:quadBezTo>
                    <ns0:quadBezTo>
                      <ns0:pt x="957546" y="245577"/>
                      <ns0:pt x="957546" y="242634"/>
                    </ns0:quadBezTo>
                    <ns0:quadBezTo>
                      <ns0:pt x="957546" y="238570"/>
                      <ns0:pt x="959871" y="234339"/>
                    </ns0:quadBezTo>
                    <ns0:quadBezTo>
                      <ns0:pt x="962204" y="230107"/>
                      <ns0:pt x="965783" y="227381"/>
                    </ns0:quadBezTo>
                    <ns0:quadBezTo>
                      <ns0:pt x="969370" y="224655"/>
                      <ns0:pt x="972849" y="224655"/>
                    </ns0:quadBezTo>
                    <ns0:quadBezTo>
                      <ns0:pt x="976436" y="224655"/>
                      <ns0:pt x="977130" y="227758"/>
                    </ns0:quadBezTo>
                    <ns0:lnTo>
                      <ns0:pt x="977724" y="225190"/>
                    </ns0:lnTo>
                    <ns0:lnTo>
                      <ns0:pt x="977883" y="225023"/>
                    </ns0:lnTo>
                    <ns0:lnTo>
                      <ns0:pt x="981144" y="224655"/>
                    </ns0:lnTo>
                    <ns0:lnTo>
                      <ns0:pt x="981520" y="224814"/>
                    </ns0:lnTo>
                    <ns0:quadBezTo>
                      <ns0:pt x="981470" y="225023"/>
                      <ns0:pt x="981202" y="225935"/>
                    </ns0:quadBezTo>
                    <ns0:quadBezTo>
                      <ns0:pt x="976436" y="243278"/>
                      <ns0:pt x="976436" y="245360"/>
                    </ns0:quadBezTo>
                    <ns0:quadBezTo>
                      <ns0:pt x="976436" y="246062"/>
                      <ns0:pt x="977189" y="246062"/>
                    </ns0:quadBezTo>
                    <ns0:quadBezTo>
                      <ns0:pt x="977991" y="246062"/>
                      <ns0:pt x="979965" y="243863"/>
                    </ns0:quadBezTo>
                    <ns0:lnTo>
                      <ns0:pt x="981411" y="242316"/>
                    </ns0:lnTo>
                    <ns0:close/>
                    <ns0:moveTo>
                      <ns0:pt x="976168" y="228937"/>
                    </ns0:moveTo>
                    <ns0:quadBezTo>
                      <ns0:pt x="976168" y="227540"/>
                      <ns0:pt x="975366" y="226687"/>
                    </ns0:quadBezTo>
                    <ns0:quadBezTo>
                      <ns0:pt x="974563" y="225826"/>
                      <ns0:pt x="973175" y="225826"/>
                    </ns0:quadBezTo>
                    <ns0:quadBezTo>
                      <ns0:pt x="969529" y="225826"/>
                      <ns0:pt x="966159" y="230751"/>
                    </ns0:quadBezTo>
                    <ns0:quadBezTo>
                      <ns0:pt x="964394" y="233377"/>
                      <ns0:pt x="963215" y="236588"/>
                    </ns0:quadBezTo>
                    <ns0:quadBezTo>
                      <ns0:pt x="962036" y="239799"/>
                      <ns0:pt x="962036" y="242258"/>
                    </ns0:quadBezTo>
                    <ns0:quadBezTo>
                      <ns0:pt x="962036" y="246221"/>
                      <ns0:pt x="965247" y="246221"/>
                    </ns0:quadBezTo>
                    <ns0:quadBezTo>
                      <ns0:pt x="968408" y="246221"/>
                      <ns0:pt x="972046" y="240978"/>
                    </ns0:quadBezTo>
                    <ns0:quadBezTo>
                      <ns0:pt x="976168" y="235033"/>
                      <ns0:pt x="976168" y="228937"/>
                    </ns0:quadBezTo>
                    <ns0:close/>
                    <ns0:moveTo>
                      <ns0:pt x="1085999" y="60842"/>
                    </ns0:moveTo>
                    <ns0:lnTo>
                      <ns0:pt x="1085999" y="62583"/>
                    </ns0:lnTo>
                    <ns0:quadBezTo>
                      <ns0:pt x="1082842" y="63573"/>
                      <ns0:pt x="1081358" y="64989"/>
                    </ns0:quadBezTo>
                    <ns0:quadBezTo>
                      <ns0:pt x="1079890" y="66406"/>
                      <ns0:pt x="1077603" y="70774"/>
                    </ns0:quadBezTo>
                    <ns0:lnTo>
                      <ns0:pt x="1044718" y="134122"/>
                    </ns0:lnTo>
                    <ns0:lnTo>
                      <ns0:pt x="1042533" y="134122"/>
                    </ns0:lnTo>
                    <ns0:lnTo>
                      <ns0:pt x="1037072" y="84649"/>
                    </ns0:lnTo>
                    <ns0:lnTo>
                      <ns0:pt x="1036526" y="84649"/>
                    </ns0:lnTo>
                    <ns0:lnTo>
                      <ns0:pt x="1012276" y="134122"/>
                    </ns0:lnTo>
                    <ns0:lnTo>
                      <ns0:pt x="1010211" y="134122"/>
                    </ns0:lnTo>
                    <ns0:lnTo>
                      <ns0:pt x="1003538" y="77993"/>
                    </ns0:lnTo>
                    <ns0:quadBezTo>
                      <ns0:pt x="1002668" y="70348"/>
                      <ns0:pt x="1002122" y="67890"/>
                    </ns0:quadBezTo>
                    <ns0:quadBezTo>
                      <ns0:pt x="1001576" y="65433"/>
                      <ns0:pt x="1000381" y="64221"/>
                    </ns0:quadBezTo>
                    <ns0:quadBezTo>
                      <ns0:pt x="999289" y="63129"/>
                      <ns0:pt x="994801" y="62583"/>
                    </ns0:quadBezTo>
                    <ns0:lnTo>
                      <ns0:pt x="994801" y="60842"/>
                    </ns0:lnTo>
                    <ns0:lnTo>
                      <ns0:pt x="1020467" y="60842"/>
                    </ns0:lnTo>
                    <ns0:lnTo>
                      <ns0:pt x="1020467" y="62583"/>
                    </ns0:lnTo>
                    <ns0:quadBezTo>
                      <ns0:pt x="1015996" y="63027"/>
                      <ns0:pt x="1014307" y="64119"/>
                    </ns0:quadBezTo>
                    <ns0:quadBezTo>
                      <ns0:pt x="1012617" y="65211"/>
                      <ns0:pt x="1012617" y="68163"/>
                    </ns0:quadBezTo>
                    <ns0:quadBezTo>
                      <ns0:pt x="1012617" y="69580"/>
                      <ns0:pt x="1012720" y="70348"/>
                    </ns0:quadBezTo>
                    <ns0:lnTo>
                      <ns0:pt x="1017532" y="114462"/>
                    </ns0:lnTo>
                    <ns0:lnTo>
                      <ns0:pt x="1036304" y="76457"/>
                    </ns0:lnTo>
                    <ns0:lnTo>
                      <ns0:pt x="1035434" y="69358"/>
                    </ns0:lnTo>
                    <ns0:quadBezTo>
                      <ns0:pt x="1035007" y="65211"/>
                      <ns0:pt x="1033523" y="64016"/>
                    </ns0:quadBezTo>
                    <ns0:quadBezTo>
                      <ns0:pt x="1032055" y="62805"/>
                      <ns0:pt x="1027242" y="62583"/>
                    </ns0:quadBezTo>
                    <ns0:lnTo>
                      <ns0:pt x="1027242" y="60842"/>
                    </ns0:lnTo>
                    <ns0:lnTo>
                      <ns0:pt x="1053029" y="60842"/>
                    </ns0:lnTo>
                    <ns0:lnTo>
                      <ns0:pt x="1053029" y="62583"/>
                    </ns0:lnTo>
                    <ns0:quadBezTo>
                      <ns0:pt x="1048762" y="63027"/>
                      <ns0:pt x="1047175" y="64119"/>
                    </ns0:quadBezTo>
                    <ns0:quadBezTo>
                      <ns0:pt x="1045588" y="65211"/>
                      <ns0:pt x="1045588" y="67822"/>
                    </ns0:quadBezTo>
                    <ns0:quadBezTo>
                      <ns0:pt x="1045588" y="68163"/>
                      <ns0:pt x="1045690" y="68761"/>
                    </ns0:quadBezTo>
                    <ns0:quadBezTo>
                      <ns0:pt x="1045810" y="69358"/>
                      <ns0:pt x="1045810" y="69460"/>
                    </ns0:quadBezTo>
                    <ns0:lnTo>
                      <ns0:pt x="1050179" y="114462"/>
                    </ns0:lnTo>
                    <ns0:lnTo>
                      <ns0:pt x="1070709" y="74597"/>
                    </ns0:lnTo>
                    <ns0:quadBezTo>
                      <ns0:pt x="1073234" y="69802"/>
                      <ns0:pt x="1073234" y="67173"/>
                    </ns0:quadBezTo>
                    <ns0:quadBezTo>
                      <ns0:pt x="1073234" y="62702"/>
                      <ns0:pt x="1065913" y="62583"/>
                    </ns0:quadBezTo>
                    <ns0:lnTo>
                      <ns0:pt x="1065913" y="60842"/>
                    </ns0:lnTo>
                    <ns0:lnTo>
                      <ns0:pt x="1085999" y="60842"/>
                    </ns0:lnTo>
                    <ns0:close/>
                  </ns0:path>
                </ns0:pathLst>
              </ns0:custGeom>
              <ns0:solidFill xmlns:ns0="http://schemas.openxmlformats.org/drawingml/2006/main">
                <ns0:srgbClr val="161616"/>
              </ns0:solidFill>
              <ns0:ln xmlns:ns0="http://schemas.openxmlformats.org/drawingml/2006/main" w="0">
                <ns0:noFill/>
              </ns0:ln>
            </p:spPr>
          </p:sp>
        </mc:Fallback>
      </mc:AlternateContent>
      <p:sp>
        <p:nvSpPr>
          <p:cNvPr id="63" name="Figure_2_Method-063">
            <a:extLst xmlns:a="http://schemas.openxmlformats.org/drawingml/2006/main">
              <a:ext uri="{FF2B5EF4-FFF2-40B4-BE49-F238E27FC236}">
                <a16:creationId xmlns:a16="http://schemas.microsoft.com/office/drawing/2014/main" id="{E519FC9B-B219-4E04-B086-0BEB868657F0}"/>
              </a:ext>
            </a:extLst>
          </p:cNvPr>
          <p:cNvSpPr>
            <a:spLocks xmlns:a="http://schemas.openxmlformats.org/drawingml/2006/main" noGrp="1"/>
          </p:cNvSpPr>
          <p:nvPr/>
        </p:nvSpPr>
        <p:spPr>
          <a:xfrm xmlns:a="http://schemas.openxmlformats.org/drawingml/2006/main">
            <a:off x="2019300" y="2768600"/>
            <a:ext cx="139700" cy="127"/>
          </a:xfrm>
          <a:custGeom xmlns:a="http://schemas.openxmlformats.org/drawingml/2006/main">
            <a:pathLst>
              <a:path w="139700" h="127">
                <a:moveTo>
                  <a:pt x="0" y="0"/>
                </a:moveTo>
                <a:lnTo>
                  <a:pt x="139700" y="0"/>
                </a:lnTo>
              </a:path>
            </a:pathLst>
          </a:custGeom>
          <a:noFill xmlns:a="http://schemas.openxmlformats.org/drawingml/2006/main"/>
          <a:ln xmlns:a="http://schemas.openxmlformats.org/drawingml/2006/main" w="20320">
            <a:solidFill>
              <a:srgbClr val="161616"/>
            </a:solidFill>
            <a:prstDash val="solid"/>
          </a:ln>
        </p:spPr>
      </p:sp>
      <p:sp>
        <p:nvSpPr>
          <p:cNvPr id="64" name="Figure_2_Method-064">
            <a:extLst xmlns:a="http://schemas.openxmlformats.org/drawingml/2006/main">
              <a:ext uri="{FF2B5EF4-FFF2-40B4-BE49-F238E27FC236}">
                <a16:creationId xmlns:a16="http://schemas.microsoft.com/office/drawing/2014/main" id="{96E281EC-D756-4AD2-BFC8-218CCB714D57}"/>
              </a:ext>
            </a:extLst>
          </p:cNvPr>
          <p:cNvSpPr>
            <a:spLocks xmlns:a="http://schemas.openxmlformats.org/drawingml/2006/main" noGrp="1"/>
          </p:cNvSpPr>
          <p:nvPr/>
        </p:nvSpPr>
        <p:spPr>
          <a:xfrm xmlns:a="http://schemas.openxmlformats.org/drawingml/2006/main">
            <a:off x="2108200" y="27462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65" name="Figure_2_Method-065">
            <a:extLst xmlns:a="http://schemas.openxmlformats.org/drawingml/2006/main">
              <a:ext uri="{FF2B5EF4-FFF2-40B4-BE49-F238E27FC236}">
                <a16:creationId xmlns:a16="http://schemas.microsoft.com/office/drawing/2014/main" id="{5C5E29DC-9FCE-454A-A21F-258E97D39B3F}"/>
              </a:ext>
            </a:extLst>
          </p:cNvPr>
          <p:cNvSpPr>
            <a:spLocks xmlns:a="http://schemas.openxmlformats.org/drawingml/2006/main" noGrp="1"/>
          </p:cNvSpPr>
          <p:nvPr/>
        </p:nvSpPr>
        <p:spPr>
          <a:xfrm xmlns:a="http://schemas.openxmlformats.org/drawingml/2006/main">
            <a:off x="2222500" y="2019300"/>
            <a:ext cx="1612900" cy="1460500"/>
          </a:xfrm>
          <a:prstGeom xmlns:a="http://schemas.openxmlformats.org/drawingml/2006/main" prst="roundRect">
            <a:avLst>
              <a:gd name="adj" fmla="val 3478"/>
            </a:avLst>
          </a:prstGeom>
          <a:solidFill xmlns:a="http://schemas.openxmlformats.org/drawingml/2006/main">
            <a:srgbClr val="E1EFD9"/>
          </a:solidFill>
          <a:ln xmlns:a="http://schemas.openxmlformats.org/drawingml/2006/main" w="10160">
            <a:solidFill>
              <a:srgbClr val="161616"/>
            </a:solidFill>
            <a:prstDash val="solid"/>
          </a:ln>
        </p:spPr>
      </p:sp>
      <p:sp>
        <p:nvSpPr>
          <p:cNvPr id="66" name="Figure_2_Method-066">
            <a:extLst xmlns:a="http://schemas.openxmlformats.org/drawingml/2006/main">
              <a:ext uri="{FF2B5EF4-FFF2-40B4-BE49-F238E27FC236}">
                <a16:creationId xmlns:a16="http://schemas.microsoft.com/office/drawing/2014/main" id="{86ABB6AA-10CB-42C8-95BC-E3B7F6DDF14F}"/>
              </a:ext>
            </a:extLst>
          </p:cNvPr>
          <p:cNvSpPr>
            <a:spLocks xmlns:a="http://schemas.openxmlformats.org/drawingml/2006/main" noGrp="1"/>
          </p:cNvSpPr>
          <p:nvPr/>
        </p:nvSpPr>
        <p:spPr>
          <a:xfrm xmlns:a="http://schemas.openxmlformats.org/drawingml/2006/main">
            <a:off x="2311400" y="2095500"/>
            <a:ext cx="1447800" cy="150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40" b="1">
                <a:solidFill>
                  <a:srgbClr val="161616"/>
                </a:solidFill>
                <a:latin typeface="DejaVu Sans"/>
                <a:ea typeface="DejaVu Sans"/>
                <a:cs typeface="DejaVu Sans"/>
              </a:defRPr>
            </a:defPPr>
            <a:lvl1pPr algn="l">
              <a:defRPr sz="740" b="1">
                <a:solidFill>
                  <a:srgbClr val="161616"/>
                </a:solidFill>
                <a:latin typeface="DejaVu Sans"/>
                <a:ea typeface="DejaVu Sans"/>
                <a:cs typeface="DejaVu Sans"/>
              </a:defRPr>
            </a:lvl1pPr>
            <a:lvl2pPr algn="l">
              <a:defRPr sz="740" b="1">
                <a:solidFill>
                  <a:srgbClr val="161616"/>
                </a:solidFill>
                <a:latin typeface="DejaVu Sans"/>
                <a:ea typeface="DejaVu Sans"/>
                <a:cs typeface="DejaVu Sans"/>
              </a:defRPr>
            </a:lvl2pPr>
            <a:lvl3pPr algn="l">
              <a:defRPr sz="740" b="1">
                <a:solidFill>
                  <a:srgbClr val="161616"/>
                </a:solidFill>
                <a:latin typeface="DejaVu Sans"/>
                <a:ea typeface="DejaVu Sans"/>
                <a:cs typeface="DejaVu Sans"/>
              </a:defRPr>
            </a:lvl3pPr>
            <a:lvl4pPr algn="l">
              <a:defRPr sz="740" b="1">
                <a:solidFill>
                  <a:srgbClr val="161616"/>
                </a:solidFill>
                <a:latin typeface="DejaVu Sans"/>
                <a:ea typeface="DejaVu Sans"/>
                <a:cs typeface="DejaVu Sans"/>
              </a:defRPr>
            </a:lvl4pPr>
            <a:lvl5pPr algn="l">
              <a:defRPr sz="740" b="1">
                <a:solidFill>
                  <a:srgbClr val="161616"/>
                </a:solidFill>
                <a:latin typeface="DejaVu Sans"/>
                <a:ea typeface="DejaVu Sans"/>
                <a:cs typeface="DejaVu Sans"/>
              </a:defRPr>
            </a:lvl5pPr>
            <a:lvl6pPr algn="l">
              <a:defRPr sz="740" b="1">
                <a:solidFill>
                  <a:srgbClr val="161616"/>
                </a:solidFill>
                <a:latin typeface="DejaVu Sans"/>
                <a:ea typeface="DejaVu Sans"/>
                <a:cs typeface="DejaVu Sans"/>
              </a:defRPr>
            </a:lvl6pPr>
            <a:lvl7pPr algn="l">
              <a:defRPr sz="740" b="1">
                <a:solidFill>
                  <a:srgbClr val="161616"/>
                </a:solidFill>
                <a:latin typeface="DejaVu Sans"/>
                <a:ea typeface="DejaVu Sans"/>
                <a:cs typeface="DejaVu Sans"/>
              </a:defRPr>
            </a:lvl7pPr>
            <a:lvl8pPr algn="l">
              <a:defRPr sz="740" b="1">
                <a:solidFill>
                  <a:srgbClr val="161616"/>
                </a:solidFill>
                <a:latin typeface="DejaVu Sans"/>
                <a:ea typeface="DejaVu Sans"/>
                <a:cs typeface="DejaVu Sans"/>
              </a:defRPr>
            </a:lvl8pPr>
            <a:lvl9pPr algn="l">
              <a:defRPr sz="740" b="1">
                <a:solidFill>
                  <a:srgbClr val="161616"/>
                </a:solidFill>
                <a:latin typeface="DejaVu Sans"/>
                <a:ea typeface="DejaVu Sans"/>
                <a:cs typeface="DejaVu Sans"/>
              </a:defRPr>
            </a:lvl9pPr>
          </a:lstStyle>
          <a:p xmlns:a="http://schemas.openxmlformats.org/drawingml/2006/main">
            <a:pPr algn="l">
              <a:defRPr sz="740" b="1">
                <a:solidFill>
                  <a:srgbClr val="161616"/>
                </a:solidFill>
                <a:latin typeface="DejaVu Sans"/>
                <a:ea typeface="DejaVu Sans"/>
                <a:cs typeface="DejaVu Sans"/>
              </a:defRPr>
            </a:pPr>
            <a:r>
              <a:rPr sz="740" b="1">
                <a:solidFill>
                  <a:srgbClr val="161616"/>
                </a:solidFill>
                <a:latin typeface="DejaVu Sans"/>
                <a:ea typeface="DejaVu Sans"/>
                <a:cs typeface="DejaVu Sans"/>
              </a:rPr>
              <a:t>Feasible union seeds</a:t>
            </a:r>
          </a:p>
        </p:txBody>
      </p:sp>
      <p:sp>
        <p:nvSpPr>
          <p:cNvPr id="67" name="Figure_2_Method-067">
            <a:extLst xmlns:a="http://schemas.openxmlformats.org/drawingml/2006/main">
              <a:ext uri="{FF2B5EF4-FFF2-40B4-BE49-F238E27FC236}">
                <a16:creationId xmlns:a16="http://schemas.microsoft.com/office/drawing/2014/main" id="{656CAE90-CB63-4046-890B-231594EA71B6}"/>
              </a:ext>
            </a:extLst>
          </p:cNvPr>
          <p:cNvSpPr>
            <a:spLocks xmlns:a="http://schemas.openxmlformats.org/drawingml/2006/main" noGrp="1"/>
          </p:cNvSpPr>
          <p:nvPr/>
        </p:nvSpPr>
        <p:spPr>
          <a:xfrm xmlns:a="http://schemas.openxmlformats.org/drawingml/2006/main">
            <a:off x="2311400" y="2336800"/>
            <a:ext cx="14478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At most 64 seed unions</a:t>
            </a:r>
          </a:p>
        </p:txBody>
      </p:sp>
      <mc:AlternateContent xmlns:mc="http://schemas.openxmlformats.org/markup-compatibility/2006" xmlns:a14="http://schemas.microsoft.com/office/drawing/2010/main" xmlns:m="http://schemas.openxmlformats.org/officeDocument/2006/math">
        <mc:Choice Requires="a14">
          <p:sp>
            <p:nvSpPr>
              <p:cNvPr id="68" name="Figure_2_Method-068">
                <a:extLst xmlns:a="http://schemas.openxmlformats.org/drawingml/2006/main">
                  <a:ext uri="{FF2B5EF4-FFF2-40B4-BE49-F238E27FC236}">
                    <a16:creationId xmlns:a16="http://schemas.microsoft.com/office/drawing/2014/main" id="{7C638782-72A4-4270-BEBE-6BD479787F80}"/>
                  </a:ext>
                </a:extLst>
              </p:cNvPr>
              <p:cNvSpPr>
                <a:spLocks xmlns:a="http://schemas.openxmlformats.org/drawingml/2006/main" noGrp="1"/>
              </p:cNvSpPr>
              <p:nvPr/>
            </p:nvSpPr>
            <p:spPr>
              <a:xfrm xmlns:a="http://schemas.openxmlformats.org/drawingml/2006/main">
                <a:off x="2362200" y="2565400"/>
                <a:ext cx="1333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00" b="0">
                    <a:solidFill>
                      <a:srgbClr val="161616"/>
                    </a:solidFill>
                    <a:latin typeface="Latin Modern Math"/>
                    <a:ea typeface="Latin Modern Math"/>
                    <a:cs typeface="Latin Modern Math"/>
                  </a:defRPr>
                </a:defPPr>
                <a:lvl1pPr algn="ctr">
                  <a:defRPr sz="900" b="0">
                    <a:solidFill>
                      <a:srgbClr val="161616"/>
                    </a:solidFill>
                    <a:latin typeface="Latin Modern Math"/>
                    <a:ea typeface="Latin Modern Math"/>
                    <a:cs typeface="Latin Modern Math"/>
                  </a:defRPr>
                </a:lvl1pPr>
                <a:lvl2pPr algn="ctr">
                  <a:defRPr sz="900" b="0">
                    <a:solidFill>
                      <a:srgbClr val="161616"/>
                    </a:solidFill>
                    <a:latin typeface="Latin Modern Math"/>
                    <a:ea typeface="Latin Modern Math"/>
                    <a:cs typeface="Latin Modern Math"/>
                  </a:defRPr>
                </a:lvl2pPr>
                <a:lvl3pPr algn="ctr">
                  <a:defRPr sz="900" b="0">
                    <a:solidFill>
                      <a:srgbClr val="161616"/>
                    </a:solidFill>
                    <a:latin typeface="Latin Modern Math"/>
                    <a:ea typeface="Latin Modern Math"/>
                    <a:cs typeface="Latin Modern Math"/>
                  </a:defRPr>
                </a:lvl3pPr>
                <a:lvl4pPr algn="ctr">
                  <a:defRPr sz="900" b="0">
                    <a:solidFill>
                      <a:srgbClr val="161616"/>
                    </a:solidFill>
                    <a:latin typeface="Latin Modern Math"/>
                    <a:ea typeface="Latin Modern Math"/>
                    <a:cs typeface="Latin Modern Math"/>
                  </a:defRPr>
                </a:lvl4pPr>
                <a:lvl5pPr algn="ctr">
                  <a:defRPr sz="900" b="0">
                    <a:solidFill>
                      <a:srgbClr val="161616"/>
                    </a:solidFill>
                    <a:latin typeface="Latin Modern Math"/>
                    <a:ea typeface="Latin Modern Math"/>
                    <a:cs typeface="Latin Modern Math"/>
                  </a:defRPr>
                </a:lvl5pPr>
                <a:lvl6pPr algn="ctr">
                  <a:defRPr sz="900" b="0">
                    <a:solidFill>
                      <a:srgbClr val="161616"/>
                    </a:solidFill>
                    <a:latin typeface="Latin Modern Math"/>
                    <a:ea typeface="Latin Modern Math"/>
                    <a:cs typeface="Latin Modern Math"/>
                  </a:defRPr>
                </a:lvl6pPr>
                <a:lvl7pPr algn="ctr">
                  <a:defRPr sz="900" b="0">
                    <a:solidFill>
                      <a:srgbClr val="161616"/>
                    </a:solidFill>
                    <a:latin typeface="Latin Modern Math"/>
                    <a:ea typeface="Latin Modern Math"/>
                    <a:cs typeface="Latin Modern Math"/>
                  </a:defRPr>
                </a:lvl7pPr>
                <a:lvl8pPr algn="ctr">
                  <a:defRPr sz="900" b="0">
                    <a:solidFill>
                      <a:srgbClr val="161616"/>
                    </a:solidFill>
                    <a:latin typeface="Latin Modern Math"/>
                    <a:ea typeface="Latin Modern Math"/>
                    <a:cs typeface="Latin Modern Math"/>
                  </a:defRPr>
                </a:lvl8pPr>
                <a:lvl9pPr algn="ctr">
                  <a:defRPr sz="900" b="0">
                    <a:solidFill>
                      <a:srgbClr val="161616"/>
                    </a:solidFill>
                    <a:latin typeface="Latin Modern Math"/>
                    <a:ea typeface="Latin Modern Math"/>
                    <a:cs typeface="Latin Modern Math"/>
                  </a:defRPr>
                </a:lvl9pPr>
              </a:lstStyle>
              <ns0:p xmlns:ns0="http://schemas.openxmlformats.org/drawingml/2006/main">
                <ns0:pPr algn="ctr">
                  <ns0:buNone/>
                </ns0:pPr>
                <a14:m>
                  <m:oMathPara>
                    <m:oMathParaPr>
                      <m:jc m:val="center"/>
                    </m:oMathParaPr>
                    <m:oMath>
                      <m:r>
                        <m:rPr>
                          <m:sty m:val="i"/>
                        </m:rPr>
                        <ns0:rPr lang="en-US" sz="900" b="0" i="0">
                          <ns0:solidFill>
                            <ns0:srgbClr val="161616"/>
                          </ns0:solidFill>
                          <ns0:latin typeface="Latin Modern Math"/>
                        </ns0:rPr>
                        <m:t>C</m:t>
                      </m:r>
                      <m:r>
                        <m:rPr>
                          <m:sty m:val="i"/>
                        </m:rPr>
                        <ns0:rPr lang="en-US" sz="900" b="0" i="0">
                          <ns0:solidFill>
                            <ns0:srgbClr val="161616"/>
                          </ns0:solidFill>
                          <ns0:latin typeface="Latin Modern Math"/>
                        </ns0:rPr>
                        <m:t>(</m:t>
                      </m:r>
                      <m:r>
                        <m:rPr>
                          <m:sty m:val="i"/>
                        </m:rPr>
                        <ns0:rPr lang="en-US" sz="900" b="0" i="0">
                          <ns0:solidFill>
                            <ns0:srgbClr val="161616"/>
                          </ns0:solidFill>
                          <ns0:latin typeface="Latin Modern Math"/>
                        </ns0:rPr>
                        <m:t>S</m:t>
                      </m:r>
                      <m:r>
                        <m:rPr>
                          <m:sty m:val="i"/>
                        </m:rPr>
                        <ns0:rPr lang="en-US" sz="900" b="0" i="0">
                          <ns0:solidFill>
                            <ns0:srgbClr val="161616"/>
                          </ns0:solidFill>
                          <ns0:latin typeface="Latin Modern Math"/>
                        </ns0:rPr>
                        <m:t>)</m:t>
                      </m:r>
                      <m:r>
                        <m:rPr>
                          <m:sty m:val="i"/>
                        </m:rPr>
                        <ns0:rPr lang="en-US" sz="900" b="0" i="0">
                          <ns0:solidFill>
                            <ns0:srgbClr val="161616"/>
                          </ns0:solidFill>
                          <ns0:latin typeface="Latin Modern Math"/>
                        </ns0:rPr>
                        <m:t>≤</m:t>
                      </m:r>
                      <m:r>
                        <m:rPr>
                          <m:sty m:val="i"/>
                        </m:rPr>
                        <ns0:rPr lang="en-US" sz="900" b="0" i="0">
                          <ns0:solidFill>
                            <ns0:srgbClr val="161616"/>
                          </ns0:solidFill>
                          <ns0:latin typeface="Latin Modern Math"/>
                        </ns0:rPr>
                        <m:t>B</m:t>
                      </m:r>
                    </m:oMath>
                  </m:oMathPara>
                </a14:m>
                <ns0:endParaRPr lang="en-US" sz="900">
                  <ns0:latin typeface="Latin Modern Math"/>
                </ns0:endParaRPr>
              </ns0:p>
            </p:txBody>
          </p:sp>
        </mc:Choice>
        <mc:Fallback>
          <p:sp>
            <p:nvSpPr>
              <p:cNvPr id="68" name="Figure_2_Method-068" descr="Vector display fallback for the editable Office Math equation: C(S)\leq B">
                <a:extLst xmlns:a="http://schemas.openxmlformats.org/drawingml/2006/main">
                  <a:ext uri="{FF2B5EF4-FFF2-40B4-BE49-F238E27FC236}">
                    <a16:creationId xmlns:a16="http://schemas.microsoft.com/office/drawing/2014/main" id="{7C638782-72A4-4270-BEBE-6BD479787F80}"/>
                  </a:ext>
                </a:extLst>
              </p:cNvPr>
              <p:cNvSpPr>
                <a:spLocks xmlns:a="http://schemas.openxmlformats.org/drawingml/2006/main" noGrp="1"/>
              </p:cNvSpPr>
              <p:nvPr/>
            </p:nvSpPr>
            <p:spPr>
              <a:xfrm xmlns:a="http://schemas.openxmlformats.org/drawingml/2006/main">
                <a:off x="2362200" y="2565400"/>
                <a:ext cx="1333500" cy="247650"/>
              </a:xfrm>
              <ns0:custGeom xmlns:ns0="http://schemas.openxmlformats.org/drawingml/2006/main">
                <ns0:avLst/>
                <ns0:gdLst/>
                <ns0:ahLst/>
                <ns0:cxnLst/>
                <ns0:rect l="l" t="t" r="r" b="b"/>
                <ns0:pathLst>
                  <ns0:path w="1333500" h="247650" fill="norm" stroke="0" extrusionOk="0">
                    <ns0:moveTo>
                      <ns0:pt x="548660" y="71140"/>
                    </ns0:moveTo>
                    <ns0:lnTo>
                      <ns0:pt x="544427" y="94000"/>
                    </ns0:lnTo>
                    <ns0:lnTo>
                      <ns0:pt x="542373" y="93661"/>
                    </ns0:lnTo>
                    <ns0:quadBezTo>
                      <ns0:pt x="540302" y="75033"/>
                      <ns0:pt x="525336" y="75033"/>
                    </ns0:quadBezTo>
                    <ns0:quadBezTo>
                      <ns0:pt x="512870" y="75033"/>
                      <ns0:pt x="502583" y="86124"/>
                    </ns0:quadBezTo>
                    <ns0:quadBezTo>
                      <ns0:pt x="496528" y="92518"/>
                      <ns0:pt x="493385" y="101662"/>
                    </ns0:quadBezTo>
                    <ns0:quadBezTo>
                      <ns0:pt x="490242" y="110806"/>
                      <ns0:pt x="490242" y="120521"/>
                    </ns0:quadBezTo>
                    <ns0:quadBezTo>
                      <ns0:pt x="490242" y="143953"/>
                      <ns0:pt x="510244" y="143953"/>
                    </ns0:quadBezTo>
                    <ns0:quadBezTo>
                      <ns0:pt x="517334" y="143953"/>
                      <ns0:pt x="523210" y="140988"/>
                    </ns0:quadBezTo>
                    <ns0:quadBezTo>
                      <ns0:pt x="529104" y="138005"/>
                      <ns0:pt x="536426" y="130362"/>
                    </ns0:quadBezTo>
                    <ns0:lnTo>
                      <ns0:pt x="538480" y="132076"/>
                    </ns0:lnTo>
                    <ns0:quadBezTo>
                      <ns0:pt x="530818" y="141095"/>
                      <ns0:pt x="523442" y="145096"/>
                    </ns0:quadBezTo>
                    <ns0:quadBezTo>
                      <ns0:pt x="516084" y="149096"/>
                      <ns0:pt x="507280" y="149096"/>
                    </ns0:quadBezTo>
                    <ns0:quadBezTo>
                      <ns0:pt x="493903" y="149096"/>
                      <ns0:pt x="485670" y="141166"/>
                    </ns0:quadBezTo>
                    <ns0:quadBezTo>
                      <ns0:pt x="477437" y="133219"/>
                      <ns0:pt x="477437" y="119271"/>
                    </ns0:quadBezTo>
                    <ns0:quadBezTo>
                      <ns0:pt x="477437" y="107502"/>
                      <ns0:pt x="483259" y="96822"/>
                    </ns0:quadBezTo>
                    <ns0:quadBezTo>
                      <ns0:pt x="489099" y="86124"/>
                      <ns0:pt x="498814" y="79266"/>
                    </ns0:quadBezTo>
                    <ns0:quadBezTo>
                      <ns0:pt x="510476" y="70926"/>
                      <ns0:pt x="523853" y="70926"/>
                    </ns0:quadBezTo>
                    <ns0:quadBezTo>
                      <ns0:pt x="531729" y="70926"/>
                      <ns0:pt x="537230" y="72854"/>
                    </ns0:quadBezTo>
                    <ns0:quadBezTo>
                      <ns0:pt x="539516" y="73658"/>
                      <ns0:pt x="541909" y="73658"/>
                    </ns0:quadBezTo>
                    <ns0:quadBezTo>
                      <ns0:pt x="544999" y="73658"/>
                      <ns0:pt x="546249" y="71140"/>
                    </ns0:quadBezTo>
                    <ns0:lnTo>
                      <ns0:pt x="548660" y="71140"/>
                    </ns0:lnTo>
                    <ns0:close/>
                    <ns0:moveTo>
                      <ns0:pt x="580892" y="165437"/>
                    </ns0:moveTo>
                    <ns0:lnTo>
                      <ns0:pt x="579517" y="167277"/>
                    </ns0:lnTo>
                    <ns0:quadBezTo>
                      <ns0:pt x="566248" y="159722"/>
                      <ns0:pt x="558925" y="146471"/>
                    </ns0:quadBezTo>
                    <ns0:quadBezTo>
                      <ns0:pt x="551621" y="133219"/>
                      <ns0:pt x="551621" y="118235"/>
                    </ns0:quadBezTo>
                    <ns0:quadBezTo>
                      <ns0:pt x="551621" y="86570"/>
                      <ns0:pt x="579856" y="69783"/>
                    </ns0:quadBezTo>
                    <ns0:lnTo>
                      <ns0:pt x="580892" y="71604"/>
                    </ns0:lnTo>
                    <ns0:quadBezTo>
                      <ns0:pt x="569230" y="81552"/>
                      <ns0:pt x="565337" y="91214"/>
                    </ns0:quadBezTo>
                    <ns0:quadBezTo>
                      <ns0:pt x="561461" y="100858"/>
                      <ns0:pt x="561461" y="117896"/>
                    </ns0:quadBezTo>
                    <ns0:quadBezTo>
                      <ns0:pt x="561461" y="134809"/>
                      <ns0:pt x="565462" y="145328"/>
                    </ns0:quadBezTo>
                    <ns0:quadBezTo>
                      <ns0:pt x="569462" y="155847"/>
                      <ns0:pt x="580892" y="165437"/>
                    </ns0:quadBezTo>
                    <ns0:close/>
                    <ns0:moveTo>
                      <ns0:pt x="642261" y="70801"/>
                    </ns0:moveTo>
                    <ns0:lnTo>
                      <ns0:pt x="637689" y="93661"/>
                    </ns0:lnTo>
                    <ns0:lnTo>
                      <ns0:pt x="635635" y="93321"/>
                    </ns0:lnTo>
                    <ns0:quadBezTo>
                      <ns0:pt x="635635" y="83838"/>
                      <ns0:pt x="632777" y="79266"/>
                    </ns0:quadBezTo>
                    <ns0:quadBezTo>
                      <ns0:pt x="629920" y="74694"/>
                      <ns0:pt x="622026" y="74694"/>
                    </ns0:quadBezTo>
                    <ns0:quadBezTo>
                      <ns0:pt x="616097" y="74694"/>
                      <ns0:pt x="612668" y="77730"/>
                    </ns0:quadBezTo>
                    <ns0:quadBezTo>
                      <ns0:pt x="609239" y="80748"/>
                      <ns0:pt x="609239" y="86124"/>
                    </ns0:quadBezTo>
                    <ns0:quadBezTo>
                      <ns0:pt x="609239" y="90464"/>
                      <ns0:pt x="611060" y="93375"/>
                    </ns0:quadBezTo>
                    <ns0:quadBezTo>
                      <ns0:pt x="612882" y="96286"/>
                      <ns0:pt x="620544" y="103948"/>
                    </ns0:quadBezTo>
                    <ns0:quadBezTo>
                      <ns0:pt x="628205" y="111716"/>
                      <ns0:pt x="630831" y="116413"/>
                    </ns0:quadBezTo>
                    <ns0:quadBezTo>
                      <ns0:pt x="633456" y="121093"/>
                      <ns0:pt x="633456" y="126808"/>
                    </ns0:quadBezTo>
                    <ns0:quadBezTo>
                      <ns0:pt x="633456" y="136523"/>
                      <ns0:pt x="626884" y="142810"/>
                    </ns0:quadBezTo>
                    <ns0:quadBezTo>
                      <ns0:pt x="620311" y="149096"/>
                      <ns0:pt x="610382" y="149096"/>
                    </ns0:quadBezTo>
                    <ns0:quadBezTo>
                      <ns0:pt x="606024" y="149096"/>
                      <ns0:pt x="598487" y="146471"/>
                    </ns0:quadBezTo>
                    <ns0:quadBezTo>
                      <ns0:pt x="594826" y="145096"/>
                      <ns0:pt x="593112" y="145096"/>
                    </ns0:quadBezTo>
                    <ns0:quadBezTo>
                      <ns0:pt x="589343" y="145096"/>
                      <ns0:pt x="588200" y="148757"/>
                    </ns0:quadBezTo>
                    <ns0:lnTo>
                      <ns0:pt x="586146" y="148757"/>
                    </ns0:lnTo>
                    <ns0:lnTo>
                      <ns0:pt x="590022" y="123146"/>
                    </ns0:lnTo>
                    <ns0:lnTo>
                      <ns0:pt x="592308" y="123379"/>
                    </ns0:lnTo>
                    <ns0:quadBezTo>
                      <ns0:pt x="592094" y="124414"/>
                      <ns0:pt x="592094" y="126004"/>
                    </ns0:quadBezTo>
                    <ns0:quadBezTo>
                      <ns0:pt x="592094" y="134362"/>
                      <ns0:pt x="596719" y="139738"/>
                    </ns0:quadBezTo>
                    <ns0:quadBezTo>
                      <ns0:pt x="601345" y="145096"/>
                      <ns0:pt x="608542" y="145096"/>
                    </ns0:quadBezTo>
                    <ns0:quadBezTo>
                      <ns0:pt x="615168" y="145096"/>
                      <ns0:pt x="619347" y="141041"/>
                    </ns0:quadBezTo>
                    <ns0:quadBezTo>
                      <ns0:pt x="623526" y="136987"/>
                      <ns0:pt x="623526" y="130469"/>
                    </ns0:quadBezTo>
                    <ns0:quadBezTo>
                      <ns0:pt x="623526" y="126700"/>
                      <ns0:pt x="622026" y="123682"/>
                    </ns0:quadBezTo>
                    <ns0:quadBezTo>
                      <ns0:pt x="620544" y="120646"/>
                      <ns0:pt x="616668" y="116413"/>
                    </ns0:quadBezTo>
                    <ns0:lnTo>
                      <ns0:pt x="612203" y="111609"/>
                    </ns0:lnTo>
                    <ns0:quadBezTo>
                      <ns0:pt x="611864" y="111270"/>
                      <ns0:pt x="610257" y="109502"/>
                    </ns0:quadBezTo>
                    <ns0:quadBezTo>
                      <ns0:pt x="608667" y="107716"/>
                      <ns0:pt x="607738" y="106805"/>
                    </ns0:quadBezTo>
                    <ns0:quadBezTo>
                      <ns0:pt x="602595" y="101322"/>
                      <ns0:pt x="600880" y="97840"/>
                    </ns0:quadBezTo>
                    <ns0:quadBezTo>
                      <ns0:pt x="599166" y="94357"/>
                      <ns0:pt x="599166" y="89660"/>
                    </ns0:quadBezTo>
                    <ns0:quadBezTo>
                      <ns0:pt x="599166" y="80980"/>
                      <ns0:pt x="605060" y="75962"/>
                    </ns0:quadBezTo>
                    <ns0:quadBezTo>
                      <ns0:pt x="610953" y="70926"/>
                      <ns0:pt x="619526" y="70926"/>
                    </ns0:quadBezTo>
                    <ns0:quadBezTo>
                      <ns0:pt x="625455" y="70926"/>
                      <ns0:pt x="629241" y="72515"/>
                    </ns0:quadBezTo>
                    <ns0:quadBezTo>
                      <ns0:pt x="632545" y="73783"/>
                      <ns0:pt x="634492" y="73783"/>
                    </ns0:quadBezTo>
                    <ns0:quadBezTo>
                      <ns0:pt x="636438" y="73783"/>
                      <ns0:pt x="637456" y="73212"/>
                    </ns0:quadBezTo>
                    <ns0:quadBezTo>
                      <ns0:pt x="638492" y="72640"/>
                      <ns0:pt x="639635" y="70801"/>
                    </ns0:quadBezTo>
                    <ns0:lnTo>
                      <ns0:pt x="642261" y="70801"/>
                    </ns0:lnTo>
                    <ns0:close/>
                    <ns0:moveTo>
                      <ns0:pt x="644672" y="71604"/>
                    </ns0:moveTo>
                    <ns0:lnTo>
                      <ns0:pt x="646029" y="69783"/>
                    </ns0:lnTo>
                    <ns0:quadBezTo>
                      <ns0:pt x="659066" y="77551"/>
                      <ns0:pt x="666496" y="90821"/>
                    </ns0:quadBezTo>
                    <ns0:quadBezTo>
                      <ns0:pt x="673925" y="104073"/>
                      <ns0:pt x="673925" y="118807"/>
                    </ns0:quadBezTo>
                    <ns0:quadBezTo>
                      <ns0:pt x="673925" y="150007"/>
                      <ns0:pt x="645690" y="167277"/>
                    </ns0:quadBezTo>
                    <ns0:lnTo>
                      <ns0:pt x="644672" y="165437"/>
                    </ns0:lnTo>
                    <ns0:quadBezTo>
                      <ns0:pt x="656441" y="155722"/>
                      <ns0:pt x="660263" y="146078"/>
                    </ns0:quadBezTo>
                    <ns0:quadBezTo>
                      <ns0:pt x="664103" y="136416"/>
                      <ns0:pt x="664103" y="119146"/>
                    </ns0:quadBezTo>
                    <ns0:quadBezTo>
                      <ns0:pt x="664103" y="101787"/>
                      <ns0:pt x="660263" y="91321"/>
                    </ns0:quadBezTo>
                    <ns0:quadBezTo>
                      <ns0:pt x="656441" y="80855"/>
                      <ns0:pt x="644672" y="71604"/>
                    </ns0:quadBezTo>
                    <ns0:close/>
                    <ns0:moveTo>
                      <ns0:pt x="767818" y="141220"/>
                    </ns0:moveTo>
                    <ns0:lnTo>
                      <ns0:pt x="703239" y="110002"/>
                    </ns0:lnTo>
                    <ns0:lnTo>
                      <ns0:pt x="703239" y="108859"/>
                    </ns0:lnTo>
                    <ns0:lnTo>
                      <ns0:pt x="767818" y="77426"/>
                    </ns0:lnTo>
                    <ns0:lnTo>
                      <ns0:pt x="767818" y="84856"/>
                    </ns0:lnTo>
                    <ns0:lnTo>
                      <ns0:pt x="718437" y="109430"/>
                    </ns0:lnTo>
                    <ns0:lnTo>
                      <ns0:pt x="767818" y="134005"/>
                    </ns0:lnTo>
                    <ns0:lnTo>
                      <ns0:pt x="767818" y="141220"/>
                    </ns0:lnTo>
                    <ns0:close/>
                    <ns0:moveTo>
                      <ns0:pt x="767818" y="158812"/>
                    </ns0:moveTo>
                    <ns0:lnTo>
                      <ns0:pt x="703239" y="158812"/>
                    </ns0:lnTo>
                    <ns0:lnTo>
                      <ns0:pt x="703239" y="151275"/>
                    </ns0:lnTo>
                    <ns0:lnTo>
                      <ns0:pt x="767818" y="151275"/>
                    </ns0:lnTo>
                    <ns0:lnTo>
                      <ns0:pt x="767818" y="158812"/>
                    </ns0:lnTo>
                    <ns0:close/>
                    <ns0:moveTo>
                      <ns0:pt x="805576" y="72408"/>
                    </ns0:moveTo>
                    <ns0:lnTo>
                      <ns0:pt x="834151" y="72408"/>
                    </ns0:lnTo>
                    <ns0:quadBezTo>
                      <ns0:pt x="857922" y="72408"/>
                      <ns0:pt x="857922" y="89553"/>
                    </ns0:quadBezTo>
                    <ns0:quadBezTo>
                      <ns0:pt x="857922" y="97554"/>
                      <ns0:pt x="850617" y="102465"/>
                    </ns0:quadBezTo>
                    <ns0:quadBezTo>
                      <ns0:pt x="846724" y="105091"/>
                      <ns0:pt x="837919" y="106930"/>
                    </ns0:quadBezTo>
                    <ns0:lnTo>
                      <ns0:pt x="837919" y="107037"/>
                    </ns0:lnTo>
                    <ns0:quadBezTo>
                      <ns0:pt x="852332" y="111377"/>
                      <ns0:pt x="852332" y="124182"/>
                    </ns0:quadBezTo>
                    <ns0:quadBezTo>
                      <ns0:pt x="852332" y="135380"/>
                      <ns0:pt x="843813" y="141220"/>
                    </ns0:quadBezTo>
                    <ns0:quadBezTo>
                      <ns0:pt x="835294" y="147042"/>
                      <ns0:pt x="820899" y="147042"/>
                    </ns0:quadBezTo>
                    <ns0:lnTo>
                      <ns0:pt x="789806" y="147042"/>
                    </ns0:lnTo>
                    <ns0:lnTo>
                      <ns0:pt x="789806" y="145221"/>
                    </ns0:lnTo>
                    <ns0:quadBezTo>
                      <ns0:pt x="794485" y="144524"/>
                      <ns0:pt x="796146" y="142935"/>
                    </ns0:quadBezTo>
                    <ns0:quadBezTo>
                      <ns0:pt x="797807" y="141327"/>
                      <ns0:pt x="799289" y="136077"/>
                    </ns0:quadBezTo>
                    <ns0:lnTo>
                      <ns0:pt x="813113" y="86231"/>
                    </ns0:lnTo>
                    <ns0:quadBezTo>
                      <ns0:pt x="814381" y="81784"/>
                      <ns0:pt x="814381" y="78927"/>
                    </ns0:quadBezTo>
                    <ns0:quadBezTo>
                      <ns0:pt x="814381" y="76408"/>
                      <ns0:pt x="812666" y="75551"/>
                    </ns0:quadBezTo>
                    <ns0:quadBezTo>
                      <ns0:pt x="810952" y="74694"/>
                      <ns0:pt x="805576" y="74230"/>
                    </ns0:quadBezTo>
                    <ns0:lnTo>
                      <ns0:pt x="805576" y="72408"/>
                    </ns0:lnTo>
                    <ns0:close/>
                    <ns0:moveTo>
                      <ns0:pt x="819060" y="105555"/>
                    </ns0:moveTo>
                    <ns0:lnTo>
                      <ns0:pt x="823400" y="105555"/>
                    </ns0:lnTo>
                    <ns0:quadBezTo>
                      <ns0:pt x="834615" y="105555"/>
                      <ns0:pt x="840491" y="101108"/>
                    </ns0:quadBezTo>
                    <ns0:quadBezTo>
                      <ns0:pt x="846385" y="96643"/>
                      <ns0:pt x="846385" y="88178"/>
                    </ns0:quadBezTo>
                    <ns0:quadBezTo>
                      <ns0:pt x="846385" y="81784"/>
                      <ns0:pt x="843170" y="78819"/>
                    </ns0:quadBezTo>
                    <ns0:quadBezTo>
                      <ns0:pt x="839973" y="75837"/>
                      <ns0:pt x="833008" y="75837"/>
                    </ns0:quadBezTo>
                    <ns0:quadBezTo>
                      <ns0:pt x="830383" y="75837"/>
                      <ns0:pt x="829400" y="76015"/>
                    </ns0:quadBezTo>
                    <ns0:quadBezTo>
                      <ns0:pt x="828436" y="76176"/>
                      <ns0:pt x="827632" y="77033"/>
                    </ns0:quadBezTo>
                    <ns0:quadBezTo>
                      <ns0:pt x="826829" y="77891"/>
                      <ns0:pt x="826257" y="79945"/>
                    </ns0:quadBezTo>
                    <ns0:lnTo>
                      <ns0:pt x="819060" y="105555"/>
                    </ns0:lnTo>
                    <ns0:close/>
                    <ns0:moveTo>
                      <ns0:pt x="817917" y="109216"/>
                    </ns0:moveTo>
                    <ns0:lnTo>
                      <ns0:pt x="814256" y="122807"/>
                    </ns0:lnTo>
                    <ns0:quadBezTo>
                      <ns0:pt x="810255" y="138005"/>
                      <ns0:pt x="810255" y="138809"/>
                    </ns0:quadBezTo>
                    <ns0:quadBezTo>
                      <ns0:pt x="810255" y="143613"/>
                      <ns0:pt x="817917" y="143613"/>
                    </ns0:quadBezTo>
                    <ns0:quadBezTo>
                      <ns0:pt x="827972" y="143613"/>
                      <ns0:pt x="833972" y="138595"/>
                    </ns0:quadBezTo>
                    <ns0:quadBezTo>
                      <ns0:pt x="839973" y="133558"/>
                      <ns0:pt x="839973" y="124182"/>
                    </ns0:quadBezTo>
                    <ns0:quadBezTo>
                      <ns0:pt x="839973" y="119039"/>
                      <ns0:pt x="837794" y="115378"/>
                    </ns0:quadBezTo>
                    <ns0:quadBezTo>
                      <ns0:pt x="835633" y="111716"/>
                      <ns0:pt x="832329" y="110573"/>
                    </ns0:quadBezTo>
                    <ns0:quadBezTo>
                      <ns0:pt x="828436" y="109216"/>
                      <ns0:pt x="817917" y="109216"/>
                    </ns0:quadBezTo>
                    <ns0:close/>
                  </ns0:path>
                </ns0:pathLst>
              </ns0:custGeom>
              <ns0:solidFill xmlns:ns0="http://schemas.openxmlformats.org/drawingml/2006/main">
                <ns0:srgbClr val="161616"/>
              </ns0:solidFill>
              <ns0:ln xmlns:ns0="http://schemas.openxmlformats.org/drawingml/2006/main" w="0">
                <ns0:noFill/>
              </ns0:ln>
            </p:spPr>
          </p:sp>
        </mc:Fallback>
      </mc:AlternateContent>
      <mc:AlternateContent xmlns:mc="http://schemas.openxmlformats.org/markup-compatibility/2006" xmlns:a14="http://schemas.microsoft.com/office/drawing/2010/main" xmlns:m="http://schemas.openxmlformats.org/officeDocument/2006/math">
        <mc:Choice Requires="a14">
          <p:sp>
            <p:nvSpPr>
              <p:cNvPr id="69" name="Figure_2_Method-069">
                <a:extLst xmlns:a="http://schemas.openxmlformats.org/drawingml/2006/main">
                  <a:ext uri="{FF2B5EF4-FFF2-40B4-BE49-F238E27FC236}">
                    <a16:creationId xmlns:a16="http://schemas.microsoft.com/office/drawing/2014/main" id="{03A8486C-FA56-47DA-80A1-DAD9987BBB1B}"/>
                  </a:ext>
                </a:extLst>
              </p:cNvPr>
              <p:cNvSpPr>
                <a:spLocks xmlns:a="http://schemas.openxmlformats.org/drawingml/2006/main" noGrp="1"/>
              </p:cNvSpPr>
              <p:nvPr/>
            </p:nvSpPr>
            <p:spPr>
              <a:xfrm xmlns:a="http://schemas.openxmlformats.org/drawingml/2006/main">
                <a:off x="2286000" y="2844800"/>
                <a:ext cx="14859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870" b="0">
                    <a:solidFill>
                      <a:srgbClr val="161616"/>
                    </a:solidFill>
                    <a:latin typeface="Latin Modern Math"/>
                    <a:ea typeface="Latin Modern Math"/>
                    <a:cs typeface="Latin Modern Math"/>
                  </a:defRPr>
                </a:defPPr>
                <a:lvl1pPr algn="ctr">
                  <a:defRPr sz="870" b="0">
                    <a:solidFill>
                      <a:srgbClr val="161616"/>
                    </a:solidFill>
                    <a:latin typeface="Latin Modern Math"/>
                    <a:ea typeface="Latin Modern Math"/>
                    <a:cs typeface="Latin Modern Math"/>
                  </a:defRPr>
                </a:lvl1pPr>
                <a:lvl2pPr algn="ctr">
                  <a:defRPr sz="870" b="0">
                    <a:solidFill>
                      <a:srgbClr val="161616"/>
                    </a:solidFill>
                    <a:latin typeface="Latin Modern Math"/>
                    <a:ea typeface="Latin Modern Math"/>
                    <a:cs typeface="Latin Modern Math"/>
                  </a:defRPr>
                </a:lvl2pPr>
                <a:lvl3pPr algn="ctr">
                  <a:defRPr sz="870" b="0">
                    <a:solidFill>
                      <a:srgbClr val="161616"/>
                    </a:solidFill>
                    <a:latin typeface="Latin Modern Math"/>
                    <a:ea typeface="Latin Modern Math"/>
                    <a:cs typeface="Latin Modern Math"/>
                  </a:defRPr>
                </a:lvl3pPr>
                <a:lvl4pPr algn="ctr">
                  <a:defRPr sz="870" b="0">
                    <a:solidFill>
                      <a:srgbClr val="161616"/>
                    </a:solidFill>
                    <a:latin typeface="Latin Modern Math"/>
                    <a:ea typeface="Latin Modern Math"/>
                    <a:cs typeface="Latin Modern Math"/>
                  </a:defRPr>
                </a:lvl4pPr>
                <a:lvl5pPr algn="ctr">
                  <a:defRPr sz="870" b="0">
                    <a:solidFill>
                      <a:srgbClr val="161616"/>
                    </a:solidFill>
                    <a:latin typeface="Latin Modern Math"/>
                    <a:ea typeface="Latin Modern Math"/>
                    <a:cs typeface="Latin Modern Math"/>
                  </a:defRPr>
                </a:lvl5pPr>
                <a:lvl6pPr algn="ctr">
                  <a:defRPr sz="870" b="0">
                    <a:solidFill>
                      <a:srgbClr val="161616"/>
                    </a:solidFill>
                    <a:latin typeface="Latin Modern Math"/>
                    <a:ea typeface="Latin Modern Math"/>
                    <a:cs typeface="Latin Modern Math"/>
                  </a:defRPr>
                </a:lvl6pPr>
                <a:lvl7pPr algn="ctr">
                  <a:defRPr sz="870" b="0">
                    <a:solidFill>
                      <a:srgbClr val="161616"/>
                    </a:solidFill>
                    <a:latin typeface="Latin Modern Math"/>
                    <a:ea typeface="Latin Modern Math"/>
                    <a:cs typeface="Latin Modern Math"/>
                  </a:defRPr>
                </a:lvl7pPr>
                <a:lvl8pPr algn="ctr">
                  <a:defRPr sz="870" b="0">
                    <a:solidFill>
                      <a:srgbClr val="161616"/>
                    </a:solidFill>
                    <a:latin typeface="Latin Modern Math"/>
                    <a:ea typeface="Latin Modern Math"/>
                    <a:cs typeface="Latin Modern Math"/>
                  </a:defRPr>
                </a:lvl8pPr>
                <a:lvl9pPr algn="ctr">
                  <a:defRPr sz="870" b="0">
                    <a:solidFill>
                      <a:srgbClr val="161616"/>
                    </a:solidFill>
                    <a:latin typeface="Latin Modern Math"/>
                    <a:ea typeface="Latin Modern Math"/>
                    <a:cs typeface="Latin Modern Math"/>
                  </a:defRPr>
                </a:lvl9pPr>
              </a:lstStyle>
              <ns0:p xmlns:ns0="http://schemas.openxmlformats.org/drawingml/2006/main">
                <ns0:pPr algn="ctr">
                  <ns0:buNone/>
                </ns0:pPr>
                <a14:m>
                  <m:oMathPara>
                    <m:oMathParaPr>
                      <m:jc m:val="center"/>
                    </m:oMathParaPr>
                    <m:oMath>
                      <m:sSub>
                        <m:sSubPr>
                          <m:ctrlPr>
                            <ns0:rPr lang="en-US" sz="870" b="0" i="0">
                              <ns0:solidFill>
                                <ns0:srgbClr val="161616"/>
                              </ns0:solidFill>
                              <ns0:latin typeface="Latin Modern Math"/>
                            </ns0:rPr>
                          </m:ctrlPr>
                        </m:sSubPr>
                        <m:e>
                          <m:r>
                            <m:rPr>
                              <m:sty m:val="i"/>
                            </m:rPr>
                            <ns0:rPr lang="en-US" sz="870" b="0" i="0">
                              <ns0:solidFill>
                                <ns0:srgbClr val="161616"/>
                              </ns0:solidFill>
                              <ns0:latin typeface="Latin Modern Math"/>
                            </ns0:rPr>
                            <m:t>z</m:t>
                          </m:r>
                        </m:e>
                        <m:sub>
                          <m:r>
                            <m:rPr>
                              <m:sty m:val="i"/>
                            </m:rPr>
                            <ns0:rPr lang="en-US" sz="870" b="0" i="0">
                              <ns0:solidFill>
                                <ns0:srgbClr val="161616"/>
                              </ns0:solidFill>
                              <ns0:latin typeface="Latin Modern Math"/>
                            </ns0:rPr>
                            <m:t>a</m:t>
                          </m:r>
                        </m:sub>
                      </m:sSub>
                      <m:r>
                        <m:rPr>
                          <m:sty m:val="i"/>
                        </m:rPr>
                        <ns0:rPr lang="en-US" sz="870" b="0" i="0">
                          <ns0:solidFill>
                            <ns0:srgbClr val="161616"/>
                          </ns0:solidFill>
                          <ns0:latin typeface="Latin Modern Math"/>
                        </ns0:rPr>
                        <m:t>(S)=</m:t>
                      </m:r>
                      <m:sSub>
                        <m:sSubPr>
                          <m:ctrlPr>
                            <ns0:rPr lang="en-US" sz="870" b="0" i="0">
                              <ns0:solidFill>
                                <ns0:srgbClr val="161616"/>
                              </ns0:solidFill>
                              <ns0:latin typeface="Latin Modern Math"/>
                            </ns0:rPr>
                          </m:ctrlPr>
                        </m:sSubPr>
                        <m:e>
                          <m:r>
                            <m:rPr>
                              <m:sty m:val="i"/>
                            </m:rPr>
                            <ns0:rPr lang="en-US" sz="870" b="0" i="0">
                              <ns0:solidFill>
                                <ns0:srgbClr val="161616"/>
                              </ns0:solidFill>
                              <ns0:latin typeface="Latin Modern Math"/>
                            </ns0:rPr>
                            <m:t>z</m:t>
                          </m:r>
                        </m:e>
                        <m:sub>
                          <m:r>
                            <m:rPr>
                              <m:sty m:val="i"/>
                            </m:rPr>
                            <ns0:rPr lang="en-US" sz="870" b="0" i="0">
                              <ns0:solidFill>
                                <ns0:srgbClr val="161616"/>
                              </ns0:solidFill>
                              <ns0:latin typeface="Latin Modern Math"/>
                            </ns0:rPr>
                            <m:t>b</m:t>
                          </m:r>
                        </m:sub>
                      </m:sSub>
                      <m:r>
                        <m:rPr>
                          <m:sty m:val="i"/>
                        </m:rPr>
                        <ns0:rPr lang="en-US" sz="870" b="0" i="0">
                          <ns0:solidFill>
                            <ns0:srgbClr val="161616"/>
                          </ns0:solidFill>
                          <ns0:latin typeface="Latin Modern Math"/>
                        </ns0:rPr>
                        <m:t>(S)</m:t>
                      </m:r>
                    </m:oMath>
                  </m:oMathPara>
                </a14:m>
                <ns0:endParaRPr lang="en-US" sz="870">
                  <ns0:latin typeface="Latin Modern Math"/>
                </ns0:endParaRPr>
              </ns0:p>
            </p:txBody>
          </p:sp>
        </mc:Choice>
        <mc:Fallback>
          <p:sp>
            <p:nvSpPr>
              <p:cNvPr id="69" name="Figure_2_Method-069" descr="Vector display fallback for the editable Office Math equation: z_a(S)=z_b(S)">
                <a:extLst xmlns:a="http://schemas.openxmlformats.org/drawingml/2006/main">
                  <a:ext uri="{FF2B5EF4-FFF2-40B4-BE49-F238E27FC236}">
                    <a16:creationId xmlns:a16="http://schemas.microsoft.com/office/drawing/2014/main" id="{03A8486C-FA56-47DA-80A1-DAD9987BBB1B}"/>
                  </a:ext>
                </a:extLst>
              </p:cNvPr>
              <p:cNvSpPr>
                <a:spLocks xmlns:a="http://schemas.openxmlformats.org/drawingml/2006/main" noGrp="1"/>
              </p:cNvSpPr>
              <p:nvPr/>
            </p:nvSpPr>
            <p:spPr>
              <a:xfrm xmlns:a="http://schemas.openxmlformats.org/drawingml/2006/main">
                <a:off x="2286000" y="2844800"/>
                <a:ext cx="1485900" cy="247650"/>
              </a:xfrm>
              <ns0:custGeom xmlns:ns0="http://schemas.openxmlformats.org/drawingml/2006/main">
                <ns0:avLst/>
                <ns0:gdLst/>
                <ns0:ahLst/>
                <ns0:cxnLst/>
                <ns0:rect l="l" t="t" r="r" b="b"/>
                <ns0:pathLst>
                  <ns0:path w="1485900" h="247650" fill="norm" stroke="0" extrusionOk="0">
                    <ns0:moveTo>
                      <ns0:pt x="511886" y="100964"/>
                    </ns0:moveTo>
                    <ns0:lnTo>
                      <ns0:pt x="479948" y="138980"/>
                    </ns0:lnTo>
                    <ns0:quadBezTo>
                      <ns0:pt x="485041" y="140085"/>
                      <ns0:pt x="487527" y="141742"/>
                    </ns0:quadBezTo>
                    <ns0:quadBezTo>
                      <ns0:pt x="490013" y="143399"/>
                      <ns0:pt x="493206" y="148147"/>
                    </ns0:quadBezTo>
                    <ns0:quadBezTo>
                      <ns0:pt x="496970" y="153672"/>
                      <ns0:pt x="500941" y="153672"/>
                    </ns0:quadBezTo>
                    <ns0:quadBezTo>
                      <ns0:pt x="503927" y="153672"/>
                      <ns0:pt x="503927" y="152014"/>
                    </ns0:quadBezTo>
                    <ns0:quadBezTo>
                      <ns0:pt x="503927" y="151462"/>
                      <ns0:pt x="503375" y="150357"/>
                    </ns0:quadBezTo>
                    <ns0:quadBezTo>
                      <ns0:pt x="502495" y="148596"/>
                      <ns0:pt x="502495" y="147267"/>
                    </ns0:quadBezTo>
                    <ns0:quadBezTo>
                      <ns0:pt x="502598" y="145834"/>
                      <ns0:pt x="503703" y="144677"/>
                    </ns0:quadBezTo>
                    <ns0:quadBezTo>
                      <ns0:pt x="504808" y="143503"/>
                      <ns0:pt x="506137" y="143503"/>
                    </ns0:quadBezTo>
                    <ns0:quadBezTo>
                      <ns0:pt x="507915" y="143503"/>
                      <ns0:pt x="508951" y="144608"/>
                    </ns0:quadBezTo>
                    <ns0:quadBezTo>
                      <ns0:pt x="510004" y="145713"/>
                      <ns0:pt x="510004" y="147595"/>
                    </ns0:quadBezTo>
                    <ns0:quadBezTo>
                      <ns0:pt x="510004" y="151013"/>
                      <ns0:pt x="507121" y="153499"/>
                    </ns0:quadBezTo>
                    <ns0:quadBezTo>
                      <ns0:pt x="504255" y="155985"/>
                      <ns0:pt x="499732" y="155985"/>
                    </ns0:quadBezTo>
                    <ns0:quadBezTo>
                      <ns0:pt x="495088" y="155985"/>
                      <ns0:pt x="487250" y="151134"/>
                    </ns0:quadBezTo>
                    <ns0:quadBezTo>
                      <ns0:pt x="479741" y="146490"/>
                      <ns0:pt x="475649" y="146490"/>
                    </ns0:quadBezTo>
                    <ns0:quadBezTo>
                      <ns0:pt x="473111" y="146490"/>
                      <ns0:pt x="470677" y="148475"/>
                    </ns0:quadBezTo>
                    <ns0:lnTo>
                      <ns0:pt x="469676" y="147491"/>
                    </ns0:lnTo>
                    <ns0:lnTo>
                      <ns0:pt x="503927" y="106385"/>
                    </ns0:lnTo>
                    <ns0:lnTo>
                      <ns0:pt x="488908" y="106385"/>
                    </ns0:lnTo>
                    <ns0:quadBezTo>
                      <ns0:pt x="484488" y="106385"/>
                      <ns0:pt x="482486" y="107663"/>
                    </ns0:quadBezTo>
                    <ns0:quadBezTo>
                      <ns0:pt x="480500" y="108923"/>
                      <ns0:pt x="478843" y="113015"/>
                    </ns0:quadBezTo>
                    <ns0:lnTo>
                      <ns0:pt x="477082" y="112566"/>
                    </ns0:lnTo>
                    <ns0:lnTo>
                      <ns0:pt x="480621" y="99756"/>
                    </ns0:lnTo>
                    <ns0:lnTo>
                      <ns0:pt x="511886" y="99756"/>
                    </ns0:lnTo>
                    <ns0:lnTo>
                      <ns0:pt x="511886" y="100964"/>
                    </ns0:lnTo>
                    <ns0:close/>
                    <ns0:moveTo>
                      <ns0:pt x="548935" y="153583"/>
                    </ns0:moveTo>
                    <ns0:lnTo>
                      <ns0:pt x="549938" y="154429"/>
                    </ns0:lnTo>
                    <ns0:quadBezTo>
                      <ns0:pt x="545612" y="159686"/>
                      <ns0:pt x="543557" y="161317"/>
                    </ns0:quadBezTo>
                    <ns0:quadBezTo>
                      <ns0:pt x="541515" y="162937"/>
                      <ns0:pt x="539195" y="162937"/>
                    </ns0:quadBezTo>
                    <ns0:quadBezTo>
                      <ns0:pt x="536101" y="162937"/>
                      <ns0:pt x="536101" y="159770"/>
                    </ns0:quadBezTo>
                    <ns0:quadBezTo>
                      <ns0:pt x="536101" y="157837"/>
                      <ns0:pt x="537877" y="150876"/>
                    </ns0:quadBezTo>
                    <ns0:quadBezTo>
                      <ns0:pt x="533551" y="157365"/>
                      <ns0:pt x="529913" y="160193"/>
                    </ns0:quadBezTo>
                    <ns0:quadBezTo>
                      <ns0:pt x="526276" y="163009"/>
                      <ns0:pt x="522179" y="163009"/>
                    </ns0:quadBezTo>
                    <ns0:quadBezTo>
                      <ns0:pt x="518771" y="163009"/>
                      <ns0:pt x="516608" y="160653"/>
                    </ns0:quadBezTo>
                    <ns0:quadBezTo>
                      <ns0:pt x="514445" y="158296"/>
                      <ns0:pt x="514445" y="154042"/>
                    </ns0:quadBezTo>
                    <ns0:quadBezTo>
                      <ns0:pt x="514445" y="148169"/>
                      <ns0:pt x="517804" y="142054"/>
                    </ns0:quadBezTo>
                    <ns0:quadBezTo>
                      <ns0:pt x="521176" y="135939"/>
                      <ns0:pt x="526348" y="131999"/>
                    </ns0:quadBezTo>
                    <ns0:quadBezTo>
                      <ns0:pt x="531533" y="128060"/>
                      <ns0:pt x="536560" y="128060"/>
                    </ns0:quadBezTo>
                    <ns0:quadBezTo>
                      <ns0:pt x="541745" y="128060"/>
                      <ns0:pt x="542748" y="132543"/>
                    </ns0:quadBezTo>
                    <ns0:lnTo>
                      <ns0:pt x="543606" y="128833"/>
                    </ns0:lnTo>
                    <ns0:lnTo>
                      <ns0:pt x="543835" y="128591"/>
                    </ns0:lnTo>
                    <ns0:lnTo>
                      <ns0:pt x="548548" y="128060"/>
                    </ns0:lnTo>
                    <ns0:lnTo>
                      <ns0:pt x="549092" y="128289"/>
                    </ns0:lnTo>
                    <ns0:quadBezTo>
                      <ns0:pt x="549020" y="128591"/>
                      <ns0:pt x="548633" y="129909"/>
                    </ns0:quadBezTo>
                    <ns0:quadBezTo>
                      <ns0:pt x="541745" y="154973"/>
                      <ns0:pt x="541745" y="157982"/>
                    </ns0:quadBezTo>
                    <ns0:quadBezTo>
                      <ns0:pt x="541745" y="158997"/>
                      <ns0:pt x="542832" y="158997"/>
                    </ns0:quadBezTo>
                    <ns0:quadBezTo>
                      <ns0:pt x="543992" y="158997"/>
                      <ns0:pt x="546844" y="155819"/>
                    </ns0:quadBezTo>
                    <ns0:lnTo>
                      <ns0:pt x="548935" y="153583"/>
                    </ns0:lnTo>
                    <ns0:close/>
                    <ns0:moveTo>
                      <ns0:pt x="541358" y="134247"/>
                    </ns0:moveTo>
                    <ns0:quadBezTo>
                      <ns0:pt x="541358" y="132229"/>
                      <ns0:pt x="540198" y="130996"/>
                    </ns0:quadBezTo>
                    <ns0:quadBezTo>
                      <ns0:pt x="539037" y="129752"/>
                      <ns0:pt x="537031" y="129752"/>
                    </ns0:quadBezTo>
                    <ns0:quadBezTo>
                      <ns0:pt x="531762" y="129752"/>
                      <ns0:pt x="526892" y="136870"/>
                    </ns0:quadBezTo>
                    <ns0:quadBezTo>
                      <ns0:pt x="524342" y="140664"/>
                      <ns0:pt x="522638" y="145305"/>
                    </ns0:quadBezTo>
                    <ns0:quadBezTo>
                      <ns0:pt x="520934" y="149945"/>
                      <ns0:pt x="520934" y="153498"/>
                    </ns0:quadBezTo>
                    <ns0:quadBezTo>
                      <ns0:pt x="520934" y="159227"/>
                      <ns0:pt x="525575" y="159227"/>
                    </ns0:quadBezTo>
                    <ns0:quadBezTo>
                      <ns0:pt x="530143" y="159227"/>
                      <ns0:pt x="535400" y="151649"/>
                    </ns0:quadBezTo>
                    <ns0:quadBezTo>
                      <ns0:pt x="541358" y="143057"/>
                      <ns0:pt x="541358" y="134247"/>
                    </ns0:quadBezTo>
                    <ns0:close/>
                    <ns0:moveTo>
                      <ns0:pt x="590735" y="164824"/>
                    </ns0:moveTo>
                    <ns0:lnTo>
                      <ns0:pt x="589406" y="166602"/>
                    </ns0:lnTo>
                    <ns0:quadBezTo>
                      <ns0:pt x="576579" y="159300"/>
                      <ns0:pt x="569500" y="146490"/>
                    </ns0:quadBezTo>
                    <ns0:quadBezTo>
                      <ns0:pt x="562439" y="133680"/>
                      <ns0:pt x="562439" y="119195"/>
                    </ns0:quadBezTo>
                    <ns0:quadBezTo>
                      <ns0:pt x="562439" y="88586"/>
                      <ns0:pt x="589734" y="72358"/>
                    </ns0:quadBezTo>
                    <ns0:lnTo>
                      <ns0:pt x="590735" y="74119"/>
                    </ns0:lnTo>
                    <ns0:quadBezTo>
                      <ns0:pt x="579462" y="83735"/>
                      <ns0:pt x="575698" y="93075"/>
                    </ns0:quadBezTo>
                    <ns0:quadBezTo>
                      <ns0:pt x="571952" y="102397"/>
                      <ns0:pt x="571952" y="118867"/>
                    </ns0:quadBezTo>
                    <ns0:quadBezTo>
                      <ns0:pt x="571952" y="135216"/>
                      <ns0:pt x="575819" y="145385"/>
                    </ns0:quadBezTo>
                    <ns0:quadBezTo>
                      <ns0:pt x="579686" y="155553"/>
                      <ns0:pt x="590735" y="164824"/>
                    </ns0:quadBezTo>
                    <ns0:close/>
                    <ns0:moveTo>
                      <ns0:pt x="650269" y="73342"/>
                    </ns0:moveTo>
                    <ns0:lnTo>
                      <ns0:pt x="645850" y="95440"/>
                    </ns0:lnTo>
                    <ns0:lnTo>
                      <ns0:pt x="643864" y="95112"/>
                    </ns0:lnTo>
                    <ns0:quadBezTo>
                      <ns0:pt x="643864" y="85945"/>
                      <ns0:pt x="641102" y="81525"/>
                    </ns0:quadBezTo>
                    <ns0:quadBezTo>
                      <ns0:pt x="638340" y="77105"/>
                      <ns0:pt x="630709" y="77105"/>
                    </ns0:quadBezTo>
                    <ns0:quadBezTo>
                      <ns0:pt x="624978" y="77105"/>
                      <ns0:pt x="621663" y="80040"/>
                    </ns0:quadBezTo>
                    <ns0:quadBezTo>
                      <ns0:pt x="618348" y="82958"/>
                      <ns0:pt x="618348" y="88154"/>
                    </ns0:quadBezTo>
                    <ns0:quadBezTo>
                      <ns0:pt x="618348" y="92350"/>
                      <ns0:pt x="620109" y="95164"/>
                    </ns0:quadBezTo>
                    <ns0:quadBezTo>
                      <ns0:pt x="621870" y="97978"/>
                      <ns0:pt x="629276" y="105384"/>
                    </ns0:quadBezTo>
                    <ns0:quadBezTo>
                      <ns0:pt x="636683" y="112894"/>
                      <ns0:pt x="639220" y="117434"/>
                    </ns0:quadBezTo>
                    <ns0:quadBezTo>
                      <ns0:pt x="641758" y="121958"/>
                      <ns0:pt x="641758" y="127482"/>
                    </ns0:quadBezTo>
                    <ns0:quadBezTo>
                      <ns0:pt x="641758" y="136874"/>
                      <ns0:pt x="635405" y="142951"/>
                    </ns0:quadBezTo>
                    <ns0:quadBezTo>
                      <ns0:pt x="629052" y="149028"/>
                      <ns0:pt x="619453" y="149028"/>
                    </ns0:quadBezTo>
                    <ns0:quadBezTo>
                      <ns0:pt x="615241" y="149028"/>
                      <ns0:pt x="607955" y="146490"/>
                    </ns0:quadBezTo>
                    <ns0:quadBezTo>
                      <ns0:pt x="604416" y="145160"/>
                      <ns0:pt x="602759" y="145160"/>
                    </ns0:quadBezTo>
                    <ns0:quadBezTo>
                      <ns0:pt x="599116" y="145160"/>
                      <ns0:pt x="598011" y="148700"/>
                    </ns0:quadBezTo>
                    <ns0:lnTo>
                      <ns0:pt x="596026" y="148700"/>
                    </ns0:lnTo>
                    <ns0:lnTo>
                      <ns0:pt x="599772" y="123943"/>
                    </ns0:lnTo>
                    <ns0:lnTo>
                      <ns0:pt x="601982" y="124167"/>
                    </ns0:lnTo>
                    <ns0:quadBezTo>
                      <ns0:pt x="601775" y="125169"/>
                      <ns0:pt x="601775" y="126705"/>
                    </ns0:quadBezTo>
                    <ns0:quadBezTo>
                      <ns0:pt x="601775" y="134785"/>
                      <ns0:pt x="606246" y="139981"/>
                    </ns0:quadBezTo>
                    <ns0:quadBezTo>
                      <ns0:pt x="610717" y="145160"/>
                      <ns0:pt x="617675" y="145160"/>
                    </ns0:quadBezTo>
                    <ns0:quadBezTo>
                      <ns0:pt x="624080" y="145160"/>
                      <ns0:pt x="628120" y="141241"/>
                    </ns0:quadBezTo>
                    <ns0:quadBezTo>
                      <ns0:pt x="632159" y="137323"/>
                      <ns0:pt x="632159" y="131021"/>
                    </ns0:quadBezTo>
                    <ns0:quadBezTo>
                      <ns0:pt x="632159" y="127378"/>
                      <ns0:pt x="630709" y="124461"/>
                    </ns0:quadBezTo>
                    <ns0:quadBezTo>
                      <ns0:pt x="629276" y="121526"/>
                      <ns0:pt x="625530" y="117434"/>
                    </ns0:quadBezTo>
                    <ns0:lnTo>
                      <ns0:pt x="621214" y="112790"/>
                    </ns0:lnTo>
                    <ns0:quadBezTo>
                      <ns0:pt x="620886" y="112462"/>
                      <ns0:pt x="619332" y="110753"/>
                    </ns0:quadBezTo>
                    <ns0:quadBezTo>
                      <ns0:pt x="617796" y="109027"/>
                      <ns0:pt x="616898" y="108146"/>
                    </ns0:quadBezTo>
                    <ns0:quadBezTo>
                      <ns0:pt x="611926" y="102846"/>
                      <ns0:pt x="610269" y="99480"/>
                    </ns0:quadBezTo>
                    <ns0:quadBezTo>
                      <ns0:pt x="608611" y="96113"/>
                      <ns0:pt x="608611" y="91573"/>
                    </ns0:quadBezTo>
                    <ns0:quadBezTo>
                      <ns0:pt x="608611" y="83182"/>
                      <ns0:pt x="614308" y="78331"/>
                    </ns0:quadBezTo>
                    <ns0:quadBezTo>
                      <ns0:pt x="620005" y="73463"/>
                      <ns0:pt x="628292" y="73463"/>
                    </ns0:quadBezTo>
                    <ns0:quadBezTo>
                      <ns0:pt x="634024" y="73463"/>
                      <ns0:pt x="637684" y="74999"/>
                    </ns0:quadBezTo>
                    <ns0:quadBezTo>
                      <ns0:pt x="640878" y="76225"/>
                      <ns0:pt x="642760" y="76225"/>
                    </ns0:quadBezTo>
                    <ns0:quadBezTo>
                      <ns0:pt x="644641" y="76225"/>
                      <ns0:pt x="645625" y="75673"/>
                    </ns0:quadBezTo>
                    <ns0:quadBezTo>
                      <ns0:pt x="646627" y="75120"/>
                      <ns0:pt x="647732" y="73342"/>
                    </ns0:quadBezTo>
                    <ns0:lnTo>
                      <ns0:pt x="650269" y="73342"/>
                    </ns0:lnTo>
                    <ns0:close/>
                    <ns0:moveTo>
                      <ns0:pt x="652917" y="74119"/>
                    </ns0:moveTo>
                    <ns0:lnTo>
                      <ns0:pt x="654229" y="72358"/>
                    </ns0:lnTo>
                    <ns0:quadBezTo>
                      <ns0:pt x="666832" y="79868"/>
                      <ns0:pt x="674014" y="92695"/>
                    </ns0:quadBezTo>
                    <ns0:quadBezTo>
                      <ns0:pt x="681196" y="105505"/>
                      <ns0:pt x="681196" y="119748"/>
                    </ns0:quadBezTo>
                    <ns0:quadBezTo>
                      <ns0:pt x="681196" y="149908"/>
                      <ns0:pt x="653901" y="166602"/>
                    </ns0:quadBezTo>
                    <ns0:lnTo>
                      <ns0:pt x="652917" y="164824"/>
                    </ns0:lnTo>
                    <ns0:quadBezTo>
                      <ns0:pt x="664294" y="155433"/>
                      <ns0:pt x="667989" y="146110"/>
                    </ns0:quadBezTo>
                    <ns0:quadBezTo>
                      <ns0:pt x="671701" y="136770"/>
                      <ns0:pt x="671701" y="120076"/>
                    </ns0:quadBezTo>
                    <ns0:quadBezTo>
                      <ns0:pt x="671701" y="103295"/>
                      <ns0:pt x="667989" y="93178"/>
                    </ns0:quadBezTo>
                    <ns0:quadBezTo>
                      <ns0:pt x="664294" y="83062"/>
                      <ns0:pt x="652917" y="74119"/>
                    </ns0:quadBezTo>
                    <ns0:close/>
                    <ns0:moveTo>
                      <ns0:pt x="773143" y="111685"/>
                    </ns0:moveTo>
                    <ns0:lnTo>
                      <ns0:pt x="708057" y="111685"/>
                    </ns0:lnTo>
                    <ns0:lnTo>
                      <ns0:pt x="708057" y="104400"/>
                    </ns0:lnTo>
                    <ns0:lnTo>
                      <ns0:pt x="773143" y="104400"/>
                    </ns0:lnTo>
                    <ns0:lnTo>
                      <ns0:pt x="773143" y="111685"/>
                    </ns0:lnTo>
                    <ns0:close/>
                    <ns0:moveTo>
                      <ns0:pt x="773143" y="133783"/>
                    </ns0:moveTo>
                    <ns0:lnTo>
                      <ns0:pt x="708057" y="133783"/>
                    </ns0:lnTo>
                    <ns0:lnTo>
                      <ns0:pt x="708057" y="126498"/>
                    </ns0:lnTo>
                    <ns0:lnTo>
                      <ns0:pt x="773143" y="126498"/>
                    </ns0:lnTo>
                    <ns0:lnTo>
                      <ns0:pt x="773143" y="133783"/>
                    </ns0:lnTo>
                    <ns0:close/>
                    <ns0:moveTo>
                      <ns0:pt x="836910" y="100964"/>
                    </ns0:moveTo>
                    <ns0:lnTo>
                      <ns0:pt x="804972" y="138980"/>
                    </ns0:lnTo>
                    <ns0:quadBezTo>
                      <ns0:pt x="810065" y="140085"/>
                      <ns0:pt x="812551" y="141742"/>
                    </ns0:quadBezTo>
                    <ns0:quadBezTo>
                      <ns0:pt x="815037" y="143399"/>
                      <ns0:pt x="818231" y="148147"/>
                    </ns0:quadBezTo>
                    <ns0:quadBezTo>
                      <ns0:pt x="821994" y="153672"/>
                      <ns0:pt x="825965" y="153672"/>
                    </ns0:quadBezTo>
                    <ns0:quadBezTo>
                      <ns0:pt x="828952" y="153672"/>
                      <ns0:pt x="828952" y="152014"/>
                    </ns0:quadBezTo>
                    <ns0:quadBezTo>
                      <ns0:pt x="828952" y="151462"/>
                      <ns0:pt x="828399" y="150357"/>
                    </ns0:quadBezTo>
                    <ns0:quadBezTo>
                      <ns0:pt x="827519" y="148596"/>
                      <ns0:pt x="827519" y="147267"/>
                    </ns0:quadBezTo>
                    <ns0:quadBezTo>
                      <ns0:pt x="827622" y="145834"/>
                      <ns0:pt x="828727" y="144677"/>
                    </ns0:quadBezTo>
                    <ns0:quadBezTo>
                      <ns0:pt x="829832" y="143503"/>
                      <ns0:pt x="831161" y="143503"/>
                    </ns0:quadBezTo>
                    <ns0:quadBezTo>
                      <ns0:pt x="832940" y="143503"/>
                      <ns0:pt x="833975" y="144608"/>
                    </ns0:quadBezTo>
                    <ns0:quadBezTo>
                      <ns0:pt x="835029" y="145713"/>
                      <ns0:pt x="835029" y="147595"/>
                    </ns0:quadBezTo>
                    <ns0:quadBezTo>
                      <ns0:pt x="835029" y="151013"/>
                      <ns0:pt x="832145" y="153499"/>
                    </ns0:quadBezTo>
                    <ns0:quadBezTo>
                      <ns0:pt x="829280" y="155985"/>
                      <ns0:pt x="824756" y="155985"/>
                    </ns0:quadBezTo>
                    <ns0:quadBezTo>
                      <ns0:pt x="820112" y="155985"/>
                      <ns0:pt x="812275" y="151134"/>
                    </ns0:quadBezTo>
                    <ns0:quadBezTo>
                      <ns0:pt x="804765" y="146490"/>
                      <ns0:pt x="800673" y="146490"/>
                    </ns0:quadBezTo>
                    <ns0:quadBezTo>
                      <ns0:pt x="798135" y="146490"/>
                      <ns0:pt x="795701" y="148475"/>
                    </ns0:quadBezTo>
                    <ns0:lnTo>
                      <ns0:pt x="794700" y="147491"/>
                    </ns0:lnTo>
                    <ns0:lnTo>
                      <ns0:pt x="828952" y="106385"/>
                    </ns0:lnTo>
                    <ns0:lnTo>
                      <ns0:pt x="813932" y="106385"/>
                    </ns0:lnTo>
                    <ns0:quadBezTo>
                      <ns0:pt x="809512" y="106385"/>
                      <ns0:pt x="807510" y="107663"/>
                    </ns0:quadBezTo>
                    <ns0:quadBezTo>
                      <ns0:pt x="805524" y="108923"/>
                      <ns0:pt x="803867" y="113015"/>
                    </ns0:quadBezTo>
                    <ns0:lnTo>
                      <ns0:pt x="802106" y="112566"/>
                    </ns0:lnTo>
                    <ns0:lnTo>
                      <ns0:pt x="805645" y="99756"/>
                    </ns0:lnTo>
                    <ns0:lnTo>
                      <ns0:pt x="836910" y="99756"/>
                    </ns0:lnTo>
                    <ns0:lnTo>
                      <ns0:pt x="836910" y="100964"/>
                    </ns0:lnTo>
                    <ns0:close/>
                    <ns0:moveTo>
                      <ns0:pt x="850756" y="139734"/>
                    </ns0:moveTo>
                    <ns0:lnTo>
                      <ns0:pt x="850841" y="139734"/>
                    </ns0:lnTo>
                    <ns0:quadBezTo>
                      <ns0:pt x="854708" y="133317"/>
                      <ns0:pt x="858140" y="130694"/>
                    </ns0:quadBezTo>
                    <ns0:quadBezTo>
                      <ns0:pt x="861584" y="128060"/>
                      <ns0:pt x="865766" y="128060"/>
                    </ns0:quadBezTo>
                    <ns0:quadBezTo>
                      <ns0:pt x="869790" y="128060"/>
                      <ns0:pt x="872255" y="130537"/>
                    </ns0:quadBezTo>
                    <ns0:quadBezTo>
                      <ns0:pt x="874733" y="133002"/>
                      <ns0:pt x="874733" y="137341"/>
                    </ns0:quadBezTo>
                    <ns0:quadBezTo>
                      <ns0:pt x="874733" y="143287"/>
                      <ns0:pt x="871095" y="149329"/>
                    </ns0:quadBezTo>
                    <ns0:quadBezTo>
                      <ns0:pt x="867470" y="155359"/>
                      <ns0:pt x="861620" y="159190"/>
                    </ns0:quadBezTo>
                    <ns0:quadBezTo>
                      <ns0:pt x="855784" y="163009"/>
                      <ns0:pt x="849983" y="163009"/>
                    </ns0:quadBezTo>
                    <ns0:quadBezTo>
                      <ns0:pt x="846430" y="163009"/>
                      <ns0:pt x="843179" y="161776"/>
                    </ns0:quadBezTo>
                    <ns0:quadBezTo>
                      <ns0:pt x="839928" y="160544"/>
                      <ns0:pt x="839928" y="158912"/>
                    </ns0:quadBezTo>
                    <ns0:lnTo>
                      <ns0:pt x="839928" y="158453"/>
                    </ns0:lnTo>
                    <ns0:lnTo>
                      <ns0:pt x="850913" y="118005"/>
                    </ns0:lnTo>
                    <ns0:quadBezTo>
                      <ns0:pt x="851614" y="115214"/>
                      <ns0:pt x="851614" y="114368"/>
                    </ns0:quadBezTo>
                    <ns0:quadBezTo>
                      <ns0:pt x="851614" y="113123"/>
                      <ns0:pt x="850877" y="112857"/>
                    </ns0:quadBezTo>
                    <ns0:quadBezTo>
                      <ns0:pt x="850140" y="112591"/>
                      <ns0:pt x="846659" y="112434"/>
                    </ns0:quadBezTo>
                    <ns0:lnTo>
                      <ns0:pt x="846659" y="111117"/>
                    </ns0:lnTo>
                    <ns0:quadBezTo>
                      <ns0:pt x="852460" y="110416"/>
                      <ns0:pt x="858491" y="109340"/>
                    </ns0:quadBezTo>
                    <ns0:lnTo>
                      <ns0:pt x="858877" y="109727"/>
                    </ns0:lnTo>
                    <ns0:lnTo>
                      <ns0:pt x="857258" y="116072"/>
                    </ns0:lnTo>
                    <ns0:lnTo>
                      <ns0:pt x="850756" y="139734"/>
                    </ns0:lnTo>
                    <ns0:close/>
                    <ns0:moveTo>
                      <ns0:pt x="868158" y="138501"/>
                    </ns0:moveTo>
                    <ns0:quadBezTo>
                      <ns0:pt x="868158" y="131842"/>
                      <ns0:pt x="862744" y="131842"/>
                    </ns0:quadBezTo>
                    <ns0:quadBezTo>
                      <ns0:pt x="857415" y="131842"/>
                      <ns0:pt x="852146" y="140737"/>
                    </ns0:quadBezTo>
                    <ns0:quadBezTo>
                      <ns0:pt x="849681" y="144918"/>
                      <ns0:pt x="848134" y="149982"/>
                    </ns0:quadBezTo>
                    <ns0:quadBezTo>
                      <ns0:pt x="846587" y="155045"/>
                      <ns0:pt x="846587" y="158610"/>
                    </ns0:quadBezTo>
                    <ns0:quadBezTo>
                      <ns0:pt x="846587" y="161233"/>
                      <ns0:pt x="850140" y="161233"/>
                    </ns0:quadBezTo>
                    <ns0:quadBezTo>
                      <ns0:pt x="855240" y="161233"/>
                      <ns0:pt x="859651" y="156677"/>
                    </ns0:quadBezTo>
                    <ns0:quadBezTo>
                      <ns0:pt x="863216" y="152954"/>
                      <ns0:pt x="865681" y="147818"/>
                    </ns0:quadBezTo>
                    <ns0:quadBezTo>
                      <ns0:pt x="868158" y="142670"/>
                      <ns0:pt x="868158" y="138501"/>
                    </ns0:quadBezTo>
                    <ns0:close/>
                    <ns0:moveTo>
                      <ns0:pt x="915682" y="164824"/>
                    </ns0:moveTo>
                    <ns0:lnTo>
                      <ns0:pt x="914352" y="166602"/>
                    </ns0:lnTo>
                    <ns0:quadBezTo>
                      <ns0:pt x="901525" y="159300"/>
                      <ns0:pt x="894447" y="146490"/>
                    </ns0:quadBezTo>
                    <ns0:quadBezTo>
                      <ns0:pt x="887386" y="133680"/>
                      <ns0:pt x="887386" y="119195"/>
                    </ns0:quadBezTo>
                    <ns0:quadBezTo>
                      <ns0:pt x="887386" y="88586"/>
                      <ns0:pt x="914680" y="72358"/>
                    </ns0:quadBezTo>
                    <ns0:lnTo>
                      <ns0:pt x="915682" y="74119"/>
                    </ns0:lnTo>
                    <ns0:quadBezTo>
                      <ns0:pt x="904408" y="83735"/>
                      <ns0:pt x="900645" y="93075"/>
                    </ns0:quadBezTo>
                    <ns0:quadBezTo>
                      <ns0:pt x="896898" y="102397"/>
                      <ns0:pt x="896898" y="118867"/>
                    </ns0:quadBezTo>
                    <ns0:quadBezTo>
                      <ns0:pt x="896898" y="135216"/>
                      <ns0:pt x="900765" y="145385"/>
                    </ns0:quadBezTo>
                    <ns0:quadBezTo>
                      <ns0:pt x="904633" y="155553"/>
                      <ns0:pt x="915682" y="164824"/>
                    </ns0:quadBezTo>
                    <ns0:close/>
                    <ns0:moveTo>
                      <ns0:pt x="975216" y="73342"/>
                    </ns0:moveTo>
                    <ns0:lnTo>
                      <ns0:pt x="970796" y="95440"/>
                    </ns0:lnTo>
                    <ns0:lnTo>
                      <ns0:pt x="968811" y="95112"/>
                    </ns0:lnTo>
                    <ns0:quadBezTo>
                      <ns0:pt x="968811" y="85945"/>
                      <ns0:pt x="966048" y="81525"/>
                    </ns0:quadBezTo>
                    <ns0:quadBezTo>
                      <ns0:pt x="963286" y="77105"/>
                      <ns0:pt x="955655" y="77105"/>
                    </ns0:quadBezTo>
                    <ns0:quadBezTo>
                      <ns0:pt x="949924" y="77105"/>
                      <ns0:pt x="946609" y="80040"/>
                    </ns0:quadBezTo>
                    <ns0:quadBezTo>
                      <ns0:pt x="943294" y="82958"/>
                      <ns0:pt x="943294" y="88154"/>
                    </ns0:quadBezTo>
                    <ns0:quadBezTo>
                      <ns0:pt x="943294" y="92350"/>
                      <ns0:pt x="945055" y="95164"/>
                    </ns0:quadBezTo>
                    <ns0:quadBezTo>
                      <ns0:pt x="946816" y="97978"/>
                      <ns0:pt x="954223" y="105384"/>
                    </ns0:quadBezTo>
                    <ns0:quadBezTo>
                      <ns0:pt x="961629" y="112894"/>
                      <ns0:pt x="964167" y="117434"/>
                    </ns0:quadBezTo>
                    <ns0:quadBezTo>
                      <ns0:pt x="966704" y="121958"/>
                      <ns0:pt x="966704" y="127482"/>
                    </ns0:quadBezTo>
                    <ns0:quadBezTo>
                      <ns0:pt x="966704" y="136874"/>
                      <ns0:pt x="960351" y="142951"/>
                    </ns0:quadBezTo>
                    <ns0:quadBezTo>
                      <ns0:pt x="953998" y="149028"/>
                      <ns0:pt x="944399" y="149028"/>
                    </ns0:quadBezTo>
                    <ns0:quadBezTo>
                      <ns0:pt x="940187" y="149028"/>
                      <ns0:pt x="932901" y="146490"/>
                    </ns0:quadBezTo>
                    <ns0:quadBezTo>
                      <ns0:pt x="929362" y="145160"/>
                      <ns0:pt x="927705" y="145160"/>
                    </ns0:quadBezTo>
                    <ns0:quadBezTo>
                      <ns0:pt x="924062" y="145160"/>
                      <ns0:pt x="922957" y="148700"/>
                    </ns0:quadBezTo>
                    <ns0:lnTo>
                      <ns0:pt x="920972" y="148700"/>
                    </ns0:lnTo>
                    <ns0:lnTo>
                      <ns0:pt x="924718" y="123943"/>
                    </ns0:lnTo>
                    <ns0:lnTo>
                      <ns0:pt x="926928" y="124167"/>
                    </ns0:lnTo>
                    <ns0:quadBezTo>
                      <ns0:pt x="926721" y="125169"/>
                      <ns0:pt x="926721" y="126705"/>
                    </ns0:quadBezTo>
                    <ns0:quadBezTo>
                      <ns0:pt x="926721" y="134785"/>
                      <ns0:pt x="931192" y="139981"/>
                    </ns0:quadBezTo>
                    <ns0:quadBezTo>
                      <ns0:pt x="935664" y="145160"/>
                      <ns0:pt x="942621" y="145160"/>
                    </ns0:quadBezTo>
                    <ns0:quadBezTo>
                      <ns0:pt x="949026" y="145160"/>
                      <ns0:pt x="953066" y="141241"/>
                    </ns0:quadBezTo>
                    <ns0:quadBezTo>
                      <ns0:pt x="957106" y="137323"/>
                      <ns0:pt x="957106" y="131021"/>
                    </ns0:quadBezTo>
                    <ns0:quadBezTo>
                      <ns0:pt x="957106" y="127378"/>
                      <ns0:pt x="955655" y="124461"/>
                    </ns0:quadBezTo>
                    <ns0:quadBezTo>
                      <ns0:pt x="954223" y="121526"/>
                      <ns0:pt x="950476" y="117434"/>
                    </ns0:quadBezTo>
                    <ns0:lnTo>
                      <ns0:pt x="946160" y="112790"/>
                    </ns0:lnTo>
                    <ns0:quadBezTo>
                      <ns0:pt x="945832" y="112462"/>
                      <ns0:pt x="944278" y="110753"/>
                    </ns0:quadBezTo>
                    <ns0:quadBezTo>
                      <ns0:pt x="942742" y="109027"/>
                      <ns0:pt x="941844" y="108146"/>
                    </ns0:quadBezTo>
                    <ns0:quadBezTo>
                      <ns0:pt x="936872" y="102846"/>
                      <ns0:pt x="935215" y="99480"/>
                    </ns0:quadBezTo>
                    <ns0:quadBezTo>
                      <ns0:pt x="933557" y="96113"/>
                      <ns0:pt x="933557" y="91573"/>
                    </ns0:quadBezTo>
                    <ns0:quadBezTo>
                      <ns0:pt x="933557" y="83182"/>
                      <ns0:pt x="939255" y="78331"/>
                    </ns0:quadBezTo>
                    <ns0:quadBezTo>
                      <ns0:pt x="944952" y="73463"/>
                      <ns0:pt x="953238" y="73463"/>
                    </ns0:quadBezTo>
                    <ns0:quadBezTo>
                      <ns0:pt x="958970" y="73463"/>
                      <ns0:pt x="962630" y="74999"/>
                    </ns0:quadBezTo>
                    <ns0:quadBezTo>
                      <ns0:pt x="965824" y="76225"/>
                      <ns0:pt x="967706" y="76225"/>
                    </ns0:quadBezTo>
                    <ns0:quadBezTo>
                      <ns0:pt x="969588" y="76225"/>
                      <ns0:pt x="970572" y="75673"/>
                    </ns0:quadBezTo>
                    <ns0:quadBezTo>
                      <ns0:pt x="971573" y="75120"/>
                      <ns0:pt x="972678" y="73342"/>
                    </ns0:quadBezTo>
                    <ns0:lnTo>
                      <ns0:pt x="975216" y="73342"/>
                    </ns0:lnTo>
                    <ns0:close/>
                    <ns0:moveTo>
                      <ns0:pt x="977864" y="74119"/>
                    </ns0:moveTo>
                    <ns0:lnTo>
                      <ns0:pt x="979176" y="72358"/>
                    </ns0:lnTo>
                    <ns0:quadBezTo>
                      <ns0:pt x="991778" y="79868"/>
                      <ns0:pt x="998960" y="92695"/>
                    </ns0:quadBezTo>
                    <ns0:quadBezTo>
                      <ns0:pt x="1006142" y="105505"/>
                      <ns0:pt x="1006142" y="119748"/>
                    </ns0:quadBezTo>
                    <ns0:quadBezTo>
                      <ns0:pt x="1006142" y="149908"/>
                      <ns0:pt x="978848" y="166602"/>
                    </ns0:quadBezTo>
                    <ns0:lnTo>
                      <ns0:pt x="977864" y="164824"/>
                    </ns0:lnTo>
                    <ns0:quadBezTo>
                      <ns0:pt x="989241" y="155433"/>
                      <ns0:pt x="992935" y="146110"/>
                    </ns0:quadBezTo>
                    <ns0:quadBezTo>
                      <ns0:pt x="996647" y="136770"/>
                      <ns0:pt x="996647" y="120076"/>
                    </ns0:quadBezTo>
                    <ns0:quadBezTo>
                      <ns0:pt x="996647" y="103295"/>
                      <ns0:pt x="992935" y="93178"/>
                    </ns0:quadBezTo>
                    <ns0:quadBezTo>
                      <ns0:pt x="989241" y="83062"/>
                      <ns0:pt x="977864" y="74119"/>
                    </ns0:quadBezTo>
                    <ns0:close/>
                  </ns0:path>
                </ns0:pathLst>
              </ns0:custGeom>
              <ns0:solidFill xmlns:ns0="http://schemas.openxmlformats.org/drawingml/2006/main">
                <ns0:srgbClr val="161616"/>
              </ns0:solidFill>
              <ns0:ln xmlns:ns0="http://schemas.openxmlformats.org/drawingml/2006/main" w="0">
                <ns0:noFill/>
              </ns0:ln>
            </p:spPr>
          </p:sp>
        </mc:Fallback>
      </mc:AlternateContent>
      <p:sp>
        <p:nvSpPr>
          <p:cNvPr id="70" name="Figure_2_Method-070">
            <a:extLst xmlns:a="http://schemas.openxmlformats.org/drawingml/2006/main">
              <a:ext uri="{FF2B5EF4-FFF2-40B4-BE49-F238E27FC236}">
                <a16:creationId xmlns:a16="http://schemas.microsoft.com/office/drawing/2014/main" id="{F711D8E1-C9BB-468C-ACDA-C0EDAE52C300}"/>
              </a:ext>
            </a:extLst>
          </p:cNvPr>
          <p:cNvSpPr>
            <a:spLocks xmlns:a="http://schemas.openxmlformats.org/drawingml/2006/main" noGrp="1"/>
          </p:cNvSpPr>
          <p:nvPr/>
        </p:nvSpPr>
        <p:spPr>
          <a:xfrm xmlns:a="http://schemas.openxmlformats.org/drawingml/2006/main">
            <a:off x="2336800" y="3187700"/>
            <a:ext cx="13843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00" b="0">
                <a:solidFill>
                  <a:srgbClr val="161616"/>
                </a:solidFill>
                <a:latin typeface="DejaVu Sans"/>
                <a:ea typeface="DejaVu Sans"/>
                <a:cs typeface="DejaVu Sans"/>
              </a:defRPr>
            </a:defPPr>
            <a:lvl1pPr algn="ctr">
              <a:defRPr sz="700" b="0">
                <a:solidFill>
                  <a:srgbClr val="161616"/>
                </a:solidFill>
                <a:latin typeface="DejaVu Sans"/>
                <a:ea typeface="DejaVu Sans"/>
                <a:cs typeface="DejaVu Sans"/>
              </a:defRPr>
            </a:lvl1pPr>
            <a:lvl2pPr algn="ctr">
              <a:defRPr sz="700" b="0">
                <a:solidFill>
                  <a:srgbClr val="161616"/>
                </a:solidFill>
                <a:latin typeface="DejaVu Sans"/>
                <a:ea typeface="DejaVu Sans"/>
                <a:cs typeface="DejaVu Sans"/>
              </a:defRPr>
            </a:lvl2pPr>
            <a:lvl3pPr algn="ctr">
              <a:defRPr sz="700" b="0">
                <a:solidFill>
                  <a:srgbClr val="161616"/>
                </a:solidFill>
                <a:latin typeface="DejaVu Sans"/>
                <a:ea typeface="DejaVu Sans"/>
                <a:cs typeface="DejaVu Sans"/>
              </a:defRPr>
            </a:lvl3pPr>
            <a:lvl4pPr algn="ctr">
              <a:defRPr sz="700" b="0">
                <a:solidFill>
                  <a:srgbClr val="161616"/>
                </a:solidFill>
                <a:latin typeface="DejaVu Sans"/>
                <a:ea typeface="DejaVu Sans"/>
                <a:cs typeface="DejaVu Sans"/>
              </a:defRPr>
            </a:lvl4pPr>
            <a:lvl5pPr algn="ctr">
              <a:defRPr sz="700" b="0">
                <a:solidFill>
                  <a:srgbClr val="161616"/>
                </a:solidFill>
                <a:latin typeface="DejaVu Sans"/>
                <a:ea typeface="DejaVu Sans"/>
                <a:cs typeface="DejaVu Sans"/>
              </a:defRPr>
            </a:lvl5pPr>
            <a:lvl6pPr algn="ctr">
              <a:defRPr sz="700" b="0">
                <a:solidFill>
                  <a:srgbClr val="161616"/>
                </a:solidFill>
                <a:latin typeface="DejaVu Sans"/>
                <a:ea typeface="DejaVu Sans"/>
                <a:cs typeface="DejaVu Sans"/>
              </a:defRPr>
            </a:lvl6pPr>
            <a:lvl7pPr algn="ctr">
              <a:defRPr sz="700" b="0">
                <a:solidFill>
                  <a:srgbClr val="161616"/>
                </a:solidFill>
                <a:latin typeface="DejaVu Sans"/>
                <a:ea typeface="DejaVu Sans"/>
                <a:cs typeface="DejaVu Sans"/>
              </a:defRPr>
            </a:lvl7pPr>
            <a:lvl8pPr algn="ctr">
              <a:defRPr sz="700" b="0">
                <a:solidFill>
                  <a:srgbClr val="161616"/>
                </a:solidFill>
                <a:latin typeface="DejaVu Sans"/>
                <a:ea typeface="DejaVu Sans"/>
                <a:cs typeface="DejaVu Sans"/>
              </a:defRPr>
            </a:lvl8pPr>
            <a:lvl9pPr algn="ctr">
              <a:defRPr sz="700" b="0">
                <a:solidFill>
                  <a:srgbClr val="161616"/>
                </a:solidFill>
                <a:latin typeface="DejaVu Sans"/>
                <a:ea typeface="DejaVu Sans"/>
                <a:cs typeface="DejaVu Sans"/>
              </a:defRPr>
            </a:lvl9pPr>
          </a:lstStyle>
          <a:p xmlns:a="http://schemas.openxmlformats.org/drawingml/2006/main">
            <a:pPr algn="ctr">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Balance when active</a:t>
            </a:r>
          </a:p>
        </p:txBody>
      </p:sp>
      <p:sp>
        <p:nvSpPr>
          <p:cNvPr id="71" name="Figure_2_Method-071">
            <a:extLst xmlns:a="http://schemas.openxmlformats.org/drawingml/2006/main">
              <a:ext uri="{FF2B5EF4-FFF2-40B4-BE49-F238E27FC236}">
                <a16:creationId xmlns:a16="http://schemas.microsoft.com/office/drawing/2014/main" id="{F003134E-BAA5-44BA-84C9-F3B927B636C9}"/>
              </a:ext>
            </a:extLst>
          </p:cNvPr>
          <p:cNvSpPr>
            <a:spLocks xmlns:a="http://schemas.openxmlformats.org/drawingml/2006/main" noGrp="1"/>
          </p:cNvSpPr>
          <p:nvPr/>
        </p:nvSpPr>
        <p:spPr>
          <a:xfrm xmlns:a="http://schemas.openxmlformats.org/drawingml/2006/main">
            <a:off x="3860800" y="2768600"/>
            <a:ext cx="139700" cy="127"/>
          </a:xfrm>
          <a:custGeom xmlns:a="http://schemas.openxmlformats.org/drawingml/2006/main">
            <a:pathLst>
              <a:path w="139700" h="127">
                <a:moveTo>
                  <a:pt x="0" y="0"/>
                </a:moveTo>
                <a:lnTo>
                  <a:pt x="139700" y="0"/>
                </a:lnTo>
              </a:path>
            </a:pathLst>
          </a:custGeom>
          <a:noFill xmlns:a="http://schemas.openxmlformats.org/drawingml/2006/main"/>
          <a:ln xmlns:a="http://schemas.openxmlformats.org/drawingml/2006/main" w="20320">
            <a:solidFill>
              <a:srgbClr val="161616"/>
            </a:solidFill>
            <a:prstDash val="solid"/>
          </a:ln>
        </p:spPr>
      </p:sp>
      <p:sp>
        <p:nvSpPr>
          <p:cNvPr id="72" name="Figure_2_Method-072">
            <a:extLst xmlns:a="http://schemas.openxmlformats.org/drawingml/2006/main">
              <a:ext uri="{FF2B5EF4-FFF2-40B4-BE49-F238E27FC236}">
                <a16:creationId xmlns:a16="http://schemas.microsoft.com/office/drawing/2014/main" id="{66FC35E6-EB92-44F3-8A54-CB1AEC5B8946}"/>
              </a:ext>
            </a:extLst>
          </p:cNvPr>
          <p:cNvSpPr>
            <a:spLocks xmlns:a="http://schemas.openxmlformats.org/drawingml/2006/main" noGrp="1"/>
          </p:cNvSpPr>
          <p:nvPr/>
        </p:nvSpPr>
        <p:spPr>
          <a:xfrm xmlns:a="http://schemas.openxmlformats.org/drawingml/2006/main">
            <a:off x="3949700" y="27462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73" name="Figure_2_Method-073">
            <a:extLst xmlns:a="http://schemas.openxmlformats.org/drawingml/2006/main">
              <a:ext uri="{FF2B5EF4-FFF2-40B4-BE49-F238E27FC236}">
                <a16:creationId xmlns:a16="http://schemas.microsoft.com/office/drawing/2014/main" id="{F16A5839-0ED9-41F6-8D7E-A69114CFE603}"/>
              </a:ext>
            </a:extLst>
          </p:cNvPr>
          <p:cNvSpPr>
            <a:spLocks xmlns:a="http://schemas.openxmlformats.org/drawingml/2006/main" noGrp="1"/>
          </p:cNvSpPr>
          <p:nvPr/>
        </p:nvSpPr>
        <p:spPr>
          <a:xfrm xmlns:a="http://schemas.openxmlformats.org/drawingml/2006/main">
            <a:off x="4064000" y="2019300"/>
            <a:ext cx="1714500" cy="1460500"/>
          </a:xfrm>
          <a:prstGeom xmlns:a="http://schemas.openxmlformats.org/drawingml/2006/main" prst="roundRect">
            <a:avLst>
              <a:gd name="adj" fmla="val 3478"/>
            </a:avLst>
          </a:prstGeom>
          <a:solidFill xmlns:a="http://schemas.openxmlformats.org/drawingml/2006/main">
            <a:srgbClr val="FDE694"/>
          </a:solidFill>
          <a:ln xmlns:a="http://schemas.openxmlformats.org/drawingml/2006/main" w="10160">
            <a:solidFill>
              <a:srgbClr val="161616"/>
            </a:solidFill>
            <a:prstDash val="solid"/>
          </a:ln>
        </p:spPr>
      </p:sp>
      <p:sp>
        <p:nvSpPr>
          <p:cNvPr id="74" name="Figure_2_Method-074">
            <a:extLst xmlns:a="http://schemas.openxmlformats.org/drawingml/2006/main">
              <a:ext uri="{FF2B5EF4-FFF2-40B4-BE49-F238E27FC236}">
                <a16:creationId xmlns:a16="http://schemas.microsoft.com/office/drawing/2014/main" id="{AF4FA6A5-61BE-44A7-B4F9-772424414601}"/>
              </a:ext>
            </a:extLst>
          </p:cNvPr>
          <p:cNvSpPr>
            <a:spLocks xmlns:a="http://schemas.openxmlformats.org/drawingml/2006/main" noGrp="1"/>
          </p:cNvSpPr>
          <p:nvPr/>
        </p:nvSpPr>
        <p:spPr>
          <a:xfrm xmlns:a="http://schemas.openxmlformats.org/drawingml/2006/main">
            <a:off x="4152900" y="2095500"/>
            <a:ext cx="15367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20" b="1">
                <a:solidFill>
                  <a:srgbClr val="161616"/>
                </a:solidFill>
                <a:latin typeface="DejaVu Sans"/>
                <a:ea typeface="DejaVu Sans"/>
                <a:cs typeface="DejaVu Sans"/>
              </a:defRPr>
            </a:defPPr>
            <a:lvl1pPr algn="l">
              <a:defRPr sz="720" b="1">
                <a:solidFill>
                  <a:srgbClr val="161616"/>
                </a:solidFill>
                <a:latin typeface="DejaVu Sans"/>
                <a:ea typeface="DejaVu Sans"/>
                <a:cs typeface="DejaVu Sans"/>
              </a:defRPr>
            </a:lvl1pPr>
            <a:lvl2pPr algn="l">
              <a:defRPr sz="720" b="1">
                <a:solidFill>
                  <a:srgbClr val="161616"/>
                </a:solidFill>
                <a:latin typeface="DejaVu Sans"/>
                <a:ea typeface="DejaVu Sans"/>
                <a:cs typeface="DejaVu Sans"/>
              </a:defRPr>
            </a:lvl2pPr>
            <a:lvl3pPr algn="l">
              <a:defRPr sz="720" b="1">
                <a:solidFill>
                  <a:srgbClr val="161616"/>
                </a:solidFill>
                <a:latin typeface="DejaVu Sans"/>
                <a:ea typeface="DejaVu Sans"/>
                <a:cs typeface="DejaVu Sans"/>
              </a:defRPr>
            </a:lvl3pPr>
            <a:lvl4pPr algn="l">
              <a:defRPr sz="720" b="1">
                <a:solidFill>
                  <a:srgbClr val="161616"/>
                </a:solidFill>
                <a:latin typeface="DejaVu Sans"/>
                <a:ea typeface="DejaVu Sans"/>
                <a:cs typeface="DejaVu Sans"/>
              </a:defRPr>
            </a:lvl4pPr>
            <a:lvl5pPr algn="l">
              <a:defRPr sz="720" b="1">
                <a:solidFill>
                  <a:srgbClr val="161616"/>
                </a:solidFill>
                <a:latin typeface="DejaVu Sans"/>
                <a:ea typeface="DejaVu Sans"/>
                <a:cs typeface="DejaVu Sans"/>
              </a:defRPr>
            </a:lvl5pPr>
            <a:lvl6pPr algn="l">
              <a:defRPr sz="720" b="1">
                <a:solidFill>
                  <a:srgbClr val="161616"/>
                </a:solidFill>
                <a:latin typeface="DejaVu Sans"/>
                <a:ea typeface="DejaVu Sans"/>
                <a:cs typeface="DejaVu Sans"/>
              </a:defRPr>
            </a:lvl6pPr>
            <a:lvl7pPr algn="l">
              <a:defRPr sz="720" b="1">
                <a:solidFill>
                  <a:srgbClr val="161616"/>
                </a:solidFill>
                <a:latin typeface="DejaVu Sans"/>
                <a:ea typeface="DejaVu Sans"/>
                <a:cs typeface="DejaVu Sans"/>
              </a:defRPr>
            </a:lvl7pPr>
            <a:lvl8pPr algn="l">
              <a:defRPr sz="720" b="1">
                <a:solidFill>
                  <a:srgbClr val="161616"/>
                </a:solidFill>
                <a:latin typeface="DejaVu Sans"/>
                <a:ea typeface="DejaVu Sans"/>
                <a:cs typeface="DejaVu Sans"/>
              </a:defRPr>
            </a:lvl8pPr>
            <a:lvl9pPr algn="l">
              <a:defRPr sz="720" b="1">
                <a:solidFill>
                  <a:srgbClr val="161616"/>
                </a:solidFill>
                <a:latin typeface="DejaVu Sans"/>
                <a:ea typeface="DejaVu Sans"/>
                <a:cs typeface="DejaVu Sans"/>
              </a:defRPr>
            </a:lvl9pPr>
          </a:lstStyle>
          <a:p xmlns:a="http://schemas.openxmlformats.org/drawingml/2006/main">
            <a:pPr algn="l">
              <a:defRPr sz="720" b="1">
                <a:solidFill>
                  <a:srgbClr val="161616"/>
                </a:solidFill>
                <a:latin typeface="DejaVu Sans"/>
                <a:ea typeface="DejaVu Sans"/>
                <a:cs typeface="DejaVu Sans"/>
              </a:defRPr>
            </a:pPr>
            <a:r>
              <a:rPr sz="720" b="1">
                <a:solidFill>
                  <a:srgbClr val="161616"/>
                </a:solidFill>
                <a:latin typeface="DejaVu Sans"/>
                <a:ea typeface="DejaVu Sans"/>
                <a:cs typeface="DejaVu Sans"/>
              </a:rPr>
              <a:t>Priority fill and ranking</a:t>
            </a:r>
          </a:p>
        </p:txBody>
      </p:sp>
      <p:sp>
        <p:nvSpPr>
          <p:cNvPr id="75" name="Figure_2_Method-075">
            <a:extLst xmlns:a="http://schemas.openxmlformats.org/drawingml/2006/main">
              <a:ext uri="{FF2B5EF4-FFF2-40B4-BE49-F238E27FC236}">
                <a16:creationId xmlns:a16="http://schemas.microsoft.com/office/drawing/2014/main" id="{2771A4A6-5F29-4394-BBD5-47FC1B928A7F}"/>
              </a:ext>
            </a:extLst>
          </p:cNvPr>
          <p:cNvSpPr>
            <a:spLocks xmlns:a="http://schemas.openxmlformats.org/drawingml/2006/main" noGrp="1"/>
          </p:cNvSpPr>
          <p:nvPr/>
        </p:nvSpPr>
        <p:spPr>
          <a:xfrm xmlns:a="http://schemas.openxmlformats.org/drawingml/2006/main">
            <a:off x="4152900" y="2349500"/>
            <a:ext cx="15367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90" b="0">
                <a:solidFill>
                  <a:srgbClr val="161616"/>
                </a:solidFill>
                <a:latin typeface="DejaVu Sans"/>
                <a:ea typeface="DejaVu Sans"/>
                <a:cs typeface="DejaVu Sans"/>
              </a:defRPr>
            </a:defPPr>
            <a:lvl1pPr algn="l">
              <a:defRPr sz="690" b="0">
                <a:solidFill>
                  <a:srgbClr val="161616"/>
                </a:solidFill>
                <a:latin typeface="DejaVu Sans"/>
                <a:ea typeface="DejaVu Sans"/>
                <a:cs typeface="DejaVu Sans"/>
              </a:defRPr>
            </a:lvl1pPr>
            <a:lvl2pPr algn="l">
              <a:defRPr sz="690" b="0">
                <a:solidFill>
                  <a:srgbClr val="161616"/>
                </a:solidFill>
                <a:latin typeface="DejaVu Sans"/>
                <a:ea typeface="DejaVu Sans"/>
                <a:cs typeface="DejaVu Sans"/>
              </a:defRPr>
            </a:lvl2pPr>
            <a:lvl3pPr algn="l">
              <a:defRPr sz="690" b="0">
                <a:solidFill>
                  <a:srgbClr val="161616"/>
                </a:solidFill>
                <a:latin typeface="DejaVu Sans"/>
                <a:ea typeface="DejaVu Sans"/>
                <a:cs typeface="DejaVu Sans"/>
              </a:defRPr>
            </a:lvl3pPr>
            <a:lvl4pPr algn="l">
              <a:defRPr sz="690" b="0">
                <a:solidFill>
                  <a:srgbClr val="161616"/>
                </a:solidFill>
                <a:latin typeface="DejaVu Sans"/>
                <a:ea typeface="DejaVu Sans"/>
                <a:cs typeface="DejaVu Sans"/>
              </a:defRPr>
            </a:lvl4pPr>
            <a:lvl5pPr algn="l">
              <a:defRPr sz="690" b="0">
                <a:solidFill>
                  <a:srgbClr val="161616"/>
                </a:solidFill>
                <a:latin typeface="DejaVu Sans"/>
                <a:ea typeface="DejaVu Sans"/>
                <a:cs typeface="DejaVu Sans"/>
              </a:defRPr>
            </a:lvl5pPr>
            <a:lvl6pPr algn="l">
              <a:defRPr sz="690" b="0">
                <a:solidFill>
                  <a:srgbClr val="161616"/>
                </a:solidFill>
                <a:latin typeface="DejaVu Sans"/>
                <a:ea typeface="DejaVu Sans"/>
                <a:cs typeface="DejaVu Sans"/>
              </a:defRPr>
            </a:lvl6pPr>
            <a:lvl7pPr algn="l">
              <a:defRPr sz="690" b="0">
                <a:solidFill>
                  <a:srgbClr val="161616"/>
                </a:solidFill>
                <a:latin typeface="DejaVu Sans"/>
                <a:ea typeface="DejaVu Sans"/>
                <a:cs typeface="DejaVu Sans"/>
              </a:defRPr>
            </a:lvl7pPr>
            <a:lvl8pPr algn="l">
              <a:defRPr sz="690" b="0">
                <a:solidFill>
                  <a:srgbClr val="161616"/>
                </a:solidFill>
                <a:latin typeface="DejaVu Sans"/>
                <a:ea typeface="DejaVu Sans"/>
                <a:cs typeface="DejaVu Sans"/>
              </a:defRPr>
            </a:lvl8pPr>
            <a:lvl9pPr algn="l">
              <a:defRPr sz="690" b="0">
                <a:solidFill>
                  <a:srgbClr val="161616"/>
                </a:solidFill>
                <a:latin typeface="DejaVu Sans"/>
                <a:ea typeface="DejaVu Sans"/>
                <a:cs typeface="DejaVu Sans"/>
              </a:defRPr>
            </a:lvl9pPr>
          </a:lstStyle>
          <a:p xmlns:a="http://schemas.openxmlformats.org/drawingml/2006/main">
            <a:pPr algn="l">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Scan the shared priority</a:t>
            </a:r>
          </a:p>
        </p:txBody>
      </p:sp>
      <p:sp>
        <p:nvSpPr>
          <p:cNvPr id="76" name="Figure_2_Method-076">
            <a:extLst xmlns:a="http://schemas.openxmlformats.org/drawingml/2006/main">
              <a:ext uri="{FF2B5EF4-FFF2-40B4-BE49-F238E27FC236}">
                <a16:creationId xmlns:a16="http://schemas.microsoft.com/office/drawing/2014/main" id="{905A1264-7DD2-4ECF-96EE-6B8C1D64366B}"/>
              </a:ext>
            </a:extLst>
          </p:cNvPr>
          <p:cNvSpPr>
            <a:spLocks xmlns:a="http://schemas.openxmlformats.org/drawingml/2006/main" noGrp="1"/>
          </p:cNvSpPr>
          <p:nvPr/>
        </p:nvSpPr>
        <p:spPr>
          <a:xfrm xmlns:a="http://schemas.openxmlformats.org/drawingml/2006/main">
            <a:off x="4178300" y="2603500"/>
            <a:ext cx="317500" cy="203200"/>
          </a:xfrm>
          <a:prstGeom xmlns:a="http://schemas.openxmlformats.org/drawingml/2006/main" prst="rect">
            <a:avLst/>
          </a:prstGeom>
          <a:solidFill xmlns:a="http://schemas.openxmlformats.org/drawingml/2006/main">
            <a:srgbClr val="FFFFFF"/>
          </a:solidFill>
          <a:ln xmlns:a="http://schemas.openxmlformats.org/drawingml/2006/main" w="10160">
            <a:solidFill>
              <a:srgbClr val="161616"/>
            </a:solidFill>
            <a:prstDash val="solid"/>
          </a:ln>
        </p:spPr>
      </p:sp>
      <p:sp>
        <p:nvSpPr>
          <p:cNvPr id="77" name="Figure_2_Method-077">
            <a:extLst xmlns:a="http://schemas.openxmlformats.org/drawingml/2006/main">
              <a:ext uri="{FF2B5EF4-FFF2-40B4-BE49-F238E27FC236}">
                <a16:creationId xmlns:a16="http://schemas.microsoft.com/office/drawing/2014/main" id="{16C4CC6F-E3E1-44DA-956F-23665CBD7B9F}"/>
              </a:ext>
            </a:extLst>
          </p:cNvPr>
          <p:cNvSpPr>
            <a:spLocks xmlns:a="http://schemas.openxmlformats.org/drawingml/2006/main" noGrp="1"/>
          </p:cNvSpPr>
          <p:nvPr/>
        </p:nvSpPr>
        <p:spPr>
          <a:xfrm xmlns:a="http://schemas.openxmlformats.org/drawingml/2006/main">
            <a:off x="4178300" y="264541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i1</a:t>
            </a:r>
          </a:p>
        </p:txBody>
      </p:sp>
      <p:sp>
        <p:nvSpPr>
          <p:cNvPr id="78" name="Figure_2_Method-078">
            <a:extLst xmlns:a="http://schemas.openxmlformats.org/drawingml/2006/main">
              <a:ext uri="{FF2B5EF4-FFF2-40B4-BE49-F238E27FC236}">
                <a16:creationId xmlns:a16="http://schemas.microsoft.com/office/drawing/2014/main" id="{A4218680-DC75-4F4A-94A7-E8CF04B0C1B2}"/>
              </a:ext>
            </a:extLst>
          </p:cNvPr>
          <p:cNvSpPr>
            <a:spLocks xmlns:a="http://schemas.openxmlformats.org/drawingml/2006/main" noGrp="1"/>
          </p:cNvSpPr>
          <p:nvPr/>
        </p:nvSpPr>
        <p:spPr>
          <a:xfrm xmlns:a="http://schemas.openxmlformats.org/drawingml/2006/main">
            <a:off x="4533900" y="2603500"/>
            <a:ext cx="317500" cy="203200"/>
          </a:xfrm>
          <a:prstGeom xmlns:a="http://schemas.openxmlformats.org/drawingml/2006/main" prst="rect">
            <a:avLst/>
          </a:prstGeom>
          <a:solidFill xmlns:a="http://schemas.openxmlformats.org/drawingml/2006/main">
            <a:srgbClr val="FFFFFF"/>
          </a:solidFill>
          <a:ln xmlns:a="http://schemas.openxmlformats.org/drawingml/2006/main" w="10160">
            <a:solidFill>
              <a:srgbClr val="161616"/>
            </a:solidFill>
            <a:prstDash val="solid"/>
          </a:ln>
        </p:spPr>
      </p:sp>
      <p:sp>
        <p:nvSpPr>
          <p:cNvPr id="79" name="Figure_2_Method-079">
            <a:extLst xmlns:a="http://schemas.openxmlformats.org/drawingml/2006/main">
              <a:ext uri="{FF2B5EF4-FFF2-40B4-BE49-F238E27FC236}">
                <a16:creationId xmlns:a16="http://schemas.microsoft.com/office/drawing/2014/main" id="{43FEBBFC-ACDF-4D45-8BA9-1513792F092F}"/>
              </a:ext>
            </a:extLst>
          </p:cNvPr>
          <p:cNvSpPr>
            <a:spLocks xmlns:a="http://schemas.openxmlformats.org/drawingml/2006/main" noGrp="1"/>
          </p:cNvSpPr>
          <p:nvPr/>
        </p:nvSpPr>
        <p:spPr>
          <a:xfrm xmlns:a="http://schemas.openxmlformats.org/drawingml/2006/main">
            <a:off x="4533900" y="264541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i2</a:t>
            </a:r>
          </a:p>
        </p:txBody>
      </p:sp>
      <p:sp>
        <p:nvSpPr>
          <p:cNvPr id="80" name="Figure_2_Method-080">
            <a:extLst xmlns:a="http://schemas.openxmlformats.org/drawingml/2006/main">
              <a:ext uri="{FF2B5EF4-FFF2-40B4-BE49-F238E27FC236}">
                <a16:creationId xmlns:a16="http://schemas.microsoft.com/office/drawing/2014/main" id="{A5DBD289-B755-4F51-9AF1-6968A9691313}"/>
              </a:ext>
            </a:extLst>
          </p:cNvPr>
          <p:cNvSpPr>
            <a:spLocks xmlns:a="http://schemas.openxmlformats.org/drawingml/2006/main" noGrp="1"/>
          </p:cNvSpPr>
          <p:nvPr/>
        </p:nvSpPr>
        <p:spPr>
          <a:xfrm xmlns:a="http://schemas.openxmlformats.org/drawingml/2006/main">
            <a:off x="4889500" y="2603500"/>
            <a:ext cx="317500" cy="203200"/>
          </a:xfrm>
          <a:prstGeom xmlns:a="http://schemas.openxmlformats.org/drawingml/2006/main" prst="rect">
            <a:avLst/>
          </a:prstGeom>
          <a:solidFill xmlns:a="http://schemas.openxmlformats.org/drawingml/2006/main">
            <a:srgbClr val="FFFFFF"/>
          </a:solidFill>
          <a:ln xmlns:a="http://schemas.openxmlformats.org/drawingml/2006/main" w="10160">
            <a:solidFill>
              <a:srgbClr val="161616"/>
            </a:solidFill>
            <a:prstDash val="solid"/>
          </a:ln>
        </p:spPr>
      </p:sp>
      <p:sp>
        <p:nvSpPr>
          <p:cNvPr id="81" name="Figure_2_Method-081">
            <a:extLst xmlns:a="http://schemas.openxmlformats.org/drawingml/2006/main">
              <a:ext uri="{FF2B5EF4-FFF2-40B4-BE49-F238E27FC236}">
                <a16:creationId xmlns:a16="http://schemas.microsoft.com/office/drawing/2014/main" id="{338653F7-3745-4392-8E94-9F86F3EEE948}"/>
              </a:ext>
            </a:extLst>
          </p:cNvPr>
          <p:cNvSpPr>
            <a:spLocks xmlns:a="http://schemas.openxmlformats.org/drawingml/2006/main" noGrp="1"/>
          </p:cNvSpPr>
          <p:nvPr/>
        </p:nvSpPr>
        <p:spPr>
          <a:xfrm xmlns:a="http://schemas.openxmlformats.org/drawingml/2006/main">
            <a:off x="4889500" y="264541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a:t>
            </a:r>
          </a:p>
        </p:txBody>
      </p:sp>
      <p:sp>
        <p:nvSpPr>
          <p:cNvPr id="82" name="Figure_2_Method-082">
            <a:extLst xmlns:a="http://schemas.openxmlformats.org/drawingml/2006/main">
              <a:ext uri="{FF2B5EF4-FFF2-40B4-BE49-F238E27FC236}">
                <a16:creationId xmlns:a16="http://schemas.microsoft.com/office/drawing/2014/main" id="{9898025E-5DD6-4CD3-8F5F-CE79FA5D3E5F}"/>
              </a:ext>
            </a:extLst>
          </p:cNvPr>
          <p:cNvSpPr>
            <a:spLocks xmlns:a="http://schemas.openxmlformats.org/drawingml/2006/main" noGrp="1"/>
          </p:cNvSpPr>
          <p:nvPr/>
        </p:nvSpPr>
        <p:spPr>
          <a:xfrm xmlns:a="http://schemas.openxmlformats.org/drawingml/2006/main">
            <a:off x="5245100" y="2603500"/>
            <a:ext cx="317500" cy="203200"/>
          </a:xfrm>
          <a:prstGeom xmlns:a="http://schemas.openxmlformats.org/drawingml/2006/main" prst="rect">
            <a:avLst/>
          </a:prstGeom>
          <a:solidFill xmlns:a="http://schemas.openxmlformats.org/drawingml/2006/main">
            <a:srgbClr val="FFFFFF"/>
          </a:solidFill>
          <a:ln xmlns:a="http://schemas.openxmlformats.org/drawingml/2006/main" w="10160">
            <a:solidFill>
              <a:srgbClr val="161616"/>
            </a:solidFill>
            <a:prstDash val="solid"/>
          </a:ln>
        </p:spPr>
      </p:sp>
      <p:sp>
        <p:nvSpPr>
          <p:cNvPr id="83" name="Figure_2_Method-083">
            <a:extLst xmlns:a="http://schemas.openxmlformats.org/drawingml/2006/main">
              <a:ext uri="{FF2B5EF4-FFF2-40B4-BE49-F238E27FC236}">
                <a16:creationId xmlns:a16="http://schemas.microsoft.com/office/drawing/2014/main" id="{125177F2-9295-45D1-BDDE-07145C8A597E}"/>
              </a:ext>
            </a:extLst>
          </p:cNvPr>
          <p:cNvSpPr>
            <a:spLocks xmlns:a="http://schemas.openxmlformats.org/drawingml/2006/main" noGrp="1"/>
          </p:cNvSpPr>
          <p:nvPr/>
        </p:nvSpPr>
        <p:spPr>
          <a:xfrm xmlns:a="http://schemas.openxmlformats.org/drawingml/2006/main">
            <a:off x="5245100" y="264541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in</a:t>
            </a:r>
          </a:p>
        </p:txBody>
      </p:sp>
      <p:sp>
        <p:nvSpPr>
          <p:cNvPr id="84" name="Figure_2_Method-084">
            <a:extLst xmlns:a="http://schemas.openxmlformats.org/drawingml/2006/main">
              <a:ext uri="{FF2B5EF4-FFF2-40B4-BE49-F238E27FC236}">
                <a16:creationId xmlns:a16="http://schemas.microsoft.com/office/drawing/2014/main" id="{4F845A9B-6143-4071-9726-995B2043C58C}"/>
              </a:ext>
            </a:extLst>
          </p:cNvPr>
          <p:cNvSpPr>
            <a:spLocks xmlns:a="http://schemas.openxmlformats.org/drawingml/2006/main" noGrp="1"/>
          </p:cNvSpPr>
          <p:nvPr/>
        </p:nvSpPr>
        <p:spPr>
          <a:xfrm xmlns:a="http://schemas.openxmlformats.org/drawingml/2006/main">
            <a:off x="4152900" y="2921000"/>
            <a:ext cx="15367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90" b="0">
                <a:solidFill>
                  <a:srgbClr val="161616"/>
                </a:solidFill>
                <a:latin typeface="DejaVu Sans"/>
                <a:ea typeface="DejaVu Sans"/>
                <a:cs typeface="DejaVu Sans"/>
              </a:defRPr>
            </a:defPPr>
            <a:lvl1pPr algn="l">
              <a:defRPr sz="690" b="0">
                <a:solidFill>
                  <a:srgbClr val="161616"/>
                </a:solidFill>
                <a:latin typeface="DejaVu Sans"/>
                <a:ea typeface="DejaVu Sans"/>
                <a:cs typeface="DejaVu Sans"/>
              </a:defRPr>
            </a:lvl1pPr>
            <a:lvl2pPr algn="l">
              <a:defRPr sz="690" b="0">
                <a:solidFill>
                  <a:srgbClr val="161616"/>
                </a:solidFill>
                <a:latin typeface="DejaVu Sans"/>
                <a:ea typeface="DejaVu Sans"/>
                <a:cs typeface="DejaVu Sans"/>
              </a:defRPr>
            </a:lvl2pPr>
            <a:lvl3pPr algn="l">
              <a:defRPr sz="690" b="0">
                <a:solidFill>
                  <a:srgbClr val="161616"/>
                </a:solidFill>
                <a:latin typeface="DejaVu Sans"/>
                <a:ea typeface="DejaVu Sans"/>
                <a:cs typeface="DejaVu Sans"/>
              </a:defRPr>
            </a:lvl3pPr>
            <a:lvl4pPr algn="l">
              <a:defRPr sz="690" b="0">
                <a:solidFill>
                  <a:srgbClr val="161616"/>
                </a:solidFill>
                <a:latin typeface="DejaVu Sans"/>
                <a:ea typeface="DejaVu Sans"/>
                <a:cs typeface="DejaVu Sans"/>
              </a:defRPr>
            </a:lvl4pPr>
            <a:lvl5pPr algn="l">
              <a:defRPr sz="690" b="0">
                <a:solidFill>
                  <a:srgbClr val="161616"/>
                </a:solidFill>
                <a:latin typeface="DejaVu Sans"/>
                <a:ea typeface="DejaVu Sans"/>
                <a:cs typeface="DejaVu Sans"/>
              </a:defRPr>
            </a:lvl5pPr>
            <a:lvl6pPr algn="l">
              <a:defRPr sz="690" b="0">
                <a:solidFill>
                  <a:srgbClr val="161616"/>
                </a:solidFill>
                <a:latin typeface="DejaVu Sans"/>
                <a:ea typeface="DejaVu Sans"/>
                <a:cs typeface="DejaVu Sans"/>
              </a:defRPr>
            </a:lvl6pPr>
            <a:lvl7pPr algn="l">
              <a:defRPr sz="690" b="0">
                <a:solidFill>
                  <a:srgbClr val="161616"/>
                </a:solidFill>
                <a:latin typeface="DejaVu Sans"/>
                <a:ea typeface="DejaVu Sans"/>
                <a:cs typeface="DejaVu Sans"/>
              </a:defRPr>
            </a:lvl7pPr>
            <a:lvl8pPr algn="l">
              <a:defRPr sz="690" b="0">
                <a:solidFill>
                  <a:srgbClr val="161616"/>
                </a:solidFill>
                <a:latin typeface="DejaVu Sans"/>
                <a:ea typeface="DejaVu Sans"/>
                <a:cs typeface="DejaVu Sans"/>
              </a:defRPr>
            </a:lvl8pPr>
            <a:lvl9pPr algn="l">
              <a:defRPr sz="690" b="0">
                <a:solidFill>
                  <a:srgbClr val="161616"/>
                </a:solidFill>
                <a:latin typeface="DejaVu Sans"/>
                <a:ea typeface="DejaVu Sans"/>
                <a:cs typeface="DejaVu Sans"/>
              </a:defRPr>
            </a:lvl9pPr>
          </a:lstStyle>
          <a:p xmlns:a="http://schemas.openxmlformats.org/drawingml/2006/main">
            <a:pPr algn="l">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Keep feasible additions</a:t>
            </a:r>
          </a:p>
        </p:txBody>
      </p:sp>
      <p:sp>
        <p:nvSpPr>
          <p:cNvPr id="85" name="Figure_2_Method-085">
            <a:extLst xmlns:a="http://schemas.openxmlformats.org/drawingml/2006/main">
              <a:ext uri="{FF2B5EF4-FFF2-40B4-BE49-F238E27FC236}">
                <a16:creationId xmlns:a16="http://schemas.microsoft.com/office/drawing/2014/main" id="{335190CE-FA93-4395-96A2-E35972BCB075}"/>
              </a:ext>
            </a:extLst>
          </p:cNvPr>
          <p:cNvSpPr>
            <a:spLocks xmlns:a="http://schemas.openxmlformats.org/drawingml/2006/main" noGrp="1"/>
          </p:cNvSpPr>
          <p:nvPr/>
        </p:nvSpPr>
        <p:spPr>
          <a:xfrm xmlns:a="http://schemas.openxmlformats.org/drawingml/2006/main">
            <a:off x="4152900" y="3124200"/>
            <a:ext cx="15367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80" b="0">
                <a:solidFill>
                  <a:srgbClr val="161616"/>
                </a:solidFill>
                <a:latin typeface="DejaVu Sans"/>
                <a:ea typeface="DejaVu Sans"/>
                <a:cs typeface="DejaVu Sans"/>
              </a:defRPr>
            </a:defPPr>
            <a:lvl1pPr algn="l">
              <a:defRPr sz="680" b="0">
                <a:solidFill>
                  <a:srgbClr val="161616"/>
                </a:solidFill>
                <a:latin typeface="DejaVu Sans"/>
                <a:ea typeface="DejaVu Sans"/>
                <a:cs typeface="DejaVu Sans"/>
              </a:defRPr>
            </a:lvl1pPr>
            <a:lvl2pPr algn="l">
              <a:defRPr sz="680" b="0">
                <a:solidFill>
                  <a:srgbClr val="161616"/>
                </a:solidFill>
                <a:latin typeface="DejaVu Sans"/>
                <a:ea typeface="DejaVu Sans"/>
                <a:cs typeface="DejaVu Sans"/>
              </a:defRPr>
            </a:lvl2pPr>
            <a:lvl3pPr algn="l">
              <a:defRPr sz="680" b="0">
                <a:solidFill>
                  <a:srgbClr val="161616"/>
                </a:solidFill>
                <a:latin typeface="DejaVu Sans"/>
                <a:ea typeface="DejaVu Sans"/>
                <a:cs typeface="DejaVu Sans"/>
              </a:defRPr>
            </a:lvl3pPr>
            <a:lvl4pPr algn="l">
              <a:defRPr sz="680" b="0">
                <a:solidFill>
                  <a:srgbClr val="161616"/>
                </a:solidFill>
                <a:latin typeface="DejaVu Sans"/>
                <a:ea typeface="DejaVu Sans"/>
                <a:cs typeface="DejaVu Sans"/>
              </a:defRPr>
            </a:lvl4pPr>
            <a:lvl5pPr algn="l">
              <a:defRPr sz="680" b="0">
                <a:solidFill>
                  <a:srgbClr val="161616"/>
                </a:solidFill>
                <a:latin typeface="DejaVu Sans"/>
                <a:ea typeface="DejaVu Sans"/>
                <a:cs typeface="DejaVu Sans"/>
              </a:defRPr>
            </a:lvl5pPr>
            <a:lvl6pPr algn="l">
              <a:defRPr sz="680" b="0">
                <a:solidFill>
                  <a:srgbClr val="161616"/>
                </a:solidFill>
                <a:latin typeface="DejaVu Sans"/>
                <a:ea typeface="DejaVu Sans"/>
                <a:cs typeface="DejaVu Sans"/>
              </a:defRPr>
            </a:lvl6pPr>
            <a:lvl7pPr algn="l">
              <a:defRPr sz="680" b="0">
                <a:solidFill>
                  <a:srgbClr val="161616"/>
                </a:solidFill>
                <a:latin typeface="DejaVu Sans"/>
                <a:ea typeface="DejaVu Sans"/>
                <a:cs typeface="DejaVu Sans"/>
              </a:defRPr>
            </a:lvl7pPr>
            <a:lvl8pPr algn="l">
              <a:defRPr sz="680" b="0">
                <a:solidFill>
                  <a:srgbClr val="161616"/>
                </a:solidFill>
                <a:latin typeface="DejaVu Sans"/>
                <a:ea typeface="DejaVu Sans"/>
                <a:cs typeface="DejaVu Sans"/>
              </a:defRPr>
            </a:lvl8pPr>
            <a:lvl9pPr algn="l">
              <a:defRPr sz="680" b="0">
                <a:solidFill>
                  <a:srgbClr val="161616"/>
                </a:solidFill>
                <a:latin typeface="DejaVu Sans"/>
                <a:ea typeface="DejaVu Sans"/>
                <a:cs typeface="DejaVu Sans"/>
              </a:defRPr>
            </a:lvl9pPr>
          </a:lstStyle>
          <a:p xmlns:a="http://schemas.openxmlformats.org/drawingml/2006/main">
            <a:pPr algn="l">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Select by lexicographic rank</a:t>
            </a:r>
          </a:p>
        </p:txBody>
      </p:sp>
      <mc:AlternateContent xmlns:mc="http://schemas.openxmlformats.org/markup-compatibility/2006" xmlns:a14="http://schemas.microsoft.com/office/drawing/2010/main" xmlns:m="http://schemas.openxmlformats.org/officeDocument/2006/math">
        <mc:Choice Requires="a14">
          <p:sp>
            <p:nvSpPr>
              <p:cNvPr id="86" name="Figure_2_Method-086">
                <a:extLst xmlns:a="http://schemas.openxmlformats.org/drawingml/2006/main">
                  <a:ext uri="{FF2B5EF4-FFF2-40B4-BE49-F238E27FC236}">
                    <a16:creationId xmlns:a16="http://schemas.microsoft.com/office/drawing/2014/main" id="{EEE9E0AD-8DAB-4118-9F28-330593B6382C}"/>
                  </a:ext>
                </a:extLst>
              </p:cNvPr>
              <p:cNvSpPr>
                <a:spLocks xmlns:a="http://schemas.openxmlformats.org/drawingml/2006/main" noGrp="1"/>
              </p:cNvSpPr>
              <p:nvPr/>
            </p:nvSpPr>
            <p:spPr>
              <a:xfrm xmlns:a="http://schemas.openxmlformats.org/drawingml/2006/main">
                <a:off x="4152900" y="3251200"/>
                <a:ext cx="1536700" cy="222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850" b="0">
                    <a:solidFill>
                      <a:srgbClr val="161616"/>
                    </a:solidFill>
                    <a:latin typeface="Latin Modern Math"/>
                    <a:ea typeface="Latin Modern Math"/>
                    <a:cs typeface="Latin Modern Math"/>
                  </a:defRPr>
                </a:defPPr>
                <a:lvl1pPr algn="ctr">
                  <a:defRPr sz="850" b="0">
                    <a:solidFill>
                      <a:srgbClr val="161616"/>
                    </a:solidFill>
                    <a:latin typeface="Latin Modern Math"/>
                    <a:ea typeface="Latin Modern Math"/>
                    <a:cs typeface="Latin Modern Math"/>
                  </a:defRPr>
                </a:lvl1pPr>
                <a:lvl2pPr algn="ctr">
                  <a:defRPr sz="850" b="0">
                    <a:solidFill>
                      <a:srgbClr val="161616"/>
                    </a:solidFill>
                    <a:latin typeface="Latin Modern Math"/>
                    <a:ea typeface="Latin Modern Math"/>
                    <a:cs typeface="Latin Modern Math"/>
                  </a:defRPr>
                </a:lvl2pPr>
                <a:lvl3pPr algn="ctr">
                  <a:defRPr sz="850" b="0">
                    <a:solidFill>
                      <a:srgbClr val="161616"/>
                    </a:solidFill>
                    <a:latin typeface="Latin Modern Math"/>
                    <a:ea typeface="Latin Modern Math"/>
                    <a:cs typeface="Latin Modern Math"/>
                  </a:defRPr>
                </a:lvl3pPr>
                <a:lvl4pPr algn="ctr">
                  <a:defRPr sz="850" b="0">
                    <a:solidFill>
                      <a:srgbClr val="161616"/>
                    </a:solidFill>
                    <a:latin typeface="Latin Modern Math"/>
                    <a:ea typeface="Latin Modern Math"/>
                    <a:cs typeface="Latin Modern Math"/>
                  </a:defRPr>
                </a:lvl4pPr>
                <a:lvl5pPr algn="ctr">
                  <a:defRPr sz="850" b="0">
                    <a:solidFill>
                      <a:srgbClr val="161616"/>
                    </a:solidFill>
                    <a:latin typeface="Latin Modern Math"/>
                    <a:ea typeface="Latin Modern Math"/>
                    <a:cs typeface="Latin Modern Math"/>
                  </a:defRPr>
                </a:lvl5pPr>
                <a:lvl6pPr algn="ctr">
                  <a:defRPr sz="850" b="0">
                    <a:solidFill>
                      <a:srgbClr val="161616"/>
                    </a:solidFill>
                    <a:latin typeface="Latin Modern Math"/>
                    <a:ea typeface="Latin Modern Math"/>
                    <a:cs typeface="Latin Modern Math"/>
                  </a:defRPr>
                </a:lvl6pPr>
                <a:lvl7pPr algn="ctr">
                  <a:defRPr sz="850" b="0">
                    <a:solidFill>
                      <a:srgbClr val="161616"/>
                    </a:solidFill>
                    <a:latin typeface="Latin Modern Math"/>
                    <a:ea typeface="Latin Modern Math"/>
                    <a:cs typeface="Latin Modern Math"/>
                  </a:defRPr>
                </a:lvl7pPr>
                <a:lvl8pPr algn="ctr">
                  <a:defRPr sz="850" b="0">
                    <a:solidFill>
                      <a:srgbClr val="161616"/>
                    </a:solidFill>
                    <a:latin typeface="Latin Modern Math"/>
                    <a:ea typeface="Latin Modern Math"/>
                    <a:cs typeface="Latin Modern Math"/>
                  </a:defRPr>
                </a:lvl8pPr>
                <a:lvl9pPr algn="ctr">
                  <a:defRPr sz="850" b="0">
                    <a:solidFill>
                      <a:srgbClr val="161616"/>
                    </a:solidFill>
                    <a:latin typeface="Latin Modern Math"/>
                    <a:ea typeface="Latin Modern Math"/>
                    <a:cs typeface="Latin Modern Math"/>
                  </a:defRPr>
                </a:lvl9pPr>
              </a:lstStyle>
              <ns0:p xmlns:ns0="http://schemas.openxmlformats.org/drawingml/2006/main">
                <ns0:pPr algn="ctr">
                  <ns0:buNone/>
                </ns0:pPr>
                <a14:m>
                  <m:oMathPara>
                    <m:oMathParaPr>
                      <m:jc m:val="center"/>
                    </m:oMathParaPr>
                    <m:oMath>
                      <m:r>
                        <m:rPr>
                          <m:sty m:val="i"/>
                        </m:rPr>
                        <ns0:rPr lang="en-US" sz="850" b="0" i="0">
                          <ns0:solidFill>
                            <ns0:srgbClr val="161616"/>
                          </ns0:solidFill>
                          <ns0:latin typeface="Latin Modern Math"/>
                        </ns0:rPr>
                        <m:t>(</m:t>
                      </m:r>
                      <m:r>
                        <m:rPr>
                          <m:sty m:val="i"/>
                        </m:rPr>
                        <ns0:rPr lang="en-US" sz="850" b="0" i="0">
                          <ns0:solidFill>
                            <ns0:srgbClr val="161616"/>
                          </ns0:solidFill>
                          <ns0:latin typeface="Latin Modern Math"/>
                        </ns0:rPr>
                        <m:t>K</m:t>
                      </m:r>
                      <m:r>
                        <m:rPr>
                          <m:sty m:val="i"/>
                        </m:rPr>
                        <ns0:rPr lang="en-US" sz="850" b="0" i="0">
                          <ns0:solidFill>
                            <ns0:srgbClr val="161616"/>
                          </ns0:solidFill>
                          <ns0:latin typeface="Latin Modern Math"/>
                        </ns0:rPr>
                        <m:t>,</m:t>
                      </m:r>
                      <m:r>
                        <m:rPr>
                          <m:sty m:val="i"/>
                        </m:rPr>
                        <ns0:rPr lang="en-US" sz="850" b="0" i="0">
                          <ns0:solidFill>
                            <ns0:srgbClr val="161616"/>
                          </ns0:solidFill>
                          <ns0:latin typeface="Latin Modern Math"/>
                        </ns0:rPr>
                        <m:t>H</m:t>
                      </m:r>
                      <m:r>
                        <m:rPr>
                          <m:sty m:val="i"/>
                        </m:rPr>
                        <ns0:rPr lang="en-US" sz="850" b="0" i="0">
                          <ns0:solidFill>
                            <ns0:srgbClr val="161616"/>
                          </ns0:solidFill>
                          <ns0:latin typeface="Latin Modern Math"/>
                        </ns0:rPr>
                        <m:t>,</m:t>
                      </m:r>
                      <m:sSub>
                        <m:sSubPr>
                          <m:ctrlPr>
                            <ns0:rPr lang="en-US" sz="850" b="0" i="0">
                              <ns0:solidFill>
                                <ns0:srgbClr val="161616"/>
                              </ns0:solidFill>
                              <ns0:latin typeface="Latin Modern Math"/>
                            </ns0:rPr>
                          </m:ctrlPr>
                        </m:sSubPr>
                        <m:e>
                          <m:r>
                            <m:rPr>
                              <m:sty m:val="i"/>
                            </m:rPr>
                            <ns0:rPr lang="en-US" sz="850" b="0" i="0">
                              <ns0:solidFill>
                                <ns0:srgbClr val="161616"/>
                              </ns0:solidFill>
                              <ns0:latin typeface="Latin Modern Math"/>
                            </ns0:rPr>
                            <m:t>R</m:t>
                          </m:r>
                        </m:e>
                        <m:sub>
                          <m:r>
                            <m:rPr>
                              <m:sty m:val="i"/>
                            </m:rPr>
                            <ns0:rPr lang="en-US" sz="850" b="0" i="0">
                              <ns0:solidFill>
                                <ns0:srgbClr val="161616"/>
                              </ns0:solidFill>
                              <ns0:latin typeface="Latin Modern Math"/>
                            </ns0:rPr>
                            <m:t>π</m:t>
                          </m:r>
                        </m:sub>
                      </m:sSub>
                      <m:r>
                        <m:rPr>
                          <m:sty m:val="i"/>
                        </m:rPr>
                        <ns0:rPr lang="en-US" sz="850" b="0" i="0">
                          <ns0:solidFill>
                            <ns0:srgbClr val="161616"/>
                          </ns0:solidFill>
                          <ns0:latin typeface="Latin Modern Math"/>
                        </ns0:rPr>
                        <m:t>,</m:t>
                      </m:r>
                      <m:r>
                        <m:rPr>
                          <m:sty m:val="i"/>
                        </m:rPr>
                        <ns0:rPr lang="en-US" sz="850" b="0" i="0">
                          <ns0:solidFill>
                            <ns0:srgbClr val="161616"/>
                          </ns0:solidFill>
                          <ns0:latin typeface="Latin Modern Math"/>
                        </ns0:rPr>
                        <m:t>−</m:t>
                      </m:r>
                      <m:r>
                        <m:rPr>
                          <m:sty m:val="i"/>
                        </m:rPr>
                        <ns0:rPr lang="en-US" sz="850" b="0" i="0">
                          <ns0:solidFill>
                            <ns0:srgbClr val="161616"/>
                          </ns0:solidFill>
                          <ns0:latin typeface="Latin Modern Math"/>
                        </ns0:rPr>
                        <m:t>C</m:t>
                      </m:r>
                      <m:r>
                        <m:rPr>
                          <m:sty m:val="i"/>
                        </m:rPr>
                        <ns0:rPr lang="en-US" sz="850" b="0" i="0">
                          <ns0:solidFill>
                            <ns0:srgbClr val="161616"/>
                          </ns0:solidFill>
                          <ns0:latin typeface="Latin Modern Math"/>
                        </ns0:rPr>
                        <m:t>)</m:t>
                      </m:r>
                    </m:oMath>
                  </m:oMathPara>
                </a14:m>
                <ns0:endParaRPr lang="en-US" sz="850">
                  <ns0:latin typeface="Latin Modern Math"/>
                </ns0:endParaRPr>
              </ns0:p>
            </p:txBody>
          </p:sp>
        </mc:Choice>
        <mc:Fallback>
          <p:sp>
            <p:nvSpPr>
              <p:cNvPr id="86" name="Figure_2_Method-086" descr="Vector display fallback for the editable Office Math equation: (K,H,R_\pi,-C)">
                <a:extLst xmlns:a="http://schemas.openxmlformats.org/drawingml/2006/main">
                  <a:ext uri="{FF2B5EF4-FFF2-40B4-BE49-F238E27FC236}">
                    <a16:creationId xmlns:a16="http://schemas.microsoft.com/office/drawing/2014/main" id="{EEE9E0AD-8DAB-4118-9F28-330593B6382C}"/>
                  </a:ext>
                </a:extLst>
              </p:cNvPr>
              <p:cNvSpPr>
                <a:spLocks xmlns:a="http://schemas.openxmlformats.org/drawingml/2006/main" noGrp="1"/>
              </p:cNvSpPr>
              <p:nvPr/>
            </p:nvSpPr>
            <p:spPr>
              <a:xfrm xmlns:a="http://schemas.openxmlformats.org/drawingml/2006/main">
                <a:off x="4152900" y="3251200"/>
                <a:ext cx="1536700" cy="222250"/>
              </a:xfrm>
              <ns0:custGeom xmlns:ns0="http://schemas.openxmlformats.org/drawingml/2006/main">
                <ns0:avLst/>
                <ns0:gdLst/>
                <ns0:ahLst/>
                <ns0:cxnLst/>
                <ns0:rect l="l" t="t" r="r" b="b"/>
                <ns0:pathLst>
                  <ns0:path w="1536700" h="222250" fill="norm" stroke="0" extrusionOk="0">
                    <ns0:moveTo>
                      <ns0:pt x="477324" y="151715"/>
                    </ns0:moveTo>
                    <ns0:lnTo>
                      <ns0:pt x="476025" y="153453"/>
                    </ns0:lnTo>
                    <ns0:quadBezTo>
                      <ns0:pt x="463492" y="146318"/>
                      <ns0:pt x="456577" y="133802"/>
                    </ns0:quadBezTo>
                    <ns0:quadBezTo>
                      <ns0:pt x="449678" y="121287"/>
                      <ns0:pt x="449678" y="107135"/>
                    </ns0:quadBezTo>
                    <ns0:quadBezTo>
                      <ns0:pt x="449678" y="77230"/>
                      <ns0:pt x="476345" y="61375"/>
                    </ns0:quadBezTo>
                    <ns0:lnTo>
                      <ns0:pt x="477324" y="63095"/>
                    </ns0:lnTo>
                    <ns0:quadBezTo>
                      <ns0:pt x="466309" y="72490"/>
                      <ns0:pt x="462632" y="81615"/>
                    </ns0:quadBezTo>
                    <ns0:quadBezTo>
                      <ns0:pt x="458972" y="90724"/>
                      <ns0:pt x="458972" y="106815"/>
                    </ns0:quadBezTo>
                    <ns0:quadBezTo>
                      <ns0:pt x="458972" y="122788"/>
                      <ns0:pt x="462750" y="132723"/>
                    </ns0:quadBezTo>
                    <ns0:quadBezTo>
                      <ns0:pt x="466529" y="142658"/>
                      <ns0:pt x="477324" y="151715"/>
                    </ns0:quadBezTo>
                    <ns0:close/>
                    <ns0:moveTo>
                      <ns0:pt x="558390" y="63854"/>
                    </ns0:moveTo>
                    <ns0:lnTo>
                      <ns0:pt x="558390" y="65575"/>
                    </ns0:lnTo>
                    <ns0:quadBezTo>
                      <ns0:pt x="555371" y="65575"/>
                      <ns0:pt x="550075" y="69572"/>
                    </ns0:quadBezTo>
                    <ns0:lnTo>
                      <ns0:pt x="517909" y="93861"/>
                    </ns0:lnTo>
                    <ns0:lnTo>
                      <ns0:pt x="536041" y="125487"/>
                    </ns0:lnTo>
                    <ns0:quadBezTo>
                      <ns0:pt x="538521" y="129805"/>
                      <ns0:pt x="540359" y="130952"/>
                    </ns0:quadBezTo>
                    <ns0:quadBezTo>
                      <ns0:pt x="542198" y="132082"/>
                      <ns0:pt x="547275" y="132622"/>
                    </ns0:quadBezTo>
                    <ns0:lnTo>
                      <ns0:pt x="547275" y="134342"/>
                    </ns0:lnTo>
                    <ns0:lnTo>
                      <ns0:pt x="517589" y="134342"/>
                    </ns0:lnTo>
                    <ns0:lnTo>
                      <ns0:pt x="517589" y="132622"/>
                    </ns0:lnTo>
                    <ns0:lnTo>
                      <ns0:pt x="520709" y="132284"/>
                    </ns0:lnTo>
                    <ns0:quadBezTo>
                      <ns0:pt x="525685" y="131863"/>
                      <ns0:pt x="525685" y="128843"/>
                    </ns0:quadBezTo>
                    <ns0:quadBezTo>
                      <ns0:pt x="525685" y="128186"/>
                      <ns0:pt x="525516" y="127444"/>
                    </ns0:quadBezTo>
                    <ns0:quadBezTo>
                      <ns0:pt x="525348" y="126684"/>
                      <ns0:pt x="524808" y="125656"/>
                    </ns0:quadBezTo>
                    <ns0:quadBezTo>
                      <ns0:pt x="524268" y="124627"/>
                      <ns0:pt x="523948" y="124036"/>
                    </ns0:quadBezTo>
                    <ns0:quadBezTo>
                      <ns0:pt x="523627" y="123446"/>
                      <ns0:pt x="522767" y="121928"/>
                    </ns0:quadBezTo>
                    <ns0:quadBezTo>
                      <ns0:pt x="521907" y="120410"/>
                      <ns0:pt x="521687" y="119988"/>
                    </ns0:quadBezTo>
                    <ns0:lnTo>
                      <ns0:pt x="508413" y="96779"/>
                    </ns0:lnTo>
                    <ns0:lnTo>
                      <ns0:pt x="501396" y="122366"/>
                    </ns0:lnTo>
                    <ns0:quadBezTo>
                      <ns0:pt x="500199" y="126465"/>
                      <ns0:pt x="500199" y="127865"/>
                    </ns0:quadBezTo>
                    <ns0:quadBezTo>
                      <ns0:pt x="500199" y="130345"/>
                      <ns0:pt x="501767" y="131272"/>
                    </ns0:quadBezTo>
                    <ns0:quadBezTo>
                      <ns0:pt x="503336" y="132183"/>
                      <ns0:pt x="507873" y="132622"/>
                    </ns0:quadBezTo>
                    <ns0:lnTo>
                      <ns0:pt x="507873" y="134342"/>
                    </ns0:lnTo>
                    <ns0:lnTo>
                      <ns0:pt x="481206" y="134342"/>
                    </ns0:lnTo>
                    <ns0:lnTo>
                      <ns0:pt x="481206" y="132622"/>
                    </ns0:lnTo>
                    <ns0:quadBezTo>
                      <ns0:pt x="485845" y="132082"/>
                      <ns0:pt x="487245" y="130783"/>
                    </ns0:quadBezTo>
                    <ns0:quadBezTo>
                      <ns0:pt x="488645" y="129484"/>
                      <ns0:pt x="489943" y="124947"/>
                    </ns0:quadBezTo>
                    <ns0:lnTo>
                      <ns0:pt x="503336" y="76909"/>
                    </ns0:lnTo>
                    <ns0:quadBezTo>
                      <ns0:pt x="504837" y="71512"/>
                      <ns0:pt x="504837" y="70213"/>
                    </ns0:quadBezTo>
                    <ns0:quadBezTo>
                      <ns0:pt x="504837" y="67953"/>
                      <ns0:pt x="502999" y="66873"/>
                    </ns0:quadBezTo>
                    <ns0:quadBezTo>
                      <ns0:pt x="501177" y="65794"/>
                      <ns0:pt x="496319" y="65575"/>
                    </ns0:quadBezTo>
                    <ns0:lnTo>
                      <ns0:pt x="496319" y="63854"/>
                    </ns0:lnTo>
                    <ns0:lnTo>
                      <ns0:pt x="525466" y="63854"/>
                    </ns0:lnTo>
                    <ns0:lnTo>
                      <ns0:pt x="525466" y="65575"/>
                    </ns0:lnTo>
                    <ns0:quadBezTo>
                      <ns0:pt x="520928" y="65895"/>
                      <ns0:pt x="518449" y="67582"/>
                    </ns0:quadBezTo>
                    <ns0:quadBezTo>
                      <ns0:pt x="515970" y="69252"/>
                      <ns0:pt x="514772" y="73570"/>
                    </ns0:quadBezTo>
                    <ns0:lnTo>
                      <ns0:pt x="509054" y="94502"/>
                    </ns0:lnTo>
                    <ns0:lnTo>
                      <ns0:pt x="525567" y="82745"/>
                    </ns0:lnTo>
                    <ns0:quadBezTo>
                      <ns0:pt x="541000" y="71832"/>
                      <ns0:pt x="541000" y="67953"/>
                    </ns0:quadBezTo>
                    <ns0:quadBezTo>
                      <ns0:pt x="541000" y="66334"/>
                      <ns0:pt x="537121" y="65895"/>
                    </ns0:quadBezTo>
                    <ns0:lnTo>
                      <ns0:pt x="534523" y="65575"/>
                    </ns0:lnTo>
                    <ns0:lnTo>
                      <ns0:pt x="534523" y="63854"/>
                    </ns0:lnTo>
                    <ns0:lnTo>
                      <ns0:pt x="558390" y="63854"/>
                    </ns0:lnTo>
                    <ns0:close/>
                    <ns0:moveTo>
                      <ns0:pt x="561406" y="149556"/>
                    </ns0:moveTo>
                    <ns0:lnTo>
                      <ns0:pt x="560327" y="147515"/>
                    </ns0:lnTo>
                    <ns0:quadBezTo>
                      <ns0:pt x="569283" y="141460"/>
                      <ns0:pt x="569283" y="135961"/>
                    </ns0:quadBezTo>
                    <ns0:quadBezTo>
                      <ns0:pt x="569283" y="134561"/>
                      <ns0:pt x="567782" y="134561"/>
                    </ns0:quadBezTo>
                    <ns0:quadBezTo>
                      <ns0:pt x="567344" y="134561"/>
                      <ns0:pt x="566315" y="134764"/>
                    </ns0:quadBezTo>
                    <ns0:quadBezTo>
                      <ns0:pt x="565303" y="134983"/>
                      <ns0:pt x="564645" y="134983"/>
                    </ns0:quadBezTo>
                    <ns0:quadBezTo>
                      <ns0:pt x="558387" y="134983"/>
                      <ns0:pt x="558387" y="129484"/>
                    </ns0:quadBezTo>
                    <ns0:quadBezTo>
                      <ns0:pt x="558387" y="126684"/>
                      <ns0:pt x="560158" y="125015"/>
                    </ns0:quadBezTo>
                    <ns0:quadBezTo>
                      <ns0:pt x="561946" y="123328"/>
                      <ns0:pt x="564864" y="123328"/>
                    </ns0:quadBezTo>
                    <ns0:quadBezTo>
                      <ns0:pt x="568541" y="123328"/>
                      <ns0:pt x="571021" y="125976"/>
                    </ns0:quadBezTo>
                    <ns0:quadBezTo>
                      <ns0:pt x="573500" y="128624"/>
                      <ns0:pt x="573500" y="132723"/>
                    </ns0:quadBezTo>
                    <ns0:quadBezTo>
                      <ns0:pt x="573500" y="137682"/>
                      <ns0:pt x="570211" y="142320"/>
                    </ns0:quadBezTo>
                    <ns0:quadBezTo>
                      <ns0:pt x="566922" y="146976"/>
                      <ns0:pt x="561406" y="149556"/>
                    </ns0:quadBezTo>
                    <ns0:close/>
                    <ns0:moveTo>
                      <ns0:pt x="678046" y="63854"/>
                    </ns0:moveTo>
                    <ns0:lnTo>
                      <ns0:pt x="678046" y="65575"/>
                    </ns0:lnTo>
                    <ns0:quadBezTo>
                      <ns0:pt x="673289" y="66435"/>
                      <ns0:pt x="671771" y="67734"/>
                    </ns0:quadBezTo>
                    <ns0:quadBezTo>
                      <ns0:pt x="670270" y="69032"/>
                      <ns0:pt x="668971" y="73570"/>
                    </ns0:quadBezTo>
                    <ns0:lnTo>
                      <ns0:pt x="654718" y="125487"/>
                    </ns0:lnTo>
                    <ns0:quadBezTo>
                      <ns0:pt x="654398" y="126786"/>
                      <ns0:pt x="654398" y="128084"/>
                    </ns0:quadBezTo>
                    <ns0:quadBezTo>
                      <ns0:pt x="654398" y="130345"/>
                      <ns0:pt x="656017" y="131222"/>
                    </ns0:quadBezTo>
                    <ns0:quadBezTo>
                      <ns0:pt x="657636" y="132082"/>
                      <ns0:pt x="662933" y="132622"/>
                    </ns0:quadBezTo>
                    <ns0:lnTo>
                      <ns0:pt x="662933" y="134342"/>
                    </ns0:lnTo>
                    <ns0:lnTo>
                      <ns0:pt x="633348" y="134342"/>
                    </ns0:lnTo>
                    <ns0:lnTo>
                      <ns0:pt x="633348" y="132622"/>
                    </ns0:lnTo>
                    <ns0:quadBezTo>
                      <ns0:pt x="638846" y="132183"/>
                      <ns0:pt x="641056" y="130345"/>
                    </ns0:quadBezTo>
                    <ns0:quadBezTo>
                      <ns0:pt x="643282" y="128506"/>
                      <ns0:pt x="644362" y="124306"/>
                    </ns0:quadBezTo>
                    <ns0:lnTo>
                      <ns0:pt x="651260" y="99157"/>
                    </ns0:lnTo>
                    <ns0:lnTo>
                      <ns0:pt x="620495" y="99157"/>
                    </ns0:lnTo>
                    <ns0:lnTo>
                      <ns0:pt x="613377" y="125487"/>
                    </ns0:lnTo>
                    <ns0:quadBezTo>
                      <ns0:pt x="613056" y="126566"/>
                      <ns0:pt x="613056" y="127865"/>
                    </ns0:quadBezTo>
                    <ns0:quadBezTo>
                      <ns0:pt x="613056" y="130243"/>
                      <ns0:pt x="614406" y="131104"/>
                    </ns0:quadBezTo>
                    <ns0:quadBezTo>
                      <ns0:pt x="615755" y="131964"/>
                      <ns0:pt x="620613" y="132622"/>
                    </ns0:quadBezTo>
                    <ns0:lnTo>
                      <ns0:pt x="620613" y="134342"/>
                    </ns0:lnTo>
                    <ns0:lnTo>
                      <ns0:pt x="594165" y="134342"/>
                    </ns0:lnTo>
                    <ns0:lnTo>
                      <ns0:pt x="594165" y="132622"/>
                    </ns0:lnTo>
                    <ns0:quadBezTo>
                      <ns0:pt x="598584" y="132183"/>
                      <ns0:pt x="600254" y="130463"/>
                    </ns0:quadBezTo>
                    <ns0:quadBezTo>
                      <ns0:pt x="601941" y="128725"/>
                      <ns0:pt x="603442" y="123328"/>
                    </ns0:quadBezTo>
                    <ns0:lnTo>
                      <ns0:pt x="616177" y="76909"/>
                    </ns0:lnTo>
                    <ns0:quadBezTo>
                      <ns0:pt x="617475" y="71950"/>
                      <ns0:pt x="617475" y="70011"/>
                    </ns0:quadBezTo>
                    <ns0:quadBezTo>
                      <ns0:pt x="617475" y="67734"/>
                      <ns0:pt x="615907" y="66924"/>
                    </ns0:quadBezTo>
                    <ns0:quadBezTo>
                      <ns0:pt x="614355" y="66114"/>
                      <ns0:pt x="609160" y="65575"/>
                    </ns0:quadBezTo>
                    <ns0:lnTo>
                      <ns0:pt x="609160" y="63854"/>
                    </ns0:lnTo>
                    <ns0:lnTo>
                      <ns0:pt x="638425" y="63854"/>
                    </ns0:lnTo>
                    <ns0:lnTo>
                      <ns0:pt x="638425" y="65575"/>
                    </ns0:lnTo>
                    <ns0:quadBezTo>
                      <ns0:pt x="633567" y="65895"/>
                      <ns0:pt x="631138" y="67632"/>
                    </ns0:quadBezTo>
                    <ns0:quadBezTo>
                      <ns0:pt x="628709" y="69353"/>
                      <ns0:pt x="627630" y="73249"/>
                    </ns0:quadBezTo>
                    <ns0:lnTo>
                      <ns0:pt x="621793" y="94620"/>
                    </ns0:lnTo>
                    <ns0:lnTo>
                      <ns0:pt x="652559" y="94620"/>
                    </ns0:lnTo>
                    <ns0:lnTo>
                      <ns0:pt x="657535" y="76909"/>
                    </ns0:lnTo>
                    <ns0:quadBezTo>
                      <ns0:pt x="659036" y="71293"/>
                      <ns0:pt x="659036" y="70112"/>
                    </ns0:quadBezTo>
                    <ns0:quadBezTo>
                      <ns0:pt x="659036" y="68054"/>
                      <ns0:pt x="657299" y="66975"/>
                    </ns0:quadBezTo>
                    <ns0:quadBezTo>
                      <ns0:pt x="655578" y="65895"/>
                      <ns0:pt x="651260" y="65575"/>
                    </ns0:quadBezTo>
                    <ns0:lnTo>
                      <ns0:pt x="651260" y="63854"/>
                    </ns0:lnTo>
                    <ns0:lnTo>
                      <ns0:pt x="678046" y="63854"/>
                    </ns0:lnTo>
                    <ns0:close/>
                    <ns0:moveTo>
                      <ns0:pt x="681922" y="149556"/>
                    </ns0:moveTo>
                    <ns0:lnTo>
                      <ns0:pt x="680842" y="147515"/>
                    </ns0:lnTo>
                    <ns0:quadBezTo>
                      <ns0:pt x="689799" y="141460"/>
                      <ns0:pt x="689799" y="135961"/>
                    </ns0:quadBezTo>
                    <ns0:quadBezTo>
                      <ns0:pt x="689799" y="134561"/>
                      <ns0:pt x="688297" y="134561"/>
                    </ns0:quadBezTo>
                    <ns0:quadBezTo>
                      <ns0:pt x="687859" y="134561"/>
                      <ns0:pt x="686830" y="134764"/>
                    </ns0:quadBezTo>
                    <ns0:quadBezTo>
                      <ns0:pt x="685818" y="134983"/>
                      <ns0:pt x="685160" y="134983"/>
                    </ns0:quadBezTo>
                    <ns0:quadBezTo>
                      <ns0:pt x="678902" y="134983"/>
                      <ns0:pt x="678902" y="129484"/>
                    </ns0:quadBezTo>
                    <ns0:quadBezTo>
                      <ns0:pt x="678902" y="126684"/>
                      <ns0:pt x="680673" y="125015"/>
                    </ns0:quadBezTo>
                    <ns0:quadBezTo>
                      <ns0:pt x="682461" y="123328"/>
                      <ns0:pt x="685379" y="123328"/>
                    </ns0:quadBezTo>
                    <ns0:quadBezTo>
                      <ns0:pt x="689056" y="123328"/>
                      <ns0:pt x="691536" y="125976"/>
                    </ns0:quadBezTo>
                    <ns0:quadBezTo>
                      <ns0:pt x="694015" y="128624"/>
                      <ns0:pt x="694015" y="132723"/>
                    </ns0:quadBezTo>
                    <ns0:quadBezTo>
                      <ns0:pt x="694015" y="137682"/>
                      <ns0:pt x="690726" y="142320"/>
                    </ns0:quadBezTo>
                    <ns0:quadBezTo>
                      <ns0:pt x="687437" y="146976"/>
                      <ns0:pt x="681922" y="149556"/>
                    </ns0:quadBezTo>
                    <ns0:close/>
                    <ns0:moveTo>
                      <ns0:pt x="729793" y="63854"/>
                    </ns0:moveTo>
                    <ns0:lnTo>
                      <ns0:pt x="757000" y="63854"/>
                    </ns0:lnTo>
                    <ns0:quadBezTo>
                      <ns0:pt x="767458" y="63854"/>
                      <ns0:pt x="773226" y="67953"/>
                    </ns0:quadBezTo>
                    <ns0:quadBezTo>
                      <ns0:pt x="779012" y="72052"/>
                      <ns0:pt x="779012" y="79068"/>
                    </ns0:quadBezTo>
                    <ns0:quadBezTo>
                      <ns0:pt x="779012" y="87485"/>
                      <ns0:pt x="771894" y="92883"/>
                    </ns0:quadBezTo>
                    <ns0:quadBezTo>
                      <ns0:pt x="767677" y="96121"/>
                      <ns0:pt x="757742" y="98398"/>
                    </ns0:quadBezTo>
                    <ns0:lnTo>
                      <ns0:pt x="767357" y="123766"/>
                    </ns0:lnTo>
                    <ns0:quadBezTo>
                      <ns0:pt x="769195" y="128725"/>
                      <ns0:pt x="771185" y="130682"/>
                    </ns0:quadBezTo>
                    <ns0:quadBezTo>
                      <ns0:pt x="773193" y="132622"/>
                      <ns0:pt x="776752" y="132622"/>
                    </ns0:quadBezTo>
                    <ns0:lnTo>
                      <ns0:pt x="776752" y="134342"/>
                    </ns0:lnTo>
                    <ns0:lnTo>
                      <ns0:pt x="760880" y="134342"/>
                    </ns0:lnTo>
                    <ns0:lnTo>
                      <ns0:pt x="747605" y="99360"/>
                    </ns0:lnTo>
                    <ns0:lnTo>
                      <ns0:pt x="740470" y="98820"/>
                    </ns0:lnTo>
                    <ns0:lnTo>
                      <ns0:pt x="734533" y="120747"/>
                    </ns0:lnTo>
                    <ns0:quadBezTo>
                      <ns0:pt x="733133" y="125706"/>
                      <ns0:pt x="733133" y="127545"/>
                    </ns0:quadBezTo>
                    <ns0:quadBezTo>
                      <ns0:pt x="733133" y="130024"/>
                      <ns0:pt x="734533" y="131104"/>
                    </ns0:quadBezTo>
                    <ns0:quadBezTo>
                      <ns0:pt x="735950" y="132183"/>
                      <ns0:pt x="740369" y="132622"/>
                    </ns0:quadBezTo>
                    <ns0:lnTo>
                      <ns0:pt x="740369" y="134342"/>
                    </ns0:lnTo>
                    <ns0:lnTo>
                      <ns0:pt x="714141" y="134342"/>
                    </ns0:lnTo>
                    <ns0:lnTo>
                      <ns0:pt x="714141" y="132622"/>
                    </ns0:lnTo>
                    <ns0:quadBezTo>
                      <ns0:pt x="718459" y="132082"/>
                      <ns0:pt x="720230" y="130243"/>
                    </ns0:quadBezTo>
                    <ns0:quadBezTo>
                      <ns0:pt x="722018" y="128405"/>
                      <ns0:pt x="723316" y="123446"/>
                    </ns0:quadBezTo>
                    <ns0:lnTo>
                      <ns0:pt x="736152" y="76909"/>
                    </ns0:lnTo>
                    <ns0:quadBezTo>
                      <ns0:pt x="737451" y="71950"/>
                      <ns0:pt x="737451" y="70112"/>
                    </ns0:quadBezTo>
                    <ns0:quadBezTo>
                      <ns0:pt x="737451" y="68172"/>
                      <ns0:pt x="735950" y="67093"/>
                    </ns0:quadBezTo>
                    <ns0:quadBezTo>
                      <ns0:pt x="734651" y="66232"/>
                      <ns0:pt x="729793" y="65575"/>
                    </ns0:quadBezTo>
                    <ns0:lnTo>
                      <ns0:pt x="729793" y="63854"/>
                    </ns0:lnTo>
                    <ns0:close/>
                    <ns0:moveTo>
                      <ns0:pt x="748567" y="70331"/>
                    </ns0:moveTo>
                    <ns0:lnTo>
                      <ns0:pt x="741769" y="94839"/>
                    </ns0:lnTo>
                    <ns0:quadBezTo>
                      <ns0:pt x="745126" y="95379"/>
                      <ns0:pt x="747285" y="95379"/>
                    </ns0:quadBezTo>
                    <ns0:quadBezTo>
                      <ns0:pt x="756882" y="95379"/>
                      <ns0:pt x="762280" y="91061"/>
                    </ns0:quadBezTo>
                    <ns0:quadBezTo>
                      <ns0:pt x="767677" y="86743"/>
                      <ns0:pt x="767677" y="79186"/>
                    </ns0:quadBezTo>
                    <ns0:quadBezTo>
                      <ns0:pt x="767677" y="73570"/>
                      <ns0:pt x="764320" y="70331"/>
                    </ns0:quadBezTo>
                    <ns0:quadBezTo>
                      <ns0:pt x="760981" y="67093"/>
                      <ns0:pt x="754723" y="67093"/>
                    </ns0:quadBezTo>
                    <ns0:quadBezTo>
                      <ns0:pt x="749444" y="67093"/>
                      <ns0:pt x="748567" y="70331"/>
                    </ns0:quadBezTo>
                    <ns0:close/>
                    <ns0:moveTo>
                      <ns0:pt x="821996" y="117124"/>
                    </ns0:moveTo>
                    <ns0:lnTo>
                      <ns0:pt x="820414" y="122708"/>
                    </ns0:lnTo>
                    <ns0:lnTo>
                      <ns0:pt x="812704" y="122708"/>
                    </ns0:lnTo>
                    <ns0:quadBezTo>
                      <ns0:pt x="812480" y="123547"/>
                      <ns0:pt x="811039" y="128423"/>
                    </ns0:quadBezTo>
                    <ns0:quadBezTo>
                      <ns0:pt x="809610" y="133287"/>
                      <ns0:pt x="808619" y="136806"/>
                    </ns0:quadBezTo>
                    <ns0:quadBezTo>
                      <ns0:pt x="807639" y="140324"/>
                      <ns0:pt x="807639" y="140997"/>
                    </ns0:quadBezTo>
                    <ns0:quadBezTo>
                      <ns0:pt x="807639" y="144174"/>
                      <ns0:pt x="809988" y="144174"/>
                    </ns0:quadBezTo>
                    <ns0:quadBezTo>
                      <ns0:pt x="813306" y="144174"/>
                      <ns0:pt x="815349" y="139569"/>
                    </ns0:quadBezTo>
                    <ns0:lnTo>
                      <ns0:pt x="816565" y="139569"/>
                    </ns0:lnTo>
                    <ns0:quadBezTo>
                      <ns0:pt x="815573" y="143725"/>
                      <ns0:pt x="812810" y="147007"/>
                    </ns0:quadBezTo>
                    <ns0:quadBezTo>
                      <ns0:pt x="810059" y="150290"/>
                      <ns0:pt x="806210" y="150290"/>
                    </ns0:quadBezTo>
                    <ns0:quadBezTo>
                      <ns0:pt x="803943" y="150290"/>
                      <ns0:pt x="802845" y="148672"/>
                    </ns0:quadBezTo>
                    <ns0:quadBezTo>
                      <ns0:pt x="801747" y="147043"/>
                      <ns0:pt x="801747" y="144622"/>
                    </ns0:quadBezTo>
                    <ns0:quadBezTo>
                      <ns0:pt x="801747" y="142060"/>
                      <ns0:pt x="803034" y="138577"/>
                    </ns0:quadBezTo>
                    <ns0:lnTo>
                      <ns0:pt x="808772" y="122708"/>
                    </ns0:lnTo>
                    <ns0:lnTo>
                      <ns0:pt x="800921" y="122708"/>
                    </ns0:lnTo>
                    <ns0:quadBezTo>
                      <ns0:pt x="800011" y="125129"/>
                      <ns0:pt x="798040" y="132119"/>
                    </ns0:quadBezTo>
                    <ns0:quadBezTo>
                      <ns0:pt x="796080" y="139108"/>
                      <ns0:pt x="794108" y="143418"/>
                    </ns0:quadBezTo>
                    <ns0:quadBezTo>
                      <ns0:pt x="792148" y="147727"/>
                      <ns0:pt x="789432" y="149912"/>
                    </ns0:quadBezTo>
                    <ns0:quadBezTo>
                      <ns0:pt x="788145" y="150821"/>
                      <ns0:pt x="786717" y="150821"/>
                    </ns0:quadBezTo>
                    <ns0:quadBezTo>
                      <ns0:pt x="785205" y="150821"/>
                      <ns0:pt x="784072" y="149841"/>
                    </ns0:quadBezTo>
                    <ns0:quadBezTo>
                      <ns0:pt x="782938" y="148861"/>
                      <ns0:pt x="782938" y="147503"/>
                    </ns0:quadBezTo>
                    <ns0:quadBezTo>
                      <ns0:pt x="782938" y="144398"/>
                      <ns0:pt x="785205" y="143796"/>
                    </ns0:quadBezTo>
                    <ns0:quadBezTo>
                      <ns0:pt x="788984" y="142816"/>
                      <ns0:pt x="790637" y="138506"/>
                    </ns0:quadBezTo>
                    <ns0:lnTo>
                      <ns0:pt x="796835" y="122708"/>
                    </ns0:lnTo>
                    <ns0:lnTo>
                      <ns0:pt x="796387" y="122708"/>
                    </ns0:lnTo>
                    <ns0:quadBezTo>
                      <ns0:pt x="792986" y="122708"/>
                      <ns0:pt x="791168" y="123393"/>
                    </ns0:quadBezTo>
                    <ns0:quadBezTo>
                      <ns0:pt x="789361" y="124078"/>
                      <ns0:pt x="787094" y="126864"/>
                    </ns0:quadBezTo>
                    <ns0:lnTo>
                      <ns0:pt x="785878" y="126864"/>
                    </ns0:lnTo>
                    <ns0:quadBezTo>
                      <ns0:pt x="789054" y="121575"/>
                      <ns0:pt x="792490" y="119355"/>
                    </ns0:quadBezTo>
                    <ns0:quadBezTo>
                      <ns0:pt x="795926" y="117124"/>
                      <ns0:pt x="801523" y="117124"/>
                    </ns0:quadBezTo>
                    <ns0:lnTo>
                      <ns0:pt x="821996" y="117124"/>
                    </ns0:lnTo>
                    <ns0:close/>
                    <ns0:moveTo>
                      <ns0:pt x="833579" y="149556"/>
                    </ns0:moveTo>
                    <ns0:lnTo>
                      <ns0:pt x="832500" y="147515"/>
                    </ns0:lnTo>
                    <ns0:quadBezTo>
                      <ns0:pt x="841456" y="141460"/>
                      <ns0:pt x="841456" y="135961"/>
                    </ns0:quadBezTo>
                    <ns0:quadBezTo>
                      <ns0:pt x="841456" y="134561"/>
                      <ns0:pt x="839955" y="134561"/>
                    </ns0:quadBezTo>
                    <ns0:quadBezTo>
                      <ns0:pt x="839517" y="134561"/>
                      <ns0:pt x="838488" y="134764"/>
                    </ns0:quadBezTo>
                    <ns0:quadBezTo>
                      <ns0:pt x="837476" y="134983"/>
                      <ns0:pt x="836818" y="134983"/>
                    </ns0:quadBezTo>
                    <ns0:quadBezTo>
                      <ns0:pt x="830560" y="134983"/>
                      <ns0:pt x="830560" y="129484"/>
                    </ns0:quadBezTo>
                    <ns0:quadBezTo>
                      <ns0:pt x="830560" y="126684"/>
                      <ns0:pt x="832331" y="125015"/>
                    </ns0:quadBezTo>
                    <ns0:quadBezTo>
                      <ns0:pt x="834119" y="123328"/>
                      <ns0:pt x="837037" y="123328"/>
                    </ns0:quadBezTo>
                    <ns0:quadBezTo>
                      <ns0:pt x="840714" y="123328"/>
                      <ns0:pt x="843194" y="125976"/>
                    </ns0:quadBezTo>
                    <ns0:quadBezTo>
                      <ns0:pt x="845673" y="128624"/>
                      <ns0:pt x="845673" y="132723"/>
                    </ns0:quadBezTo>
                    <ns0:quadBezTo>
                      <ns0:pt x="845673" y="137682"/>
                      <ns0:pt x="842384" y="142320"/>
                    </ns0:quadBezTo>
                    <ns0:quadBezTo>
                      <ns0:pt x="839095" y="146976"/>
                      <ns0:pt x="833579" y="149556"/>
                    </ns0:quadBezTo>
                    <ns0:close/>
                    <ns0:moveTo>
                      <ns0:pt x="949817" y="110593"/>
                    </ns0:moveTo>
                    <ns0:lnTo>
                      <ns0:pt x="889702" y="110593"/>
                    </ns0:lnTo>
                    <ns0:lnTo>
                      <ns0:pt x="889702" y="103475"/>
                    </ns0:lnTo>
                    <ns0:lnTo>
                      <ns0:pt x="949817" y="103475"/>
                    </ns0:lnTo>
                    <ns0:lnTo>
                      <ns0:pt x="949817" y="110593"/>
                    </ns0:lnTo>
                    <ns0:close/>
                    <ns0:moveTo>
                      <ns0:pt x="1046704" y="62657"/>
                    </ns0:moveTo>
                    <ns0:lnTo>
                      <ns0:pt x="1042707" y="84247"/>
                    </ns0:lnTo>
                    <ns0:lnTo>
                      <ns0:pt x="1040767" y="83926"/>
                    </ns0:lnTo>
                    <ns0:quadBezTo>
                      <ns0:pt x="1038811" y="66334"/>
                      <ns0:pt x="1024676" y="66334"/>
                    </ns0:quadBezTo>
                    <ns0:quadBezTo>
                      <ns0:pt x="1012903" y="66334"/>
                      <ns0:pt x="1003187" y="76808"/>
                    </ns0:quadBezTo>
                    <ns0:quadBezTo>
                      <ns0:pt x="997469" y="82847"/>
                      <ns0:pt x="994500" y="91483"/>
                    </ns0:quadBezTo>
                    <ns0:quadBezTo>
                      <ns0:pt x="991532" y="100119"/>
                      <ns0:pt x="991532" y="109294"/>
                    </ns0:quadBezTo>
                    <ns0:quadBezTo>
                      <ns0:pt x="991532" y="131424"/>
                      <ns0:pt x="1010423" y="131424"/>
                    </ns0:quadBezTo>
                    <ns0:quadBezTo>
                      <ns0:pt x="1017119" y="131424"/>
                      <ns0:pt x="1022669" y="128624"/>
                    </ns0:quadBezTo>
                    <ns0:quadBezTo>
                      <ns0:pt x="1028235" y="125807"/>
                      <ns0:pt x="1035150" y="118588"/>
                    </ns0:quadBezTo>
                    <ns0:lnTo>
                      <ns0:pt x="1037090" y="120207"/>
                    </ns0:lnTo>
                    <ns0:quadBezTo>
                      <ns0:pt x="1029854" y="128725"/>
                      <ns0:pt x="1022888" y="132504"/>
                    </ns0:quadBezTo>
                    <ns0:quadBezTo>
                      <ns0:pt x="1015939" y="136282"/>
                      <ns0:pt x="1007623" y="136282"/>
                    </ns0:quadBezTo>
                    <ns0:quadBezTo>
                      <ns0:pt x="994990" y="136282"/>
                      <ns0:pt x="987214" y="128793"/>
                    </ns0:quadBezTo>
                    <ns0:quadBezTo>
                      <ns0:pt x="979438" y="121287"/>
                      <ns0:pt x="979438" y="108114"/>
                    </ns0:quadBezTo>
                    <ns0:quadBezTo>
                      <ns0:pt x="979438" y="96998"/>
                      <ns0:pt x="984937" y="86912"/>
                    </ns0:quadBezTo>
                    <ns0:quadBezTo>
                      <ns0:pt x="990452" y="76808"/>
                      <ns0:pt x="999628" y="70331"/>
                    </ns0:quadBezTo>
                    <ns0:quadBezTo>
                      <ns0:pt x="1010642" y="62454"/>
                      <ns0:pt x="1023276" y="62454"/>
                    </ns0:quadBezTo>
                    <ns0:quadBezTo>
                      <ns0:pt x="1030714" y="62454"/>
                      <ns0:pt x="1035909" y="64276"/>
                    </ns0:quadBezTo>
                    <ns0:quadBezTo>
                      <ns0:pt x="1038068" y="65035"/>
                      <ns0:pt x="1040329" y="65035"/>
                    </ns0:quadBezTo>
                    <ns0:quadBezTo>
                      <ns0:pt x="1043247" y="65035"/>
                      <ns0:pt x="1044427" y="62657"/>
                    </ns0:quadBezTo>
                    <ns0:lnTo>
                      <ns0:pt x="1046704" y="62657"/>
                    </ns0:lnTo>
                    <ns0:close/>
                    <ns0:moveTo>
                      <ns0:pt x="1047460" y="63095"/>
                    </ns0:moveTo>
                    <ns0:lnTo>
                      <ns0:pt x="1048742" y="61375"/>
                    </ns0:lnTo>
                    <ns0:quadBezTo>
                      <ns0:pt x="1061055" y="68712"/>
                      <ns0:pt x="1068072" y="81244"/>
                    </ns0:quadBezTo>
                    <ns0:quadBezTo>
                      <ns0:pt x="1075088" y="93760"/>
                      <ns0:pt x="1075088" y="107675"/>
                    </ns0:quadBezTo>
                    <ns0:quadBezTo>
                      <ns0:pt x="1075088" y="137142"/>
                      <ns0:pt x="1048421" y="153453"/>
                    </ns0:quadBezTo>
                    <ns0:lnTo>
                      <ns0:pt x="1047460" y="151715"/>
                    </ns0:lnTo>
                    <ns0:quadBezTo>
                      <ns0:pt x="1058575" y="142540"/>
                      <ns0:pt x="1062185" y="133431"/>
                    </ns0:quadBezTo>
                    <ns0:quadBezTo>
                      <ns0:pt x="1065811" y="124306"/>
                      <ns0:pt x="1065811" y="107996"/>
                    </ns0:quadBezTo>
                    <ns0:quadBezTo>
                      <ns0:pt x="1065811" y="91601"/>
                      <ns0:pt x="1062185" y="81717"/>
                    </ns0:quadBezTo>
                    <ns0:quadBezTo>
                      <ns0:pt x="1058575" y="71832"/>
                      <ns0:pt x="1047460" y="63095"/>
                    </ns0:quadBezTo>
                    <ns0:close/>
                  </ns0:path>
                </ns0:pathLst>
              </ns0:custGeom>
              <ns0:solidFill xmlns:ns0="http://schemas.openxmlformats.org/drawingml/2006/main">
                <ns0:srgbClr val="161616"/>
              </ns0:solidFill>
              <ns0:ln xmlns:ns0="http://schemas.openxmlformats.org/drawingml/2006/main" w="0">
                <ns0:noFill/>
              </ns0:ln>
            </p:spPr>
          </p:sp>
        </mc:Fallback>
      </mc:AlternateContent>
      <p:sp>
        <p:nvSpPr>
          <p:cNvPr id="87" name="Figure_2_Method-087">
            <a:extLst xmlns:a="http://schemas.openxmlformats.org/drawingml/2006/main">
              <a:ext uri="{FF2B5EF4-FFF2-40B4-BE49-F238E27FC236}">
                <a16:creationId xmlns:a16="http://schemas.microsoft.com/office/drawing/2014/main" id="{4C4FE561-9445-4391-9F97-816138A76ECC}"/>
              </a:ext>
            </a:extLst>
          </p:cNvPr>
          <p:cNvSpPr>
            <a:spLocks xmlns:a="http://schemas.openxmlformats.org/drawingml/2006/main" noGrp="1"/>
          </p:cNvSpPr>
          <p:nvPr/>
        </p:nvSpPr>
        <p:spPr>
          <a:xfrm xmlns:a="http://schemas.openxmlformats.org/drawingml/2006/main">
            <a:off x="88900" y="37592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c</a:t>
            </a:r>
          </a:p>
        </p:txBody>
      </p:sp>
      <p:sp>
        <p:nvSpPr>
          <p:cNvPr id="88" name="Figure_2_Method-088">
            <a:extLst xmlns:a="http://schemas.openxmlformats.org/drawingml/2006/main">
              <a:ext uri="{FF2B5EF4-FFF2-40B4-BE49-F238E27FC236}">
                <a16:creationId xmlns:a16="http://schemas.microsoft.com/office/drawing/2014/main" id="{493834D7-850D-4291-85FD-D71AE7EFDEAB}"/>
              </a:ext>
            </a:extLst>
          </p:cNvPr>
          <p:cNvSpPr>
            <a:spLocks xmlns:a="http://schemas.openxmlformats.org/drawingml/2006/main" noGrp="1"/>
          </p:cNvSpPr>
          <p:nvPr/>
        </p:nvSpPr>
        <p:spPr>
          <a:xfrm xmlns:a="http://schemas.openxmlformats.org/drawingml/2006/main">
            <a:off x="254000" y="3765550"/>
            <a:ext cx="18923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Source-only reading</a:t>
            </a:r>
          </a:p>
        </p:txBody>
      </p:sp>
      <p:sp>
        <p:nvSpPr>
          <p:cNvPr id="89" name="Figure_2_Method-089">
            <a:extLst xmlns:a="http://schemas.openxmlformats.org/drawingml/2006/main">
              <a:ext uri="{FF2B5EF4-FFF2-40B4-BE49-F238E27FC236}">
                <a16:creationId xmlns:a16="http://schemas.microsoft.com/office/drawing/2014/main" id="{315150AD-3122-4D33-B80C-D8E906052BD4}"/>
              </a:ext>
            </a:extLst>
          </p:cNvPr>
          <p:cNvSpPr>
            <a:spLocks xmlns:a="http://schemas.openxmlformats.org/drawingml/2006/main" noGrp="1"/>
          </p:cNvSpPr>
          <p:nvPr/>
        </p:nvSpPr>
        <p:spPr>
          <a:xfrm xmlns:a="http://schemas.openxmlformats.org/drawingml/2006/main">
            <a:off x="2324100" y="3746500"/>
            <a:ext cx="1320800" cy="330200"/>
          </a:xfrm>
          <a:prstGeom xmlns:a="http://schemas.openxmlformats.org/drawingml/2006/main" prst="roundRect">
            <a:avLst>
              <a:gd name="adj" fmla="val 7692"/>
            </a:avLst>
          </a:prstGeom>
          <a:solidFill xmlns:a="http://schemas.openxmlformats.org/drawingml/2006/main">
            <a:srgbClr val="DAE2F5"/>
          </a:solidFill>
          <a:ln xmlns:a="http://schemas.openxmlformats.org/drawingml/2006/main" w="10160">
            <a:solidFill>
              <a:srgbClr val="161616"/>
            </a:solidFill>
            <a:prstDash val="solid"/>
          </a:ln>
        </p:spPr>
      </p:sp>
      <p:sp>
        <p:nvSpPr>
          <p:cNvPr id="90" name="Figure_2_Method-090">
            <a:extLst xmlns:a="http://schemas.openxmlformats.org/drawingml/2006/main">
              <a:ext uri="{FF2B5EF4-FFF2-40B4-BE49-F238E27FC236}">
                <a16:creationId xmlns:a16="http://schemas.microsoft.com/office/drawing/2014/main" id="{CC92D843-F8C7-4EF0-AE18-B338A596EC50}"/>
              </a:ext>
            </a:extLst>
          </p:cNvPr>
          <p:cNvSpPr>
            <a:spLocks xmlns:a="http://schemas.openxmlformats.org/drawingml/2006/main" noGrp="1"/>
          </p:cNvSpPr>
          <p:nvPr/>
        </p:nvSpPr>
        <p:spPr>
          <a:xfrm xmlns:a="http://schemas.openxmlformats.org/drawingml/2006/main">
            <a:off x="2286000" y="3784600"/>
            <a:ext cx="1320800" cy="330200"/>
          </a:xfrm>
          <a:prstGeom xmlns:a="http://schemas.openxmlformats.org/drawingml/2006/main" prst="roundRect">
            <a:avLst>
              <a:gd name="adj" fmla="val 7692"/>
            </a:avLst>
          </a:prstGeom>
          <a:solidFill xmlns:a="http://schemas.openxmlformats.org/drawingml/2006/main">
            <a:srgbClr val="DAE2F5"/>
          </a:solidFill>
          <a:ln xmlns:a="http://schemas.openxmlformats.org/drawingml/2006/main" w="10160">
            <a:solidFill>
              <a:srgbClr val="161616"/>
            </a:solidFill>
            <a:prstDash val="solid"/>
          </a:ln>
        </p:spPr>
      </p:sp>
      <p:sp>
        <p:nvSpPr>
          <p:cNvPr id="91" name="Figure_2_Method-091">
            <a:extLst xmlns:a="http://schemas.openxmlformats.org/drawingml/2006/main">
              <a:ext uri="{FF2B5EF4-FFF2-40B4-BE49-F238E27FC236}">
                <a16:creationId xmlns:a16="http://schemas.microsoft.com/office/drawing/2014/main" id="{C7C524D0-A325-4EFA-89F4-FDBE737D90F2}"/>
              </a:ext>
            </a:extLst>
          </p:cNvPr>
          <p:cNvSpPr>
            <a:spLocks xmlns:a="http://schemas.openxmlformats.org/drawingml/2006/main" noGrp="1"/>
          </p:cNvSpPr>
          <p:nvPr/>
        </p:nvSpPr>
        <p:spPr>
          <a:xfrm xmlns:a="http://schemas.openxmlformats.org/drawingml/2006/main">
            <a:off x="2324100" y="3886200"/>
            <a:ext cx="12446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20" b="0">
                <a:solidFill>
                  <a:srgbClr val="161616"/>
                </a:solidFill>
                <a:latin typeface="DejaVu Sans"/>
                <a:ea typeface="DejaVu Sans"/>
                <a:cs typeface="DejaVu Sans"/>
              </a:defRPr>
            </a:defPPr>
            <a:lvl1pPr algn="ctr">
              <a:defRPr sz="720" b="0">
                <a:solidFill>
                  <a:srgbClr val="161616"/>
                </a:solidFill>
                <a:latin typeface="DejaVu Sans"/>
                <a:ea typeface="DejaVu Sans"/>
                <a:cs typeface="DejaVu Sans"/>
              </a:defRPr>
            </a:lvl1pPr>
            <a:lvl2pPr algn="ctr">
              <a:defRPr sz="720" b="0">
                <a:solidFill>
                  <a:srgbClr val="161616"/>
                </a:solidFill>
                <a:latin typeface="DejaVu Sans"/>
                <a:ea typeface="DejaVu Sans"/>
                <a:cs typeface="DejaVu Sans"/>
              </a:defRPr>
            </a:lvl2pPr>
            <a:lvl3pPr algn="ctr">
              <a:defRPr sz="720" b="0">
                <a:solidFill>
                  <a:srgbClr val="161616"/>
                </a:solidFill>
                <a:latin typeface="DejaVu Sans"/>
                <a:ea typeface="DejaVu Sans"/>
                <a:cs typeface="DejaVu Sans"/>
              </a:defRPr>
            </a:lvl3pPr>
            <a:lvl4pPr algn="ctr">
              <a:defRPr sz="720" b="0">
                <a:solidFill>
                  <a:srgbClr val="161616"/>
                </a:solidFill>
                <a:latin typeface="DejaVu Sans"/>
                <a:ea typeface="DejaVu Sans"/>
                <a:cs typeface="DejaVu Sans"/>
              </a:defRPr>
            </a:lvl4pPr>
            <a:lvl5pPr algn="ctr">
              <a:defRPr sz="720" b="0">
                <a:solidFill>
                  <a:srgbClr val="161616"/>
                </a:solidFill>
                <a:latin typeface="DejaVu Sans"/>
                <a:ea typeface="DejaVu Sans"/>
                <a:cs typeface="DejaVu Sans"/>
              </a:defRPr>
            </a:lvl5pPr>
            <a:lvl6pPr algn="ctr">
              <a:defRPr sz="720" b="0">
                <a:solidFill>
                  <a:srgbClr val="161616"/>
                </a:solidFill>
                <a:latin typeface="DejaVu Sans"/>
                <a:ea typeface="DejaVu Sans"/>
                <a:cs typeface="DejaVu Sans"/>
              </a:defRPr>
            </a:lvl6pPr>
            <a:lvl7pPr algn="ctr">
              <a:defRPr sz="720" b="0">
                <a:solidFill>
                  <a:srgbClr val="161616"/>
                </a:solidFill>
                <a:latin typeface="DejaVu Sans"/>
                <a:ea typeface="DejaVu Sans"/>
                <a:cs typeface="DejaVu Sans"/>
              </a:defRPr>
            </a:lvl7pPr>
            <a:lvl8pPr algn="ctr">
              <a:defRPr sz="720" b="0">
                <a:solidFill>
                  <a:srgbClr val="161616"/>
                </a:solidFill>
                <a:latin typeface="DejaVu Sans"/>
                <a:ea typeface="DejaVu Sans"/>
                <a:cs typeface="DejaVu Sans"/>
              </a:defRPr>
            </a:lvl8pPr>
            <a:lvl9pPr algn="ctr">
              <a:defRPr sz="720" b="0">
                <a:solidFill>
                  <a:srgbClr val="161616"/>
                </a:solidFill>
                <a:latin typeface="DejaVu Sans"/>
                <a:ea typeface="DejaVu Sans"/>
                <a:cs typeface="DejaVu Sans"/>
              </a:defRPr>
            </a:lvl9pPr>
          </a:lstStyle>
          <a:p xmlns:a="http://schemas.openxmlformats.org/drawingml/2006/main">
            <a:pPr algn="ctr">
              <a:defRPr sz="720" b="0">
                <a:solidFill>
                  <a:srgbClr val="161616"/>
                </a:solidFill>
                <a:latin typeface="DejaVu Sans"/>
                <a:ea typeface="DejaVu Sans"/>
                <a:cs typeface="DejaVu Sans"/>
              </a:defRPr>
            </a:pPr>
            <a:r>
              <a:rPr sz="720" b="0">
                <a:solidFill>
                  <a:srgbClr val="161616"/>
                </a:solidFill>
                <a:latin typeface="DejaVu Sans"/>
                <a:ea typeface="DejaVu Sans"/>
                <a:cs typeface="DejaVu Sans"/>
              </a:rPr>
              <a:t>Selected original text</a:t>
            </a:r>
          </a:p>
        </p:txBody>
      </p:sp>
      <p:sp>
        <p:nvSpPr>
          <p:cNvPr id="92" name="Figure_2_Method-092">
            <a:extLst xmlns:a="http://schemas.openxmlformats.org/drawingml/2006/main">
              <a:ext uri="{FF2B5EF4-FFF2-40B4-BE49-F238E27FC236}">
                <a16:creationId xmlns:a16="http://schemas.microsoft.com/office/drawing/2014/main" id="{1AE12D81-E5C5-4BA7-80A9-7414FDA5EBE9}"/>
              </a:ext>
            </a:extLst>
          </p:cNvPr>
          <p:cNvSpPr>
            <a:spLocks xmlns:a="http://schemas.openxmlformats.org/drawingml/2006/main" noGrp="1"/>
          </p:cNvSpPr>
          <p:nvPr/>
        </p:nvSpPr>
        <p:spPr>
          <a:xfrm xmlns:a="http://schemas.openxmlformats.org/drawingml/2006/main">
            <a:off x="3683000" y="3949700"/>
            <a:ext cx="190500" cy="127"/>
          </a:xfrm>
          <a:custGeom xmlns:a="http://schemas.openxmlformats.org/drawingml/2006/main">
            <a:pathLst>
              <a:path w="190500" h="127">
                <a:moveTo>
                  <a:pt x="0" y="0"/>
                </a:moveTo>
                <a:lnTo>
                  <a:pt x="190500" y="0"/>
                </a:lnTo>
              </a:path>
            </a:pathLst>
          </a:custGeom>
          <a:noFill xmlns:a="http://schemas.openxmlformats.org/drawingml/2006/main"/>
          <a:ln xmlns:a="http://schemas.openxmlformats.org/drawingml/2006/main" w="22860">
            <a:solidFill>
              <a:srgbClr val="161616"/>
            </a:solidFill>
            <a:prstDash val="solid"/>
          </a:ln>
        </p:spPr>
      </p:sp>
      <p:sp>
        <p:nvSpPr>
          <p:cNvPr id="93" name="Figure_2_Method-093">
            <a:extLst xmlns:a="http://schemas.openxmlformats.org/drawingml/2006/main">
              <a:ext uri="{FF2B5EF4-FFF2-40B4-BE49-F238E27FC236}">
                <a16:creationId xmlns:a16="http://schemas.microsoft.com/office/drawing/2014/main" id="{C7121020-3B8C-4201-94D6-86914171124D}"/>
              </a:ext>
            </a:extLst>
          </p:cNvPr>
          <p:cNvSpPr>
            <a:spLocks xmlns:a="http://schemas.openxmlformats.org/drawingml/2006/main" noGrp="1"/>
          </p:cNvSpPr>
          <p:nvPr/>
        </p:nvSpPr>
        <p:spPr>
          <a:xfrm xmlns:a="http://schemas.openxmlformats.org/drawingml/2006/main">
            <a:off x="3822700" y="39273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94" name="Figure_2_Method-094">
            <a:extLst xmlns:a="http://schemas.openxmlformats.org/drawingml/2006/main">
              <a:ext uri="{FF2B5EF4-FFF2-40B4-BE49-F238E27FC236}">
                <a16:creationId xmlns:a16="http://schemas.microsoft.com/office/drawing/2014/main" id="{6835E33E-73CC-4DC0-91C1-7537924C1A6B}"/>
              </a:ext>
            </a:extLst>
          </p:cNvPr>
          <p:cNvSpPr>
            <a:spLocks xmlns:a="http://schemas.openxmlformats.org/drawingml/2006/main" noGrp="1"/>
          </p:cNvSpPr>
          <p:nvPr/>
        </p:nvSpPr>
        <p:spPr>
          <a:xfrm xmlns:a="http://schemas.openxmlformats.org/drawingml/2006/main">
            <a:off x="3937000" y="3784600"/>
            <a:ext cx="965200" cy="330200"/>
          </a:xfrm>
          <a:prstGeom xmlns:a="http://schemas.openxmlformats.org/drawingml/2006/main" prst="roundRect">
            <a:avLst>
              <a:gd name="adj" fmla="val 15385"/>
            </a:avLst>
          </a:prstGeom>
          <a:solidFill xmlns:a="http://schemas.openxmlformats.org/drawingml/2006/main">
            <a:srgbClr val="E1EFD9"/>
          </a:solidFill>
          <a:ln xmlns:a="http://schemas.openxmlformats.org/drawingml/2006/main" w="11430">
            <a:solidFill>
              <a:srgbClr val="161616"/>
            </a:solidFill>
            <a:prstDash val="solid"/>
          </a:ln>
        </p:spPr>
      </p:sp>
      <p:sp>
        <p:nvSpPr>
          <p:cNvPr id="95" name="Figure_2_Method-095">
            <a:extLst xmlns:a="http://schemas.openxmlformats.org/drawingml/2006/main">
              <a:ext uri="{FF2B5EF4-FFF2-40B4-BE49-F238E27FC236}">
                <a16:creationId xmlns:a16="http://schemas.microsoft.com/office/drawing/2014/main" id="{0D89D613-CF40-44E4-8195-03AF57509629}"/>
              </a:ext>
            </a:extLst>
          </p:cNvPr>
          <p:cNvSpPr>
            <a:spLocks xmlns:a="http://schemas.openxmlformats.org/drawingml/2006/main" noGrp="1"/>
          </p:cNvSpPr>
          <p:nvPr/>
        </p:nvSpPr>
        <p:spPr>
          <a:xfrm xmlns:a="http://schemas.openxmlformats.org/drawingml/2006/main">
            <a:off x="3975100" y="3886200"/>
            <a:ext cx="889000" cy="150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40" b="0">
                <a:solidFill>
                  <a:srgbClr val="161616"/>
                </a:solidFill>
                <a:latin typeface="DejaVu Sans"/>
                <a:ea typeface="DejaVu Sans"/>
                <a:cs typeface="DejaVu Sans"/>
              </a:defRPr>
            </a:defPPr>
            <a:lvl1pPr algn="ctr">
              <a:defRPr sz="740" b="0">
                <a:solidFill>
                  <a:srgbClr val="161616"/>
                </a:solidFill>
                <a:latin typeface="DejaVu Sans"/>
                <a:ea typeface="DejaVu Sans"/>
                <a:cs typeface="DejaVu Sans"/>
              </a:defRPr>
            </a:lvl1pPr>
            <a:lvl2pPr algn="ctr">
              <a:defRPr sz="740" b="0">
                <a:solidFill>
                  <a:srgbClr val="161616"/>
                </a:solidFill>
                <a:latin typeface="DejaVu Sans"/>
                <a:ea typeface="DejaVu Sans"/>
                <a:cs typeface="DejaVu Sans"/>
              </a:defRPr>
            </a:lvl2pPr>
            <a:lvl3pPr algn="ctr">
              <a:defRPr sz="740" b="0">
                <a:solidFill>
                  <a:srgbClr val="161616"/>
                </a:solidFill>
                <a:latin typeface="DejaVu Sans"/>
                <a:ea typeface="DejaVu Sans"/>
                <a:cs typeface="DejaVu Sans"/>
              </a:defRPr>
            </a:lvl3pPr>
            <a:lvl4pPr algn="ctr">
              <a:defRPr sz="740" b="0">
                <a:solidFill>
                  <a:srgbClr val="161616"/>
                </a:solidFill>
                <a:latin typeface="DejaVu Sans"/>
                <a:ea typeface="DejaVu Sans"/>
                <a:cs typeface="DejaVu Sans"/>
              </a:defRPr>
            </a:lvl4pPr>
            <a:lvl5pPr algn="ctr">
              <a:defRPr sz="740" b="0">
                <a:solidFill>
                  <a:srgbClr val="161616"/>
                </a:solidFill>
                <a:latin typeface="DejaVu Sans"/>
                <a:ea typeface="DejaVu Sans"/>
                <a:cs typeface="DejaVu Sans"/>
              </a:defRPr>
            </a:lvl5pPr>
            <a:lvl6pPr algn="ctr">
              <a:defRPr sz="740" b="0">
                <a:solidFill>
                  <a:srgbClr val="161616"/>
                </a:solidFill>
                <a:latin typeface="DejaVu Sans"/>
                <a:ea typeface="DejaVu Sans"/>
                <a:cs typeface="DejaVu Sans"/>
              </a:defRPr>
            </a:lvl6pPr>
            <a:lvl7pPr algn="ctr">
              <a:defRPr sz="740" b="0">
                <a:solidFill>
                  <a:srgbClr val="161616"/>
                </a:solidFill>
                <a:latin typeface="DejaVu Sans"/>
                <a:ea typeface="DejaVu Sans"/>
                <a:cs typeface="DejaVu Sans"/>
              </a:defRPr>
            </a:lvl7pPr>
            <a:lvl8pPr algn="ctr">
              <a:defRPr sz="740" b="0">
                <a:solidFill>
                  <a:srgbClr val="161616"/>
                </a:solidFill>
                <a:latin typeface="DejaVu Sans"/>
                <a:ea typeface="DejaVu Sans"/>
                <a:cs typeface="DejaVu Sans"/>
              </a:defRPr>
            </a:lvl8pPr>
            <a:lvl9pPr algn="ctr">
              <a:defRPr sz="740" b="0">
                <a:solidFill>
                  <a:srgbClr val="161616"/>
                </a:solidFill>
                <a:latin typeface="DejaVu Sans"/>
                <a:ea typeface="DejaVu Sans"/>
                <a:cs typeface="DejaVu Sans"/>
              </a:defRPr>
            </a:lvl9pPr>
          </a:lstStyle>
          <a:p xmlns:a="http://schemas.openxmlformats.org/drawingml/2006/main">
            <a:pPr algn="ctr">
              <a:defRPr sz="740" b="0">
                <a:solidFill>
                  <a:srgbClr val="161616"/>
                </a:solidFill>
                <a:latin typeface="DejaVu Sans"/>
                <a:ea typeface="DejaVu Sans"/>
                <a:cs typeface="DejaVu Sans"/>
              </a:defRPr>
            </a:pPr>
            <a:r>
              <a:rPr sz="740" b="0">
                <a:solidFill>
                  <a:srgbClr val="161616"/>
                </a:solidFill>
                <a:latin typeface="DejaVu Sans"/>
                <a:ea typeface="DejaVu Sans"/>
                <a:cs typeface="DejaVu Sans"/>
              </a:rPr>
              <a:t>Frozen reader</a:t>
            </a:r>
          </a:p>
        </p:txBody>
      </p:sp>
      <p:sp>
        <p:nvSpPr>
          <p:cNvPr id="96" name="Figure_2_Method-096">
            <a:extLst xmlns:a="http://schemas.openxmlformats.org/drawingml/2006/main">
              <a:ext uri="{FF2B5EF4-FFF2-40B4-BE49-F238E27FC236}">
                <a16:creationId xmlns:a16="http://schemas.microsoft.com/office/drawing/2014/main" id="{FA9D8994-1EE5-4953-81CA-C86AE0129D92}"/>
              </a:ext>
            </a:extLst>
          </p:cNvPr>
          <p:cNvSpPr>
            <a:spLocks xmlns:a="http://schemas.openxmlformats.org/drawingml/2006/main" noGrp="1"/>
          </p:cNvSpPr>
          <p:nvPr/>
        </p:nvSpPr>
        <p:spPr>
          <a:xfrm xmlns:a="http://schemas.openxmlformats.org/drawingml/2006/main">
            <a:off x="4927600" y="39497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22860">
            <a:solidFill>
              <a:srgbClr val="161616"/>
            </a:solidFill>
            <a:prstDash val="solid"/>
          </a:ln>
        </p:spPr>
      </p:sp>
      <p:sp>
        <p:nvSpPr>
          <p:cNvPr id="97" name="Figure_2_Method-097">
            <a:extLst xmlns:a="http://schemas.openxmlformats.org/drawingml/2006/main">
              <a:ext uri="{FF2B5EF4-FFF2-40B4-BE49-F238E27FC236}">
                <a16:creationId xmlns:a16="http://schemas.microsoft.com/office/drawing/2014/main" id="{09179460-8EEF-4108-8B9A-23DB2BF2E750}"/>
              </a:ext>
            </a:extLst>
          </p:cNvPr>
          <p:cNvSpPr>
            <a:spLocks xmlns:a="http://schemas.openxmlformats.org/drawingml/2006/main" noGrp="1"/>
          </p:cNvSpPr>
          <p:nvPr/>
        </p:nvSpPr>
        <p:spPr>
          <a:xfrm xmlns:a="http://schemas.openxmlformats.org/drawingml/2006/main">
            <a:off x="5054600" y="39273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98" name="Figure_2_Method-098">
            <a:extLst xmlns:a="http://schemas.openxmlformats.org/drawingml/2006/main">
              <a:ext uri="{FF2B5EF4-FFF2-40B4-BE49-F238E27FC236}">
                <a16:creationId xmlns:a16="http://schemas.microsoft.com/office/drawing/2014/main" id="{9374FF21-789B-441B-B0B7-0FC08F241BA1}"/>
              </a:ext>
            </a:extLst>
          </p:cNvPr>
          <p:cNvSpPr>
            <a:spLocks xmlns:a="http://schemas.openxmlformats.org/drawingml/2006/main" noGrp="1"/>
          </p:cNvSpPr>
          <p:nvPr/>
        </p:nvSpPr>
        <p:spPr>
          <a:xfrm xmlns:a="http://schemas.openxmlformats.org/drawingml/2006/main">
            <a:off x="5181600" y="3721100"/>
            <a:ext cx="6858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80" b="0">
                <a:solidFill>
                  <a:srgbClr val="161616"/>
                </a:solidFill>
                <a:latin typeface="DejaVu Sans"/>
                <a:ea typeface="DejaVu Sans"/>
                <a:cs typeface="DejaVu Sans"/>
              </a:defRPr>
            </a:defPPr>
            <a:lvl1pPr algn="l">
              <a:defRPr sz="680" b="0">
                <a:solidFill>
                  <a:srgbClr val="161616"/>
                </a:solidFill>
                <a:latin typeface="DejaVu Sans"/>
                <a:ea typeface="DejaVu Sans"/>
                <a:cs typeface="DejaVu Sans"/>
              </a:defRPr>
            </a:lvl1pPr>
            <a:lvl2pPr algn="l">
              <a:defRPr sz="680" b="0">
                <a:solidFill>
                  <a:srgbClr val="161616"/>
                </a:solidFill>
                <a:latin typeface="DejaVu Sans"/>
                <a:ea typeface="DejaVu Sans"/>
                <a:cs typeface="DejaVu Sans"/>
              </a:defRPr>
            </a:lvl2pPr>
            <a:lvl3pPr algn="l">
              <a:defRPr sz="680" b="0">
                <a:solidFill>
                  <a:srgbClr val="161616"/>
                </a:solidFill>
                <a:latin typeface="DejaVu Sans"/>
                <a:ea typeface="DejaVu Sans"/>
                <a:cs typeface="DejaVu Sans"/>
              </a:defRPr>
            </a:lvl3pPr>
            <a:lvl4pPr algn="l">
              <a:defRPr sz="680" b="0">
                <a:solidFill>
                  <a:srgbClr val="161616"/>
                </a:solidFill>
                <a:latin typeface="DejaVu Sans"/>
                <a:ea typeface="DejaVu Sans"/>
                <a:cs typeface="DejaVu Sans"/>
              </a:defRPr>
            </a:lvl4pPr>
            <a:lvl5pPr algn="l">
              <a:defRPr sz="680" b="0">
                <a:solidFill>
                  <a:srgbClr val="161616"/>
                </a:solidFill>
                <a:latin typeface="DejaVu Sans"/>
                <a:ea typeface="DejaVu Sans"/>
                <a:cs typeface="DejaVu Sans"/>
              </a:defRPr>
            </a:lvl5pPr>
            <a:lvl6pPr algn="l">
              <a:defRPr sz="680" b="0">
                <a:solidFill>
                  <a:srgbClr val="161616"/>
                </a:solidFill>
                <a:latin typeface="DejaVu Sans"/>
                <a:ea typeface="DejaVu Sans"/>
                <a:cs typeface="DejaVu Sans"/>
              </a:defRPr>
            </a:lvl6pPr>
            <a:lvl7pPr algn="l">
              <a:defRPr sz="680" b="0">
                <a:solidFill>
                  <a:srgbClr val="161616"/>
                </a:solidFill>
                <a:latin typeface="DejaVu Sans"/>
                <a:ea typeface="DejaVu Sans"/>
                <a:cs typeface="DejaVu Sans"/>
              </a:defRPr>
            </a:lvl7pPr>
            <a:lvl8pPr algn="l">
              <a:defRPr sz="680" b="0">
                <a:solidFill>
                  <a:srgbClr val="161616"/>
                </a:solidFill>
                <a:latin typeface="DejaVu Sans"/>
                <a:ea typeface="DejaVu Sans"/>
                <a:cs typeface="DejaVu Sans"/>
              </a:defRPr>
            </a:lvl8pPr>
            <a:lvl9pPr algn="l">
              <a:defRPr sz="680" b="0">
                <a:solidFill>
                  <a:srgbClr val="161616"/>
                </a:solidFill>
                <a:latin typeface="DejaVu Sans"/>
                <a:ea typeface="DejaVu Sans"/>
                <a:cs typeface="DejaVu Sans"/>
              </a:defRPr>
            </a:lvl9pPr>
          </a:lstStyle>
          <a:p xmlns:a="http://schemas.openxmlformats.org/drawingml/2006/main">
            <a:pPr algn="l">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Answer /</a:t>
            </a:r>
          </a:p>
        </p:txBody>
      </p:sp>
      <p:sp>
        <p:nvSpPr>
          <p:cNvPr id="99" name="Figure_2_Method-099">
            <a:extLst xmlns:a="http://schemas.openxmlformats.org/drawingml/2006/main">
              <a:ext uri="{FF2B5EF4-FFF2-40B4-BE49-F238E27FC236}">
                <a16:creationId xmlns:a16="http://schemas.microsoft.com/office/drawing/2014/main" id="{5C9DC70A-450A-40E4-BC98-32649AE36BFC}"/>
              </a:ext>
            </a:extLst>
          </p:cNvPr>
          <p:cNvSpPr>
            <a:spLocks xmlns:a="http://schemas.openxmlformats.org/drawingml/2006/main" noGrp="1"/>
          </p:cNvSpPr>
          <p:nvPr/>
        </p:nvSpPr>
        <p:spPr>
          <a:xfrm xmlns:a="http://schemas.openxmlformats.org/drawingml/2006/main">
            <a:off x="5181600" y="3848100"/>
            <a:ext cx="6858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80" b="0">
                <a:solidFill>
                  <a:srgbClr val="161616"/>
                </a:solidFill>
                <a:latin typeface="DejaVu Sans"/>
                <a:ea typeface="DejaVu Sans"/>
                <a:cs typeface="DejaVu Sans"/>
              </a:defRPr>
            </a:defPPr>
            <a:lvl1pPr algn="l">
              <a:defRPr sz="680" b="0">
                <a:solidFill>
                  <a:srgbClr val="161616"/>
                </a:solidFill>
                <a:latin typeface="DejaVu Sans"/>
                <a:ea typeface="DejaVu Sans"/>
                <a:cs typeface="DejaVu Sans"/>
              </a:defRPr>
            </a:lvl1pPr>
            <a:lvl2pPr algn="l">
              <a:defRPr sz="680" b="0">
                <a:solidFill>
                  <a:srgbClr val="161616"/>
                </a:solidFill>
                <a:latin typeface="DejaVu Sans"/>
                <a:ea typeface="DejaVu Sans"/>
                <a:cs typeface="DejaVu Sans"/>
              </a:defRPr>
            </a:lvl2pPr>
            <a:lvl3pPr algn="l">
              <a:defRPr sz="680" b="0">
                <a:solidFill>
                  <a:srgbClr val="161616"/>
                </a:solidFill>
                <a:latin typeface="DejaVu Sans"/>
                <a:ea typeface="DejaVu Sans"/>
                <a:cs typeface="DejaVu Sans"/>
              </a:defRPr>
            </a:lvl3pPr>
            <a:lvl4pPr algn="l">
              <a:defRPr sz="680" b="0">
                <a:solidFill>
                  <a:srgbClr val="161616"/>
                </a:solidFill>
                <a:latin typeface="DejaVu Sans"/>
                <a:ea typeface="DejaVu Sans"/>
                <a:cs typeface="DejaVu Sans"/>
              </a:defRPr>
            </a:lvl4pPr>
            <a:lvl5pPr algn="l">
              <a:defRPr sz="680" b="0">
                <a:solidFill>
                  <a:srgbClr val="161616"/>
                </a:solidFill>
                <a:latin typeface="DejaVu Sans"/>
                <a:ea typeface="DejaVu Sans"/>
                <a:cs typeface="DejaVu Sans"/>
              </a:defRPr>
            </a:lvl5pPr>
            <a:lvl6pPr algn="l">
              <a:defRPr sz="680" b="0">
                <a:solidFill>
                  <a:srgbClr val="161616"/>
                </a:solidFill>
                <a:latin typeface="DejaVu Sans"/>
                <a:ea typeface="DejaVu Sans"/>
                <a:cs typeface="DejaVu Sans"/>
              </a:defRPr>
            </a:lvl6pPr>
            <a:lvl7pPr algn="l">
              <a:defRPr sz="680" b="0">
                <a:solidFill>
                  <a:srgbClr val="161616"/>
                </a:solidFill>
                <a:latin typeface="DejaVu Sans"/>
                <a:ea typeface="DejaVu Sans"/>
                <a:cs typeface="DejaVu Sans"/>
              </a:defRPr>
            </a:lvl7pPr>
            <a:lvl8pPr algn="l">
              <a:defRPr sz="680" b="0">
                <a:solidFill>
                  <a:srgbClr val="161616"/>
                </a:solidFill>
                <a:latin typeface="DejaVu Sans"/>
                <a:ea typeface="DejaVu Sans"/>
                <a:cs typeface="DejaVu Sans"/>
              </a:defRPr>
            </a:lvl8pPr>
            <a:lvl9pPr algn="l">
              <a:defRPr sz="680" b="0">
                <a:solidFill>
                  <a:srgbClr val="161616"/>
                </a:solidFill>
                <a:latin typeface="DejaVu Sans"/>
                <a:ea typeface="DejaVu Sans"/>
                <a:cs typeface="DejaVu Sans"/>
              </a:defRPr>
            </a:lvl9pPr>
          </a:lstStyle>
          <a:p xmlns:a="http://schemas.openxmlformats.org/drawingml/2006/main">
            <a:pPr algn="l">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CONFLICT /</a:t>
            </a:r>
          </a:p>
        </p:txBody>
      </p:sp>
      <p:sp>
        <p:nvSpPr>
          <p:cNvPr id="100" name="Figure_2_Method-100">
            <a:extLst xmlns:a="http://schemas.openxmlformats.org/drawingml/2006/main">
              <a:ext uri="{FF2B5EF4-FFF2-40B4-BE49-F238E27FC236}">
                <a16:creationId xmlns:a16="http://schemas.microsoft.com/office/drawing/2014/main" id="{D42E3E6D-9FA5-4FB3-B099-14165039965E}"/>
              </a:ext>
            </a:extLst>
          </p:cNvPr>
          <p:cNvSpPr>
            <a:spLocks xmlns:a="http://schemas.openxmlformats.org/drawingml/2006/main" noGrp="1"/>
          </p:cNvSpPr>
          <p:nvPr/>
        </p:nvSpPr>
        <p:spPr>
          <a:xfrm xmlns:a="http://schemas.openxmlformats.org/drawingml/2006/main">
            <a:off x="5181600" y="3975100"/>
            <a:ext cx="6858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80" b="0">
                <a:solidFill>
                  <a:srgbClr val="161616"/>
                </a:solidFill>
                <a:latin typeface="DejaVu Sans"/>
                <a:ea typeface="DejaVu Sans"/>
                <a:cs typeface="DejaVu Sans"/>
              </a:defRPr>
            </a:defPPr>
            <a:lvl1pPr algn="l">
              <a:defRPr sz="680" b="0">
                <a:solidFill>
                  <a:srgbClr val="161616"/>
                </a:solidFill>
                <a:latin typeface="DejaVu Sans"/>
                <a:ea typeface="DejaVu Sans"/>
                <a:cs typeface="DejaVu Sans"/>
              </a:defRPr>
            </a:lvl1pPr>
            <a:lvl2pPr algn="l">
              <a:defRPr sz="680" b="0">
                <a:solidFill>
                  <a:srgbClr val="161616"/>
                </a:solidFill>
                <a:latin typeface="DejaVu Sans"/>
                <a:ea typeface="DejaVu Sans"/>
                <a:cs typeface="DejaVu Sans"/>
              </a:defRPr>
            </a:lvl2pPr>
            <a:lvl3pPr algn="l">
              <a:defRPr sz="680" b="0">
                <a:solidFill>
                  <a:srgbClr val="161616"/>
                </a:solidFill>
                <a:latin typeface="DejaVu Sans"/>
                <a:ea typeface="DejaVu Sans"/>
                <a:cs typeface="DejaVu Sans"/>
              </a:defRPr>
            </a:lvl3pPr>
            <a:lvl4pPr algn="l">
              <a:defRPr sz="680" b="0">
                <a:solidFill>
                  <a:srgbClr val="161616"/>
                </a:solidFill>
                <a:latin typeface="DejaVu Sans"/>
                <a:ea typeface="DejaVu Sans"/>
                <a:cs typeface="DejaVu Sans"/>
              </a:defRPr>
            </a:lvl4pPr>
            <a:lvl5pPr algn="l">
              <a:defRPr sz="680" b="0">
                <a:solidFill>
                  <a:srgbClr val="161616"/>
                </a:solidFill>
                <a:latin typeface="DejaVu Sans"/>
                <a:ea typeface="DejaVu Sans"/>
                <a:cs typeface="DejaVu Sans"/>
              </a:defRPr>
            </a:lvl5pPr>
            <a:lvl6pPr algn="l">
              <a:defRPr sz="680" b="0">
                <a:solidFill>
                  <a:srgbClr val="161616"/>
                </a:solidFill>
                <a:latin typeface="DejaVu Sans"/>
                <a:ea typeface="DejaVu Sans"/>
                <a:cs typeface="DejaVu Sans"/>
              </a:defRPr>
            </a:lvl6pPr>
            <a:lvl7pPr algn="l">
              <a:defRPr sz="680" b="0">
                <a:solidFill>
                  <a:srgbClr val="161616"/>
                </a:solidFill>
                <a:latin typeface="DejaVu Sans"/>
                <a:ea typeface="DejaVu Sans"/>
                <a:cs typeface="DejaVu Sans"/>
              </a:defRPr>
            </a:lvl7pPr>
            <a:lvl8pPr algn="l">
              <a:defRPr sz="680" b="0">
                <a:solidFill>
                  <a:srgbClr val="161616"/>
                </a:solidFill>
                <a:latin typeface="DejaVu Sans"/>
                <a:ea typeface="DejaVu Sans"/>
                <a:cs typeface="DejaVu Sans"/>
              </a:defRPr>
            </a:lvl8pPr>
            <a:lvl9pPr algn="l">
              <a:defRPr sz="680" b="0">
                <a:solidFill>
                  <a:srgbClr val="161616"/>
                </a:solidFill>
                <a:latin typeface="DejaVu Sans"/>
                <a:ea typeface="DejaVu Sans"/>
                <a:cs typeface="DejaVu Sans"/>
              </a:defRPr>
            </a:lvl9pPr>
          </a:lstStyle>
          <a:p xmlns:a="http://schemas.openxmlformats.org/drawingml/2006/main">
            <a:pPr algn="l">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UNKNOWN</a:t>
            </a:r>
          </a:p>
        </p:txBody>
      </p:sp>
      <p:sp>
        <p:nvSpPr>
          <p:cNvPr id="101" name="Figure_2_Method-101">
            <a:extLst xmlns:a="http://schemas.openxmlformats.org/drawingml/2006/main">
              <a:ext uri="{FF2B5EF4-FFF2-40B4-BE49-F238E27FC236}">
                <a16:creationId xmlns:a16="http://schemas.microsoft.com/office/drawing/2014/main" id="{5B73D39D-1797-4644-99BF-153E7206122F}"/>
              </a:ext>
            </a:extLst>
          </p:cNvPr>
          <p:cNvSpPr>
            <a:spLocks xmlns:a="http://schemas.openxmlformats.org/drawingml/2006/main" noGrp="1"/>
          </p:cNvSpPr>
          <p:nvPr/>
        </p:nvSpPr>
        <p:spPr>
          <a:xfrm xmlns:a="http://schemas.openxmlformats.org/drawingml/2006/main">
            <a:off x="2971800" y="3632200"/>
            <a:ext cx="2616200" cy="114300"/>
          </a:xfrm>
          <a:custGeom xmlns:a="http://schemas.openxmlformats.org/drawingml/2006/main">
            <a:pathLst>
              <a:path w="2616200" h="114300">
                <a:moveTo>
                  <a:pt x="2616200" y="0"/>
                </a:moveTo>
                <a:lnTo>
                  <a:pt x="2616200" y="63500"/>
                </a:lnTo>
                <a:lnTo>
                  <a:pt x="0" y="63500"/>
                </a:lnTo>
                <a:lnTo>
                  <a:pt x="0" y="114300"/>
                </a:lnTo>
              </a:path>
            </a:pathLst>
          </a:custGeom>
          <a:noFill xmlns:a="http://schemas.openxmlformats.org/drawingml/2006/main"/>
          <a:ln xmlns:a="http://schemas.openxmlformats.org/drawingml/2006/main" w="17780">
            <a:solidFill>
              <a:srgbClr val="161616"/>
            </a:solidFill>
            <a:prstDash val="solid"/>
          </a:ln>
        </p:spPr>
      </p:sp>
      <p:sp>
        <p:nvSpPr>
          <p:cNvPr id="102" name="Figure_2_Method-102">
            <a:extLst xmlns:a="http://schemas.openxmlformats.org/drawingml/2006/main">
              <a:ext uri="{FF2B5EF4-FFF2-40B4-BE49-F238E27FC236}">
                <a16:creationId xmlns:a16="http://schemas.microsoft.com/office/drawing/2014/main" id="{7E13115F-45A8-46D9-8BB8-2B972B3F8533}"/>
              </a:ext>
            </a:extLst>
          </p:cNvPr>
          <p:cNvSpPr>
            <a:spLocks xmlns:a="http://schemas.openxmlformats.org/drawingml/2006/main" noGrp="1"/>
          </p:cNvSpPr>
          <p:nvPr/>
        </p:nvSpPr>
        <p:spPr>
          <a:xfrm xmlns:a="http://schemas.openxmlformats.org/drawingml/2006/main">
            <a:off x="2955036" y="3708400"/>
            <a:ext cx="33528" cy="38100"/>
          </a:xfrm>
          <a:custGeom xmlns:a="http://schemas.openxmlformats.org/drawingml/2006/main">
            <a:pathLst>
              <a:path w="33528" h="38100">
                <a:moveTo>
                  <a:pt x="16764" y="38100"/>
                </a:moveTo>
                <a:lnTo>
                  <a:pt x="33528" y="0"/>
                </a:lnTo>
                <a:lnTo>
                  <a:pt x="0" y="0"/>
                </a:lnTo>
                <a:close/>
              </a:path>
            </a:pathLst>
          </a:custGeom>
          <a:solidFill xmlns:a="http://schemas.openxmlformats.org/drawingml/2006/main">
            <a:srgbClr val="161616"/>
          </a:solidFill>
          <a:ln xmlns:a="http://schemas.openxmlformats.org/drawingml/2006/main" w="0">
            <a:noFill/>
            <a:prstDash val="solid"/>
          </a:ln>
        </p:spPr>
      </p:sp>
    </p:spTree>
    <p:extLst>
      <p:ext uri="{BB962C8B-B14F-4D97-AF65-F5344CB8AC3E}">
        <p14:creationId xmlns:p14="http://schemas.microsoft.com/office/powerpoint/2010/main" val="12314815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3" name="Figure_3_Controlled_Construction-001">
            <a:extLst xmlns:a="http://schemas.openxmlformats.org/drawingml/2006/main">
              <a:ext uri="{FF2B5EF4-FFF2-40B4-BE49-F238E27FC236}">
                <a16:creationId xmlns:a16="http://schemas.microsoft.com/office/drawing/2014/main" id="{8A6841F1-FBAE-4356-B590-5F79FA7FF421}"/>
              </a:ext>
            </a:extLst>
          </p:cNvPr>
          <p:cNvSpPr>
            <a:spLocks xmlns:a="http://schemas.openxmlformats.org/drawingml/2006/main" noGrp="1"/>
          </p:cNvSpPr>
          <p:nvPr/>
        </p:nvSpPr>
        <p:spPr>
          <a:xfrm xmlns:a="http://schemas.openxmlformats.org/drawingml/2006/main">
            <a:off x="88900" y="2413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a</a:t>
            </a:r>
          </a:p>
        </p:txBody>
      </p:sp>
      <p:sp>
        <p:nvSpPr>
          <p:cNvPr id="2" name="Figure_3_Controlled_Construction-002">
            <a:extLst xmlns:a="http://schemas.openxmlformats.org/drawingml/2006/main">
              <a:ext uri="{FF2B5EF4-FFF2-40B4-BE49-F238E27FC236}">
                <a16:creationId xmlns:a16="http://schemas.microsoft.com/office/drawing/2014/main" id="{DCE8B977-D854-4C58-B001-C3B1B5DF1BC7}"/>
              </a:ext>
            </a:extLst>
          </p:cNvPr>
          <p:cNvSpPr>
            <a:spLocks xmlns:a="http://schemas.openxmlformats.org/drawingml/2006/main" noGrp="1"/>
          </p:cNvSpPr>
          <p:nvPr/>
        </p:nvSpPr>
        <p:spPr>
          <a:xfrm xmlns:a="http://schemas.openxmlformats.org/drawingml/2006/main">
            <a:off x="254000" y="247650"/>
            <a:ext cx="56007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Frozen confirmation construction</a:t>
            </a:r>
          </a:p>
        </p:txBody>
      </p:sp>
      <p:sp>
        <p:nvSpPr>
          <p:cNvPr id="3" name="Figure_3_Controlled_Construction-003">
            <a:extLst xmlns:a="http://schemas.openxmlformats.org/drawingml/2006/main">
              <a:ext uri="{FF2B5EF4-FFF2-40B4-BE49-F238E27FC236}">
                <a16:creationId xmlns:a16="http://schemas.microsoft.com/office/drawing/2014/main" id="{F12A4C31-8093-4E0B-B211-CC8EA6706E4C}"/>
              </a:ext>
            </a:extLst>
          </p:cNvPr>
          <p:cNvSpPr>
            <a:spLocks xmlns:a="http://schemas.openxmlformats.org/drawingml/2006/main" noGrp="1"/>
          </p:cNvSpPr>
          <p:nvPr/>
        </p:nvSpPr>
        <p:spPr>
          <a:xfrm xmlns:a="http://schemas.openxmlformats.org/drawingml/2006/main">
            <a:off x="76200" y="495300"/>
            <a:ext cx="1168400" cy="419100"/>
          </a:xfrm>
          <a:prstGeom xmlns:a="http://schemas.openxmlformats.org/drawingml/2006/main" prst="roundRect">
            <a:avLst>
              <a:gd name="adj" fmla="val 12121"/>
            </a:avLst>
          </a:prstGeom>
          <a:solidFill xmlns:a="http://schemas.openxmlformats.org/drawingml/2006/main">
            <a:srgbClr val="DAE2F5"/>
          </a:solidFill>
          <a:ln xmlns:a="http://schemas.openxmlformats.org/drawingml/2006/main" w="11430">
            <a:solidFill>
              <a:srgbClr val="161616"/>
            </a:solidFill>
            <a:prstDash val="solid"/>
          </a:ln>
        </p:spPr>
      </p:sp>
      <p:sp>
        <p:nvSpPr>
          <p:cNvPr id="4" name="Figure_3_Controlled_Construction-004">
            <a:extLst xmlns:a="http://schemas.openxmlformats.org/drawingml/2006/main">
              <a:ext uri="{FF2B5EF4-FFF2-40B4-BE49-F238E27FC236}">
                <a16:creationId xmlns:a16="http://schemas.microsoft.com/office/drawing/2014/main" id="{5F5F8222-750A-4B9F-A76C-E1FB3C9B2DC4}"/>
              </a:ext>
            </a:extLst>
          </p:cNvPr>
          <p:cNvSpPr>
            <a:spLocks xmlns:a="http://schemas.openxmlformats.org/drawingml/2006/main" noGrp="1"/>
          </p:cNvSpPr>
          <p:nvPr/>
        </p:nvSpPr>
        <p:spPr>
          <a:xfrm xmlns:a="http://schemas.openxmlformats.org/drawingml/2006/main">
            <a:off x="152400" y="571500"/>
            <a:ext cx="10160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2WikiMultihopQA</a:t>
            </a:r>
          </a:p>
        </p:txBody>
      </p:sp>
      <p:sp>
        <p:nvSpPr>
          <p:cNvPr id="5" name="Figure_3_Controlled_Construction-005">
            <a:extLst xmlns:a="http://schemas.openxmlformats.org/drawingml/2006/main">
              <a:ext uri="{FF2B5EF4-FFF2-40B4-BE49-F238E27FC236}">
                <a16:creationId xmlns:a16="http://schemas.microsoft.com/office/drawing/2014/main" id="{8043CD5E-33FB-44B4-9578-B369C7C6465B}"/>
              </a:ext>
            </a:extLst>
          </p:cNvPr>
          <p:cNvSpPr>
            <a:spLocks xmlns:a="http://schemas.openxmlformats.org/drawingml/2006/main" noGrp="1"/>
          </p:cNvSpPr>
          <p:nvPr/>
        </p:nvSpPr>
        <p:spPr>
          <a:xfrm xmlns:a="http://schemas.openxmlformats.org/drawingml/2006/main">
            <a:off x="152400" y="711200"/>
            <a:ext cx="10160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90" b="0">
                <a:solidFill>
                  <a:srgbClr val="161616"/>
                </a:solidFill>
                <a:latin typeface="DejaVu Sans"/>
                <a:ea typeface="DejaVu Sans"/>
                <a:cs typeface="DejaVu Sans"/>
              </a:defRPr>
            </a:defPPr>
            <a:lvl1pPr algn="ctr">
              <a:defRPr sz="690" b="0">
                <a:solidFill>
                  <a:srgbClr val="161616"/>
                </a:solidFill>
                <a:latin typeface="DejaVu Sans"/>
                <a:ea typeface="DejaVu Sans"/>
                <a:cs typeface="DejaVu Sans"/>
              </a:defRPr>
            </a:lvl1pPr>
            <a:lvl2pPr algn="ctr">
              <a:defRPr sz="690" b="0">
                <a:solidFill>
                  <a:srgbClr val="161616"/>
                </a:solidFill>
                <a:latin typeface="DejaVu Sans"/>
                <a:ea typeface="DejaVu Sans"/>
                <a:cs typeface="DejaVu Sans"/>
              </a:defRPr>
            </a:lvl2pPr>
            <a:lvl3pPr algn="ctr">
              <a:defRPr sz="690" b="0">
                <a:solidFill>
                  <a:srgbClr val="161616"/>
                </a:solidFill>
                <a:latin typeface="DejaVu Sans"/>
                <a:ea typeface="DejaVu Sans"/>
                <a:cs typeface="DejaVu Sans"/>
              </a:defRPr>
            </a:lvl3pPr>
            <a:lvl4pPr algn="ctr">
              <a:defRPr sz="690" b="0">
                <a:solidFill>
                  <a:srgbClr val="161616"/>
                </a:solidFill>
                <a:latin typeface="DejaVu Sans"/>
                <a:ea typeface="DejaVu Sans"/>
                <a:cs typeface="DejaVu Sans"/>
              </a:defRPr>
            </a:lvl4pPr>
            <a:lvl5pPr algn="ctr">
              <a:defRPr sz="690" b="0">
                <a:solidFill>
                  <a:srgbClr val="161616"/>
                </a:solidFill>
                <a:latin typeface="DejaVu Sans"/>
                <a:ea typeface="DejaVu Sans"/>
                <a:cs typeface="DejaVu Sans"/>
              </a:defRPr>
            </a:lvl5pPr>
            <a:lvl6pPr algn="ctr">
              <a:defRPr sz="690" b="0">
                <a:solidFill>
                  <a:srgbClr val="161616"/>
                </a:solidFill>
                <a:latin typeface="DejaVu Sans"/>
                <a:ea typeface="DejaVu Sans"/>
                <a:cs typeface="DejaVu Sans"/>
              </a:defRPr>
            </a:lvl6pPr>
            <a:lvl7pPr algn="ctr">
              <a:defRPr sz="690" b="0">
                <a:solidFill>
                  <a:srgbClr val="161616"/>
                </a:solidFill>
                <a:latin typeface="DejaVu Sans"/>
                <a:ea typeface="DejaVu Sans"/>
                <a:cs typeface="DejaVu Sans"/>
              </a:defRPr>
            </a:lvl7pPr>
            <a:lvl8pPr algn="ctr">
              <a:defRPr sz="690" b="0">
                <a:solidFill>
                  <a:srgbClr val="161616"/>
                </a:solidFill>
                <a:latin typeface="DejaVu Sans"/>
                <a:ea typeface="DejaVu Sans"/>
                <a:cs typeface="DejaVu Sans"/>
              </a:defRPr>
            </a:lvl8pPr>
            <a:lvl9pPr algn="ctr">
              <a:defRPr sz="690" b="0">
                <a:solidFill>
                  <a:srgbClr val="161616"/>
                </a:solidFill>
                <a:latin typeface="DejaVu Sans"/>
                <a:ea typeface="DejaVu Sans"/>
                <a:cs typeface="DejaVu Sans"/>
              </a:defRPr>
            </a:lvl9pPr>
          </a:lstStyle>
          <a:p xmlns:a="http://schemas.openxmlformats.org/drawingml/2006/main">
            <a:pPr algn="ctr">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unused questions</a:t>
            </a:r>
          </a:p>
        </p:txBody>
      </p:sp>
      <p:sp>
        <p:nvSpPr>
          <p:cNvPr id="6" name="Figure_3_Controlled_Construction-006">
            <a:extLst xmlns:a="http://schemas.openxmlformats.org/drawingml/2006/main">
              <a:ext uri="{FF2B5EF4-FFF2-40B4-BE49-F238E27FC236}">
                <a16:creationId xmlns:a16="http://schemas.microsoft.com/office/drawing/2014/main" id="{7C419059-940C-4A65-822C-9AE8E3C51DEC}"/>
              </a:ext>
            </a:extLst>
          </p:cNvPr>
          <p:cNvSpPr>
            <a:spLocks xmlns:a="http://schemas.openxmlformats.org/drawingml/2006/main" noGrp="1"/>
          </p:cNvSpPr>
          <p:nvPr/>
        </p:nvSpPr>
        <p:spPr>
          <a:xfrm xmlns:a="http://schemas.openxmlformats.org/drawingml/2006/main">
            <a:off x="1270000" y="711200"/>
            <a:ext cx="165100" cy="127"/>
          </a:xfrm>
          <a:custGeom xmlns:a="http://schemas.openxmlformats.org/drawingml/2006/main">
            <a:pathLst>
              <a:path w="165100" h="127">
                <a:moveTo>
                  <a:pt x="0" y="0"/>
                </a:moveTo>
                <a:lnTo>
                  <a:pt x="165100" y="0"/>
                </a:lnTo>
              </a:path>
            </a:pathLst>
          </a:custGeom>
          <a:noFill xmlns:a="http://schemas.openxmlformats.org/drawingml/2006/main"/>
          <a:ln xmlns:a="http://schemas.openxmlformats.org/drawingml/2006/main" w="22860">
            <a:solidFill>
              <a:srgbClr val="161616"/>
            </a:solidFill>
            <a:prstDash val="solid"/>
          </a:ln>
        </p:spPr>
      </p:sp>
      <p:sp>
        <p:nvSpPr>
          <p:cNvPr id="7" name="Figure_3_Controlled_Construction-007">
            <a:extLst xmlns:a="http://schemas.openxmlformats.org/drawingml/2006/main">
              <a:ext uri="{FF2B5EF4-FFF2-40B4-BE49-F238E27FC236}">
                <a16:creationId xmlns:a16="http://schemas.microsoft.com/office/drawing/2014/main" id="{30B6009F-71E4-4D7C-94BF-A06D12836344}"/>
              </a:ext>
            </a:extLst>
          </p:cNvPr>
          <p:cNvSpPr>
            <a:spLocks xmlns:a="http://schemas.openxmlformats.org/drawingml/2006/main" noGrp="1"/>
          </p:cNvSpPr>
          <p:nvPr/>
        </p:nvSpPr>
        <p:spPr>
          <a:xfrm xmlns:a="http://schemas.openxmlformats.org/drawingml/2006/main">
            <a:off x="1384300" y="6888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8" name="Figure_3_Controlled_Construction-008">
            <a:extLst xmlns:a="http://schemas.openxmlformats.org/drawingml/2006/main">
              <a:ext uri="{FF2B5EF4-FFF2-40B4-BE49-F238E27FC236}">
                <a16:creationId xmlns:a16="http://schemas.microsoft.com/office/drawing/2014/main" id="{003E2E1D-540E-4BA0-818A-93A73D7C6E4D}"/>
              </a:ext>
            </a:extLst>
          </p:cNvPr>
          <p:cNvSpPr>
            <a:spLocks xmlns:a="http://schemas.openxmlformats.org/drawingml/2006/main" noGrp="1"/>
          </p:cNvSpPr>
          <p:nvPr/>
        </p:nvSpPr>
        <p:spPr>
          <a:xfrm xmlns:a="http://schemas.openxmlformats.org/drawingml/2006/main">
            <a:off x="1498600" y="495300"/>
            <a:ext cx="1409700" cy="419100"/>
          </a:xfrm>
          <a:prstGeom xmlns:a="http://schemas.openxmlformats.org/drawingml/2006/main" prst="roundRect">
            <a:avLst>
              <a:gd name="adj" fmla="val 12121"/>
            </a:avLst>
          </a:prstGeom>
          <a:solidFill xmlns:a="http://schemas.openxmlformats.org/drawingml/2006/main">
            <a:srgbClr val="E1EFD9"/>
          </a:solidFill>
          <a:ln xmlns:a="http://schemas.openxmlformats.org/drawingml/2006/main" w="11430">
            <a:solidFill>
              <a:srgbClr val="161616"/>
            </a:solidFill>
            <a:prstDash val="solid"/>
          </a:ln>
        </p:spPr>
      </p:sp>
      <p:sp>
        <p:nvSpPr>
          <p:cNvPr id="9" name="Figure_3_Controlled_Construction-009">
            <a:extLst xmlns:a="http://schemas.openxmlformats.org/drawingml/2006/main">
              <a:ext uri="{FF2B5EF4-FFF2-40B4-BE49-F238E27FC236}">
                <a16:creationId xmlns:a16="http://schemas.microsoft.com/office/drawing/2014/main" id="{A8CF3F19-8BAE-466F-A13D-C942B234EFA8}"/>
              </a:ext>
            </a:extLst>
          </p:cNvPr>
          <p:cNvSpPr>
            <a:spLocks xmlns:a="http://schemas.openxmlformats.org/drawingml/2006/main" noGrp="1"/>
          </p:cNvSpPr>
          <p:nvPr/>
        </p:nvSpPr>
        <p:spPr>
          <a:xfrm xmlns:a="http://schemas.openxmlformats.org/drawingml/2006/main">
            <a:off x="1549400" y="571500"/>
            <a:ext cx="13081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Two connected hops</a:t>
            </a:r>
          </a:p>
        </p:txBody>
      </p:sp>
      <p:sp>
        <p:nvSpPr>
          <p:cNvPr id="10" name="Figure_3_Controlled_Construction-010">
            <a:extLst xmlns:a="http://schemas.openxmlformats.org/drawingml/2006/main">
              <a:ext uri="{FF2B5EF4-FFF2-40B4-BE49-F238E27FC236}">
                <a16:creationId xmlns:a16="http://schemas.microsoft.com/office/drawing/2014/main" id="{35C4BD8D-6310-407E-9798-C50613EC141B}"/>
              </a:ext>
            </a:extLst>
          </p:cNvPr>
          <p:cNvSpPr>
            <a:spLocks xmlns:a="http://schemas.openxmlformats.org/drawingml/2006/main" noGrp="1"/>
          </p:cNvSpPr>
          <p:nvPr/>
        </p:nvSpPr>
        <p:spPr>
          <a:xfrm xmlns:a="http://schemas.openxmlformats.org/drawingml/2006/main">
            <a:off x="1549400" y="711200"/>
            <a:ext cx="1308100" cy="1363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60" b="0">
                <a:solidFill>
                  <a:srgbClr val="161616"/>
                </a:solidFill>
                <a:latin typeface="DejaVu Sans"/>
                <a:ea typeface="DejaVu Sans"/>
                <a:cs typeface="DejaVu Sans"/>
              </a:defRPr>
            </a:defPPr>
            <a:lvl1pPr algn="ctr">
              <a:defRPr sz="660" b="0">
                <a:solidFill>
                  <a:srgbClr val="161616"/>
                </a:solidFill>
                <a:latin typeface="DejaVu Sans"/>
                <a:ea typeface="DejaVu Sans"/>
                <a:cs typeface="DejaVu Sans"/>
              </a:defRPr>
            </a:lvl1pPr>
            <a:lvl2pPr algn="ctr">
              <a:defRPr sz="660" b="0">
                <a:solidFill>
                  <a:srgbClr val="161616"/>
                </a:solidFill>
                <a:latin typeface="DejaVu Sans"/>
                <a:ea typeface="DejaVu Sans"/>
                <a:cs typeface="DejaVu Sans"/>
              </a:defRPr>
            </a:lvl2pPr>
            <a:lvl3pPr algn="ctr">
              <a:defRPr sz="660" b="0">
                <a:solidFill>
                  <a:srgbClr val="161616"/>
                </a:solidFill>
                <a:latin typeface="DejaVu Sans"/>
                <a:ea typeface="DejaVu Sans"/>
                <a:cs typeface="DejaVu Sans"/>
              </a:defRPr>
            </a:lvl3pPr>
            <a:lvl4pPr algn="ctr">
              <a:defRPr sz="660" b="0">
                <a:solidFill>
                  <a:srgbClr val="161616"/>
                </a:solidFill>
                <a:latin typeface="DejaVu Sans"/>
                <a:ea typeface="DejaVu Sans"/>
                <a:cs typeface="DejaVu Sans"/>
              </a:defRPr>
            </a:lvl4pPr>
            <a:lvl5pPr algn="ctr">
              <a:defRPr sz="660" b="0">
                <a:solidFill>
                  <a:srgbClr val="161616"/>
                </a:solidFill>
                <a:latin typeface="DejaVu Sans"/>
                <a:ea typeface="DejaVu Sans"/>
                <a:cs typeface="DejaVu Sans"/>
              </a:defRPr>
            </a:lvl5pPr>
            <a:lvl6pPr algn="ctr">
              <a:defRPr sz="660" b="0">
                <a:solidFill>
                  <a:srgbClr val="161616"/>
                </a:solidFill>
                <a:latin typeface="DejaVu Sans"/>
                <a:ea typeface="DejaVu Sans"/>
                <a:cs typeface="DejaVu Sans"/>
              </a:defRPr>
            </a:lvl6pPr>
            <a:lvl7pPr algn="ctr">
              <a:defRPr sz="660" b="0">
                <a:solidFill>
                  <a:srgbClr val="161616"/>
                </a:solidFill>
                <a:latin typeface="DejaVu Sans"/>
                <a:ea typeface="DejaVu Sans"/>
                <a:cs typeface="DejaVu Sans"/>
              </a:defRPr>
            </a:lvl7pPr>
            <a:lvl8pPr algn="ctr">
              <a:defRPr sz="660" b="0">
                <a:solidFill>
                  <a:srgbClr val="161616"/>
                </a:solidFill>
                <a:latin typeface="DejaVu Sans"/>
                <a:ea typeface="DejaVu Sans"/>
                <a:cs typeface="DejaVu Sans"/>
              </a:defRPr>
            </a:lvl8pPr>
            <a:lvl9pPr algn="ctr">
              <a:defRPr sz="660" b="0">
                <a:solidFill>
                  <a:srgbClr val="161616"/>
                </a:solidFill>
                <a:latin typeface="DejaVu Sans"/>
                <a:ea typeface="DejaVu Sans"/>
                <a:cs typeface="DejaVu Sans"/>
              </a:defRPr>
            </a:lvl9pPr>
          </a:lstStyle>
          <a:p xmlns:a="http://schemas.openxmlformats.org/drawingml/2006/main">
            <a:pPr algn="ctr">
              <a:defRPr sz="660" b="0">
                <a:solidFill>
                  <a:srgbClr val="161616"/>
                </a:solidFill>
                <a:latin typeface="DejaVu Sans"/>
                <a:ea typeface="DejaVu Sans"/>
                <a:cs typeface="DejaVu Sans"/>
              </a:defRPr>
            </a:pPr>
            <a:r>
              <a:rPr sz="660" b="0">
                <a:solidFill>
                  <a:srgbClr val="161616"/>
                </a:solidFill>
                <a:latin typeface="DejaVu Sans"/>
                <a:ea typeface="DejaVu Sans"/>
                <a:cs typeface="DejaVu Sans"/>
              </a:rPr>
              <a:t>Distinct support documents</a:t>
            </a:r>
          </a:p>
        </p:txBody>
      </p:sp>
      <p:sp>
        <p:nvSpPr>
          <p:cNvPr id="11" name="Figure_3_Controlled_Construction-011">
            <a:extLst xmlns:a="http://schemas.openxmlformats.org/drawingml/2006/main">
              <a:ext uri="{FF2B5EF4-FFF2-40B4-BE49-F238E27FC236}">
                <a16:creationId xmlns:a16="http://schemas.microsoft.com/office/drawing/2014/main" id="{D9A152C8-3B61-4C12-999A-20F47779EF06}"/>
              </a:ext>
            </a:extLst>
          </p:cNvPr>
          <p:cNvSpPr>
            <a:spLocks xmlns:a="http://schemas.openxmlformats.org/drawingml/2006/main" noGrp="1"/>
          </p:cNvSpPr>
          <p:nvPr/>
        </p:nvSpPr>
        <p:spPr>
          <a:xfrm xmlns:a="http://schemas.openxmlformats.org/drawingml/2006/main">
            <a:off x="2933700" y="711200"/>
            <a:ext cx="165100" cy="127"/>
          </a:xfrm>
          <a:custGeom xmlns:a="http://schemas.openxmlformats.org/drawingml/2006/main">
            <a:pathLst>
              <a:path w="165100" h="127">
                <a:moveTo>
                  <a:pt x="0" y="0"/>
                </a:moveTo>
                <a:lnTo>
                  <a:pt x="165100" y="0"/>
                </a:lnTo>
              </a:path>
            </a:pathLst>
          </a:custGeom>
          <a:noFill xmlns:a="http://schemas.openxmlformats.org/drawingml/2006/main"/>
          <a:ln xmlns:a="http://schemas.openxmlformats.org/drawingml/2006/main" w="22860">
            <a:solidFill>
              <a:srgbClr val="161616"/>
            </a:solidFill>
            <a:prstDash val="solid"/>
          </a:ln>
        </p:spPr>
      </p:sp>
      <p:sp>
        <p:nvSpPr>
          <p:cNvPr id="12" name="Figure_3_Controlled_Construction-012">
            <a:extLst xmlns:a="http://schemas.openxmlformats.org/drawingml/2006/main">
              <a:ext uri="{FF2B5EF4-FFF2-40B4-BE49-F238E27FC236}">
                <a16:creationId xmlns:a16="http://schemas.microsoft.com/office/drawing/2014/main" id="{08375CEF-E71D-4D23-9E0D-53813D1FDB7E}"/>
              </a:ext>
            </a:extLst>
          </p:cNvPr>
          <p:cNvSpPr>
            <a:spLocks xmlns:a="http://schemas.openxmlformats.org/drawingml/2006/main" noGrp="1"/>
          </p:cNvSpPr>
          <p:nvPr/>
        </p:nvSpPr>
        <p:spPr>
          <a:xfrm xmlns:a="http://schemas.openxmlformats.org/drawingml/2006/main">
            <a:off x="3048000" y="6888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13" name="Figure_3_Controlled_Construction-013">
            <a:extLst xmlns:a="http://schemas.openxmlformats.org/drawingml/2006/main">
              <a:ext uri="{FF2B5EF4-FFF2-40B4-BE49-F238E27FC236}">
                <a16:creationId xmlns:a16="http://schemas.microsoft.com/office/drawing/2014/main" id="{7188C77F-6CB3-43C2-B92D-295EE9583619}"/>
              </a:ext>
            </a:extLst>
          </p:cNvPr>
          <p:cNvSpPr>
            <a:spLocks xmlns:a="http://schemas.openxmlformats.org/drawingml/2006/main" noGrp="1"/>
          </p:cNvSpPr>
          <p:nvPr/>
        </p:nvSpPr>
        <p:spPr>
          <a:xfrm xmlns:a="http://schemas.openxmlformats.org/drawingml/2006/main">
            <a:off x="3162300" y="495300"/>
            <a:ext cx="1422400" cy="419100"/>
          </a:xfrm>
          <a:prstGeom xmlns:a="http://schemas.openxmlformats.org/drawingml/2006/main" prst="roundRect">
            <a:avLst>
              <a:gd name="adj" fmla="val 12121"/>
            </a:avLst>
          </a:prstGeom>
          <a:solidFill xmlns:a="http://schemas.openxmlformats.org/drawingml/2006/main">
            <a:srgbClr val="FAE4D5"/>
          </a:solidFill>
          <a:ln xmlns:a="http://schemas.openxmlformats.org/drawingml/2006/main" w="11430">
            <a:solidFill>
              <a:srgbClr val="161616"/>
            </a:solidFill>
            <a:prstDash val="solid"/>
          </a:ln>
        </p:spPr>
      </p:sp>
      <p:sp>
        <p:nvSpPr>
          <p:cNvPr id="14" name="Figure_3_Controlled_Construction-014">
            <a:extLst xmlns:a="http://schemas.openxmlformats.org/drawingml/2006/main">
              <a:ext uri="{FF2B5EF4-FFF2-40B4-BE49-F238E27FC236}">
                <a16:creationId xmlns:a16="http://schemas.microsoft.com/office/drawing/2014/main" id="{572168D7-6D9E-439D-9F35-CBF344C27ECC}"/>
              </a:ext>
            </a:extLst>
          </p:cNvPr>
          <p:cNvSpPr>
            <a:spLocks xmlns:a="http://schemas.openxmlformats.org/drawingml/2006/main" noGrp="1"/>
          </p:cNvSpPr>
          <p:nvPr/>
        </p:nvSpPr>
        <p:spPr>
          <a:xfrm xmlns:a="http://schemas.openxmlformats.org/drawingml/2006/main">
            <a:off x="3213100" y="571500"/>
            <a:ext cx="13208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Fixed hash order</a:t>
            </a:r>
          </a:p>
        </p:txBody>
      </p:sp>
      <p:sp>
        <p:nvSpPr>
          <p:cNvPr id="15" name="Figure_3_Controlled_Construction-015">
            <a:extLst xmlns:a="http://schemas.openxmlformats.org/drawingml/2006/main">
              <a:ext uri="{FF2B5EF4-FFF2-40B4-BE49-F238E27FC236}">
                <a16:creationId xmlns:a16="http://schemas.microsoft.com/office/drawing/2014/main" id="{52A488C8-DCCC-4AC9-81F1-A56F4A4B424E}"/>
              </a:ext>
            </a:extLst>
          </p:cNvPr>
          <p:cNvSpPr>
            <a:spLocks xmlns:a="http://schemas.openxmlformats.org/drawingml/2006/main" noGrp="1"/>
          </p:cNvSpPr>
          <p:nvPr/>
        </p:nvSpPr>
        <p:spPr>
          <a:xfrm xmlns:a="http://schemas.openxmlformats.org/drawingml/2006/main">
            <a:off x="3213100" y="711200"/>
            <a:ext cx="1320800" cy="1363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60" b="0">
                <a:solidFill>
                  <a:srgbClr val="161616"/>
                </a:solidFill>
                <a:latin typeface="DejaVu Sans"/>
                <a:ea typeface="DejaVu Sans"/>
                <a:cs typeface="DejaVu Sans"/>
              </a:defRPr>
            </a:defPPr>
            <a:lvl1pPr algn="ctr">
              <a:defRPr sz="660" b="0">
                <a:solidFill>
                  <a:srgbClr val="161616"/>
                </a:solidFill>
                <a:latin typeface="DejaVu Sans"/>
                <a:ea typeface="DejaVu Sans"/>
                <a:cs typeface="DejaVu Sans"/>
              </a:defRPr>
            </a:lvl1pPr>
            <a:lvl2pPr algn="ctr">
              <a:defRPr sz="660" b="0">
                <a:solidFill>
                  <a:srgbClr val="161616"/>
                </a:solidFill>
                <a:latin typeface="DejaVu Sans"/>
                <a:ea typeface="DejaVu Sans"/>
                <a:cs typeface="DejaVu Sans"/>
              </a:defRPr>
            </a:lvl2pPr>
            <a:lvl3pPr algn="ctr">
              <a:defRPr sz="660" b="0">
                <a:solidFill>
                  <a:srgbClr val="161616"/>
                </a:solidFill>
                <a:latin typeface="DejaVu Sans"/>
                <a:ea typeface="DejaVu Sans"/>
                <a:cs typeface="DejaVu Sans"/>
              </a:defRPr>
            </a:lvl3pPr>
            <a:lvl4pPr algn="ctr">
              <a:defRPr sz="660" b="0">
                <a:solidFill>
                  <a:srgbClr val="161616"/>
                </a:solidFill>
                <a:latin typeface="DejaVu Sans"/>
                <a:ea typeface="DejaVu Sans"/>
                <a:cs typeface="DejaVu Sans"/>
              </a:defRPr>
            </a:lvl4pPr>
            <a:lvl5pPr algn="ctr">
              <a:defRPr sz="660" b="0">
                <a:solidFill>
                  <a:srgbClr val="161616"/>
                </a:solidFill>
                <a:latin typeface="DejaVu Sans"/>
                <a:ea typeface="DejaVu Sans"/>
                <a:cs typeface="DejaVu Sans"/>
              </a:defRPr>
            </a:lvl5pPr>
            <a:lvl6pPr algn="ctr">
              <a:defRPr sz="660" b="0">
                <a:solidFill>
                  <a:srgbClr val="161616"/>
                </a:solidFill>
                <a:latin typeface="DejaVu Sans"/>
                <a:ea typeface="DejaVu Sans"/>
                <a:cs typeface="DejaVu Sans"/>
              </a:defRPr>
            </a:lvl6pPr>
            <a:lvl7pPr algn="ctr">
              <a:defRPr sz="660" b="0">
                <a:solidFill>
                  <a:srgbClr val="161616"/>
                </a:solidFill>
                <a:latin typeface="DejaVu Sans"/>
                <a:ea typeface="DejaVu Sans"/>
                <a:cs typeface="DejaVu Sans"/>
              </a:defRPr>
            </a:lvl7pPr>
            <a:lvl8pPr algn="ctr">
              <a:defRPr sz="660" b="0">
                <a:solidFill>
                  <a:srgbClr val="161616"/>
                </a:solidFill>
                <a:latin typeface="DejaVu Sans"/>
                <a:ea typeface="DejaVu Sans"/>
                <a:cs typeface="DejaVu Sans"/>
              </a:defRPr>
            </a:lvl8pPr>
            <a:lvl9pPr algn="ctr">
              <a:defRPr sz="660" b="0">
                <a:solidFill>
                  <a:srgbClr val="161616"/>
                </a:solidFill>
                <a:latin typeface="DejaVu Sans"/>
                <a:ea typeface="DejaVu Sans"/>
                <a:cs typeface="DejaVu Sans"/>
              </a:defRPr>
            </a:lvl9pPr>
          </a:lstStyle>
          <a:p xmlns:a="http://schemas.openxmlformats.org/drawingml/2006/main">
            <a:pPr algn="ctr">
              <a:defRPr sz="660" b="0">
                <a:solidFill>
                  <a:srgbClr val="161616"/>
                </a:solidFill>
                <a:latin typeface="DejaVu Sans"/>
                <a:ea typeface="DejaVu Sans"/>
                <a:cs typeface="DejaVu Sans"/>
              </a:defRPr>
            </a:pPr>
            <a:r>
              <a:rPr sz="660" b="0">
                <a:solidFill>
                  <a:srgbClr val="161616"/>
                </a:solidFill>
                <a:latin typeface="DejaVu Sans"/>
                <a:ea typeface="DejaVu Sans"/>
                <a:cs typeface="DejaVu Sans"/>
              </a:rPr>
              <a:t>Question and title exclusions</a:t>
            </a:r>
          </a:p>
        </p:txBody>
      </p:sp>
      <p:sp>
        <p:nvSpPr>
          <p:cNvPr id="16" name="Figure_3_Controlled_Construction-016">
            <a:extLst xmlns:a="http://schemas.openxmlformats.org/drawingml/2006/main">
              <a:ext uri="{FF2B5EF4-FFF2-40B4-BE49-F238E27FC236}">
                <a16:creationId xmlns:a16="http://schemas.microsoft.com/office/drawing/2014/main" id="{9DCE8B8D-C8FF-4FC7-816F-61D3CE750F1A}"/>
              </a:ext>
            </a:extLst>
          </p:cNvPr>
          <p:cNvSpPr>
            <a:spLocks xmlns:a="http://schemas.openxmlformats.org/drawingml/2006/main" noGrp="1"/>
          </p:cNvSpPr>
          <p:nvPr/>
        </p:nvSpPr>
        <p:spPr>
          <a:xfrm xmlns:a="http://schemas.openxmlformats.org/drawingml/2006/main">
            <a:off x="4610100" y="711200"/>
            <a:ext cx="165100" cy="127"/>
          </a:xfrm>
          <a:custGeom xmlns:a="http://schemas.openxmlformats.org/drawingml/2006/main">
            <a:pathLst>
              <a:path w="165100" h="127">
                <a:moveTo>
                  <a:pt x="0" y="0"/>
                </a:moveTo>
                <a:lnTo>
                  <a:pt x="165100" y="0"/>
                </a:lnTo>
              </a:path>
            </a:pathLst>
          </a:custGeom>
          <a:noFill xmlns:a="http://schemas.openxmlformats.org/drawingml/2006/main"/>
          <a:ln xmlns:a="http://schemas.openxmlformats.org/drawingml/2006/main" w="22860">
            <a:solidFill>
              <a:srgbClr val="161616"/>
            </a:solidFill>
            <a:prstDash val="solid"/>
          </a:ln>
        </p:spPr>
      </p:sp>
      <p:sp>
        <p:nvSpPr>
          <p:cNvPr id="17" name="Figure_3_Controlled_Construction-017">
            <a:extLst xmlns:a="http://schemas.openxmlformats.org/drawingml/2006/main">
              <a:ext uri="{FF2B5EF4-FFF2-40B4-BE49-F238E27FC236}">
                <a16:creationId xmlns:a16="http://schemas.microsoft.com/office/drawing/2014/main" id="{517BF042-BB7B-4C6A-BF91-28034A8EE95F}"/>
              </a:ext>
            </a:extLst>
          </p:cNvPr>
          <p:cNvSpPr>
            <a:spLocks xmlns:a="http://schemas.openxmlformats.org/drawingml/2006/main" noGrp="1"/>
          </p:cNvSpPr>
          <p:nvPr/>
        </p:nvSpPr>
        <p:spPr>
          <a:xfrm xmlns:a="http://schemas.openxmlformats.org/drawingml/2006/main">
            <a:off x="4724400" y="6888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18" name="Figure_3_Controlled_Construction-018">
            <a:extLst xmlns:a="http://schemas.openxmlformats.org/drawingml/2006/main">
              <a:ext uri="{FF2B5EF4-FFF2-40B4-BE49-F238E27FC236}">
                <a16:creationId xmlns:a16="http://schemas.microsoft.com/office/drawing/2014/main" id="{05C27664-48A1-409A-9C52-5BF091CC8C12}"/>
              </a:ext>
            </a:extLst>
          </p:cNvPr>
          <p:cNvSpPr>
            <a:spLocks xmlns:a="http://schemas.openxmlformats.org/drawingml/2006/main" noGrp="1"/>
          </p:cNvSpPr>
          <p:nvPr/>
        </p:nvSpPr>
        <p:spPr>
          <a:xfrm xmlns:a="http://schemas.openxmlformats.org/drawingml/2006/main">
            <a:off x="4838700" y="495300"/>
            <a:ext cx="1016000" cy="419100"/>
          </a:xfrm>
          <a:prstGeom xmlns:a="http://schemas.openxmlformats.org/drawingml/2006/main" prst="roundRect">
            <a:avLst>
              <a:gd name="adj" fmla="val 12121"/>
            </a:avLst>
          </a:prstGeom>
          <a:solidFill xmlns:a="http://schemas.openxmlformats.org/drawingml/2006/main">
            <a:srgbClr val="FDE694"/>
          </a:solidFill>
          <a:ln xmlns:a="http://schemas.openxmlformats.org/drawingml/2006/main" w="11430">
            <a:solidFill>
              <a:srgbClr val="161616"/>
            </a:solidFill>
            <a:prstDash val="solid"/>
          </a:ln>
        </p:spPr>
      </p:sp>
      <p:sp>
        <p:nvSpPr>
          <p:cNvPr id="19" name="Figure_3_Controlled_Construction-019">
            <a:extLst xmlns:a="http://schemas.openxmlformats.org/drawingml/2006/main">
              <a:ext uri="{FF2B5EF4-FFF2-40B4-BE49-F238E27FC236}">
                <a16:creationId xmlns:a16="http://schemas.microsoft.com/office/drawing/2014/main" id="{AC72299E-0CFD-42EF-A995-CFF555CEA1E3}"/>
              </a:ext>
            </a:extLst>
          </p:cNvPr>
          <p:cNvSpPr>
            <a:spLocks xmlns:a="http://schemas.openxmlformats.org/drawingml/2006/main" noGrp="1"/>
          </p:cNvSpPr>
          <p:nvPr/>
        </p:nvSpPr>
        <p:spPr>
          <a:xfrm xmlns:a="http://schemas.openxmlformats.org/drawingml/2006/main">
            <a:off x="4889500" y="571500"/>
            <a:ext cx="914400" cy="1488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30" b="1">
                <a:solidFill>
                  <a:srgbClr val="161616"/>
                </a:solidFill>
                <a:latin typeface="DejaVu Sans"/>
                <a:ea typeface="DejaVu Sans"/>
                <a:cs typeface="DejaVu Sans"/>
              </a:defRPr>
            </a:defPPr>
            <a:lvl1pPr algn="ctr">
              <a:defRPr sz="730" b="1">
                <a:solidFill>
                  <a:srgbClr val="161616"/>
                </a:solidFill>
                <a:latin typeface="DejaVu Sans"/>
                <a:ea typeface="DejaVu Sans"/>
                <a:cs typeface="DejaVu Sans"/>
              </a:defRPr>
            </a:lvl1pPr>
            <a:lvl2pPr algn="ctr">
              <a:defRPr sz="730" b="1">
                <a:solidFill>
                  <a:srgbClr val="161616"/>
                </a:solidFill>
                <a:latin typeface="DejaVu Sans"/>
                <a:ea typeface="DejaVu Sans"/>
                <a:cs typeface="DejaVu Sans"/>
              </a:defRPr>
            </a:lvl2pPr>
            <a:lvl3pPr algn="ctr">
              <a:defRPr sz="730" b="1">
                <a:solidFill>
                  <a:srgbClr val="161616"/>
                </a:solidFill>
                <a:latin typeface="DejaVu Sans"/>
                <a:ea typeface="DejaVu Sans"/>
                <a:cs typeface="DejaVu Sans"/>
              </a:defRPr>
            </a:lvl3pPr>
            <a:lvl4pPr algn="ctr">
              <a:defRPr sz="730" b="1">
                <a:solidFill>
                  <a:srgbClr val="161616"/>
                </a:solidFill>
                <a:latin typeface="DejaVu Sans"/>
                <a:ea typeface="DejaVu Sans"/>
                <a:cs typeface="DejaVu Sans"/>
              </a:defRPr>
            </a:lvl4pPr>
            <a:lvl5pPr algn="ctr">
              <a:defRPr sz="730" b="1">
                <a:solidFill>
                  <a:srgbClr val="161616"/>
                </a:solidFill>
                <a:latin typeface="DejaVu Sans"/>
                <a:ea typeface="DejaVu Sans"/>
                <a:cs typeface="DejaVu Sans"/>
              </a:defRPr>
            </a:lvl5pPr>
            <a:lvl6pPr algn="ctr">
              <a:defRPr sz="730" b="1">
                <a:solidFill>
                  <a:srgbClr val="161616"/>
                </a:solidFill>
                <a:latin typeface="DejaVu Sans"/>
                <a:ea typeface="DejaVu Sans"/>
                <a:cs typeface="DejaVu Sans"/>
              </a:defRPr>
            </a:lvl6pPr>
            <a:lvl7pPr algn="ctr">
              <a:defRPr sz="730" b="1">
                <a:solidFill>
                  <a:srgbClr val="161616"/>
                </a:solidFill>
                <a:latin typeface="DejaVu Sans"/>
                <a:ea typeface="DejaVu Sans"/>
                <a:cs typeface="DejaVu Sans"/>
              </a:defRPr>
            </a:lvl7pPr>
            <a:lvl8pPr algn="ctr">
              <a:defRPr sz="730" b="1">
                <a:solidFill>
                  <a:srgbClr val="161616"/>
                </a:solidFill>
                <a:latin typeface="DejaVu Sans"/>
                <a:ea typeface="DejaVu Sans"/>
                <a:cs typeface="DejaVu Sans"/>
              </a:defRPr>
            </a:lvl8pPr>
            <a:lvl9pPr algn="ctr">
              <a:defRPr sz="730" b="1">
                <a:solidFill>
                  <a:srgbClr val="161616"/>
                </a:solidFill>
                <a:latin typeface="DejaVu Sans"/>
                <a:ea typeface="DejaVu Sans"/>
                <a:cs typeface="DejaVu Sans"/>
              </a:defRPr>
            </a:lvl9pPr>
          </a:lstStyle>
          <a:p xmlns:a="http://schemas.openxmlformats.org/drawingml/2006/main">
            <a:pPr algn="ctr">
              <a:defRPr sz="730" b="1">
                <a:solidFill>
                  <a:srgbClr val="161616"/>
                </a:solidFill>
                <a:latin typeface="DejaVu Sans"/>
                <a:ea typeface="DejaVu Sans"/>
                <a:cs typeface="DejaVu Sans"/>
              </a:defRPr>
            </a:pPr>
            <a:r>
              <a:rPr sz="730" b="1">
                <a:solidFill>
                  <a:srgbClr val="161616"/>
                </a:solidFill>
                <a:latin typeface="DejaVu Sans"/>
                <a:ea typeface="DejaVu Sans"/>
                <a:cs typeface="DejaVu Sans"/>
              </a:rPr>
              <a:t>300 questions</a:t>
            </a:r>
          </a:p>
        </p:txBody>
      </p:sp>
      <p:sp>
        <p:nvSpPr>
          <p:cNvPr id="20" name="Figure_3_Controlled_Construction-020">
            <a:extLst xmlns:a="http://schemas.openxmlformats.org/drawingml/2006/main">
              <a:ext uri="{FF2B5EF4-FFF2-40B4-BE49-F238E27FC236}">
                <a16:creationId xmlns:a16="http://schemas.microsoft.com/office/drawing/2014/main" id="{7F8AA4E0-4488-4189-889D-B07BC8D684FC}"/>
              </a:ext>
            </a:extLst>
          </p:cNvPr>
          <p:cNvSpPr>
            <a:spLocks xmlns:a="http://schemas.openxmlformats.org/drawingml/2006/main" noGrp="1"/>
          </p:cNvSpPr>
          <p:nvPr/>
        </p:nvSpPr>
        <p:spPr>
          <a:xfrm xmlns:a="http://schemas.openxmlformats.org/drawingml/2006/main">
            <a:off x="4889500" y="711200"/>
            <a:ext cx="9144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90" b="0">
                <a:solidFill>
                  <a:srgbClr val="161616"/>
                </a:solidFill>
                <a:latin typeface="DejaVu Sans"/>
                <a:ea typeface="DejaVu Sans"/>
                <a:cs typeface="DejaVu Sans"/>
              </a:defRPr>
            </a:defPPr>
            <a:lvl1pPr algn="ctr">
              <a:defRPr sz="690" b="0">
                <a:solidFill>
                  <a:srgbClr val="161616"/>
                </a:solidFill>
                <a:latin typeface="DejaVu Sans"/>
                <a:ea typeface="DejaVu Sans"/>
                <a:cs typeface="DejaVu Sans"/>
              </a:defRPr>
            </a:lvl1pPr>
            <a:lvl2pPr algn="ctr">
              <a:defRPr sz="690" b="0">
                <a:solidFill>
                  <a:srgbClr val="161616"/>
                </a:solidFill>
                <a:latin typeface="DejaVu Sans"/>
                <a:ea typeface="DejaVu Sans"/>
                <a:cs typeface="DejaVu Sans"/>
              </a:defRPr>
            </a:lvl2pPr>
            <a:lvl3pPr algn="ctr">
              <a:defRPr sz="690" b="0">
                <a:solidFill>
                  <a:srgbClr val="161616"/>
                </a:solidFill>
                <a:latin typeface="DejaVu Sans"/>
                <a:ea typeface="DejaVu Sans"/>
                <a:cs typeface="DejaVu Sans"/>
              </a:defRPr>
            </a:lvl3pPr>
            <a:lvl4pPr algn="ctr">
              <a:defRPr sz="690" b="0">
                <a:solidFill>
                  <a:srgbClr val="161616"/>
                </a:solidFill>
                <a:latin typeface="DejaVu Sans"/>
                <a:ea typeface="DejaVu Sans"/>
                <a:cs typeface="DejaVu Sans"/>
              </a:defRPr>
            </a:lvl4pPr>
            <a:lvl5pPr algn="ctr">
              <a:defRPr sz="690" b="0">
                <a:solidFill>
                  <a:srgbClr val="161616"/>
                </a:solidFill>
                <a:latin typeface="DejaVu Sans"/>
                <a:ea typeface="DejaVu Sans"/>
                <a:cs typeface="DejaVu Sans"/>
              </a:defRPr>
            </a:lvl5pPr>
            <a:lvl6pPr algn="ctr">
              <a:defRPr sz="690" b="0">
                <a:solidFill>
                  <a:srgbClr val="161616"/>
                </a:solidFill>
                <a:latin typeface="DejaVu Sans"/>
                <a:ea typeface="DejaVu Sans"/>
                <a:cs typeface="DejaVu Sans"/>
              </a:defRPr>
            </a:lvl6pPr>
            <a:lvl7pPr algn="ctr">
              <a:defRPr sz="690" b="0">
                <a:solidFill>
                  <a:srgbClr val="161616"/>
                </a:solidFill>
                <a:latin typeface="DejaVu Sans"/>
                <a:ea typeface="DejaVu Sans"/>
                <a:cs typeface="DejaVu Sans"/>
              </a:defRPr>
            </a:lvl7pPr>
            <a:lvl8pPr algn="ctr">
              <a:defRPr sz="690" b="0">
                <a:solidFill>
                  <a:srgbClr val="161616"/>
                </a:solidFill>
                <a:latin typeface="DejaVu Sans"/>
                <a:ea typeface="DejaVu Sans"/>
                <a:cs typeface="DejaVu Sans"/>
              </a:defRPr>
            </a:lvl8pPr>
            <a:lvl9pPr algn="ctr">
              <a:defRPr sz="690" b="0">
                <a:solidFill>
                  <a:srgbClr val="161616"/>
                </a:solidFill>
                <a:latin typeface="DejaVu Sans"/>
                <a:ea typeface="DejaVu Sans"/>
                <a:cs typeface="DejaVu Sans"/>
              </a:defRPr>
            </a:lvl9pPr>
          </a:lstStyle>
          <a:p xmlns:a="http://schemas.openxmlformats.org/drawingml/2006/main">
            <a:pPr algn="ctr">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Frozen cohort</a:t>
            </a:r>
          </a:p>
        </p:txBody>
      </p:sp>
      <p:sp>
        <p:nvSpPr>
          <p:cNvPr id="21" name="Figure_3_Controlled_Construction-021">
            <a:extLst xmlns:a="http://schemas.openxmlformats.org/drawingml/2006/main">
              <a:ext uri="{FF2B5EF4-FFF2-40B4-BE49-F238E27FC236}">
                <a16:creationId xmlns:a16="http://schemas.microsoft.com/office/drawing/2014/main" id="{BC702A01-6237-46FC-B2BC-2128F1172A81}"/>
              </a:ext>
            </a:extLst>
          </p:cNvPr>
          <p:cNvSpPr>
            <a:spLocks xmlns:a="http://schemas.openxmlformats.org/drawingml/2006/main" noGrp="1"/>
          </p:cNvSpPr>
          <p:nvPr/>
        </p:nvSpPr>
        <p:spPr>
          <a:xfrm xmlns:a="http://schemas.openxmlformats.org/drawingml/2006/main">
            <a:off x="76200" y="1092200"/>
            <a:ext cx="5778500" cy="1193800"/>
          </a:xfrm>
          <a:prstGeom xmlns:a="http://schemas.openxmlformats.org/drawingml/2006/main" prst="roundRect">
            <a:avLst>
              <a:gd name="adj" fmla="val 5319"/>
            </a:avLst>
          </a:prstGeom>
          <a:solidFill xmlns:a="http://schemas.openxmlformats.org/drawingml/2006/main">
            <a:srgbClr val="F7EAE9"/>
          </a:solidFill>
          <a:ln xmlns:a="http://schemas.openxmlformats.org/drawingml/2006/main" w="10160">
            <a:solidFill>
              <a:srgbClr val="161616"/>
            </a:solidFill>
            <a:prstDash val="solid"/>
          </a:ln>
        </p:spPr>
      </p:sp>
      <p:sp>
        <p:nvSpPr>
          <p:cNvPr id="22" name="Figure_3_Controlled_Construction-022">
            <a:extLst xmlns:a="http://schemas.openxmlformats.org/drawingml/2006/main">
              <a:ext uri="{FF2B5EF4-FFF2-40B4-BE49-F238E27FC236}">
                <a16:creationId xmlns:a16="http://schemas.microsoft.com/office/drawing/2014/main" id="{E5045AD2-9D9C-4E3B-80A2-820A304AC950}"/>
              </a:ext>
            </a:extLst>
          </p:cNvPr>
          <p:cNvSpPr>
            <a:spLocks xmlns:a="http://schemas.openxmlformats.org/drawingml/2006/main" noGrp="1"/>
          </p:cNvSpPr>
          <p:nvPr/>
        </p:nvSpPr>
        <p:spPr>
          <a:xfrm xmlns:a="http://schemas.openxmlformats.org/drawingml/2006/main">
            <a:off x="177800" y="1168400"/>
            <a:ext cx="5575300" cy="1541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60" b="1">
                <a:solidFill>
                  <a:srgbClr val="161616"/>
                </a:solidFill>
                <a:latin typeface="DejaVu Sans"/>
                <a:ea typeface="DejaVu Sans"/>
                <a:cs typeface="DejaVu Sans"/>
              </a:defRPr>
            </a:defPPr>
            <a:lvl1pPr algn="l">
              <a:defRPr sz="760" b="1">
                <a:solidFill>
                  <a:srgbClr val="161616"/>
                </a:solidFill>
                <a:latin typeface="DejaVu Sans"/>
                <a:ea typeface="DejaVu Sans"/>
                <a:cs typeface="DejaVu Sans"/>
              </a:defRPr>
            </a:lvl1pPr>
            <a:lvl2pPr algn="l">
              <a:defRPr sz="760" b="1">
                <a:solidFill>
                  <a:srgbClr val="161616"/>
                </a:solidFill>
                <a:latin typeface="DejaVu Sans"/>
                <a:ea typeface="DejaVu Sans"/>
                <a:cs typeface="DejaVu Sans"/>
              </a:defRPr>
            </a:lvl2pPr>
            <a:lvl3pPr algn="l">
              <a:defRPr sz="760" b="1">
                <a:solidFill>
                  <a:srgbClr val="161616"/>
                </a:solidFill>
                <a:latin typeface="DejaVu Sans"/>
                <a:ea typeface="DejaVu Sans"/>
                <a:cs typeface="DejaVu Sans"/>
              </a:defRPr>
            </a:lvl3pPr>
            <a:lvl4pPr algn="l">
              <a:defRPr sz="760" b="1">
                <a:solidFill>
                  <a:srgbClr val="161616"/>
                </a:solidFill>
                <a:latin typeface="DejaVu Sans"/>
                <a:ea typeface="DejaVu Sans"/>
                <a:cs typeface="DejaVu Sans"/>
              </a:defRPr>
            </a:lvl4pPr>
            <a:lvl5pPr algn="l">
              <a:defRPr sz="760" b="1">
                <a:solidFill>
                  <a:srgbClr val="161616"/>
                </a:solidFill>
                <a:latin typeface="DejaVu Sans"/>
                <a:ea typeface="DejaVu Sans"/>
                <a:cs typeface="DejaVu Sans"/>
              </a:defRPr>
            </a:lvl5pPr>
            <a:lvl6pPr algn="l">
              <a:defRPr sz="760" b="1">
                <a:solidFill>
                  <a:srgbClr val="161616"/>
                </a:solidFill>
                <a:latin typeface="DejaVu Sans"/>
                <a:ea typeface="DejaVu Sans"/>
                <a:cs typeface="DejaVu Sans"/>
              </a:defRPr>
            </a:lvl6pPr>
            <a:lvl7pPr algn="l">
              <a:defRPr sz="760" b="1">
                <a:solidFill>
                  <a:srgbClr val="161616"/>
                </a:solidFill>
                <a:latin typeface="DejaVu Sans"/>
                <a:ea typeface="DejaVu Sans"/>
                <a:cs typeface="DejaVu Sans"/>
              </a:defRPr>
            </a:lvl7pPr>
            <a:lvl8pPr algn="l">
              <a:defRPr sz="760" b="1">
                <a:solidFill>
                  <a:srgbClr val="161616"/>
                </a:solidFill>
                <a:latin typeface="DejaVu Sans"/>
                <a:ea typeface="DejaVu Sans"/>
                <a:cs typeface="DejaVu Sans"/>
              </a:defRPr>
            </a:lvl8pPr>
            <a:lvl9pPr algn="l">
              <a:defRPr sz="760" b="1">
                <a:solidFill>
                  <a:srgbClr val="161616"/>
                </a:solidFill>
                <a:latin typeface="DejaVu Sans"/>
                <a:ea typeface="DejaVu Sans"/>
                <a:cs typeface="DejaVu Sans"/>
              </a:defRPr>
            </a:lvl9pPr>
          </a:lstStyle>
          <a:p xmlns:a="http://schemas.openxmlformats.org/drawingml/2006/main">
            <a:pPr algn="l">
              <a:defRPr sz="760" b="1">
                <a:solidFill>
                  <a:srgbClr val="161616"/>
                </a:solidFill>
                <a:latin typeface="DejaVu Sans"/>
                <a:ea typeface="DejaVu Sans"/>
                <a:cs typeface="DejaVu Sans"/>
              </a:defRPr>
            </a:pPr>
            <a:r>
              <a:rPr sz="760" b="1">
                <a:solidFill>
                  <a:srgbClr val="161616"/>
                </a:solidFill>
                <a:latin typeface="DejaVu Sans"/>
                <a:ea typeface="DejaVu Sans"/>
                <a:cs typeface="DejaVu Sans"/>
              </a:rPr>
              <a:t>Question: On what date was the director of Film A born?</a:t>
            </a:r>
          </a:p>
        </p:txBody>
      </p:sp>
      <p:sp>
        <p:nvSpPr>
          <p:cNvPr id="23" name="Figure_3_Controlled_Construction-023">
            <a:extLst xmlns:a="http://schemas.openxmlformats.org/drawingml/2006/main">
              <a:ext uri="{FF2B5EF4-FFF2-40B4-BE49-F238E27FC236}">
                <a16:creationId xmlns:a16="http://schemas.microsoft.com/office/drawing/2014/main" id="{57101E03-5F52-40CC-A9F5-DA5D8DD0F6F6}"/>
              </a:ext>
            </a:extLst>
          </p:cNvPr>
          <p:cNvSpPr>
            <a:spLocks xmlns:a="http://schemas.openxmlformats.org/drawingml/2006/main" noGrp="1"/>
          </p:cNvSpPr>
          <p:nvPr/>
        </p:nvSpPr>
        <p:spPr>
          <a:xfrm xmlns:a="http://schemas.openxmlformats.org/drawingml/2006/main">
            <a:off x="177800" y="1435100"/>
            <a:ext cx="2260600" cy="4953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0160">
            <a:solidFill>
              <a:srgbClr val="161616"/>
            </a:solidFill>
            <a:prstDash val="solid"/>
          </a:ln>
        </p:spPr>
      </p:sp>
      <p:sp>
        <p:nvSpPr>
          <p:cNvPr id="24" name="Figure_3_Controlled_Construction-024">
            <a:extLst xmlns:a="http://schemas.openxmlformats.org/drawingml/2006/main">
              <a:ext uri="{FF2B5EF4-FFF2-40B4-BE49-F238E27FC236}">
                <a16:creationId xmlns:a16="http://schemas.microsoft.com/office/drawing/2014/main" id="{DA4D6D65-9631-4790-A149-B557E5E1A7A7}"/>
              </a:ext>
            </a:extLst>
          </p:cNvPr>
          <p:cNvSpPr>
            <a:spLocks xmlns:a="http://schemas.openxmlformats.org/drawingml/2006/main" noGrp="1"/>
          </p:cNvSpPr>
          <p:nvPr/>
        </p:nvSpPr>
        <p:spPr>
          <a:xfrm xmlns:a="http://schemas.openxmlformats.org/drawingml/2006/main">
            <a:off x="177800" y="1435100"/>
            <a:ext cx="241300" cy="495300"/>
          </a:xfrm>
          <a:prstGeom xmlns:a="http://schemas.openxmlformats.org/drawingml/2006/main" prst="roundRect">
            <a:avLst>
              <a:gd name="adj" fmla="val 15789"/>
            </a:avLst>
          </a:prstGeom>
          <a:solidFill xmlns:a="http://schemas.openxmlformats.org/drawingml/2006/main">
            <a:srgbClr val="DAE2F5"/>
          </a:solidFill>
          <a:ln xmlns:a="http://schemas.openxmlformats.org/drawingml/2006/main" w="10160">
            <a:solidFill>
              <a:srgbClr val="161616"/>
            </a:solidFill>
            <a:prstDash val="solid"/>
          </a:ln>
        </p:spPr>
      </p:sp>
      <p:sp>
        <p:nvSpPr>
          <p:cNvPr id="25" name="Figure_3_Controlled_Construction-025">
            <a:extLst xmlns:a="http://schemas.openxmlformats.org/drawingml/2006/main">
              <a:ext uri="{FF2B5EF4-FFF2-40B4-BE49-F238E27FC236}">
                <a16:creationId xmlns:a16="http://schemas.microsoft.com/office/drawing/2014/main" id="{892F2021-1FBB-4F2B-8352-F6B76AED901D}"/>
              </a:ext>
            </a:extLst>
          </p:cNvPr>
          <p:cNvSpPr>
            <a:spLocks xmlns:a="http://schemas.openxmlformats.org/drawingml/2006/main" noGrp="1"/>
          </p:cNvSpPr>
          <p:nvPr/>
        </p:nvSpPr>
        <p:spPr>
          <a:xfrm xmlns:a="http://schemas.openxmlformats.org/drawingml/2006/main">
            <a:off x="190500" y="1619250"/>
            <a:ext cx="2159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1">
                <a:solidFill>
                  <a:srgbClr val="161616"/>
                </a:solidFill>
                <a:latin typeface="DejaVu Sans"/>
                <a:ea typeface="DejaVu Sans"/>
                <a:cs typeface="DejaVu Sans"/>
              </a:defRPr>
            </a:defPPr>
            <a:lvl1pPr algn="ctr">
              <a:defRPr sz="710" b="1">
                <a:solidFill>
                  <a:srgbClr val="161616"/>
                </a:solidFill>
                <a:latin typeface="DejaVu Sans"/>
                <a:ea typeface="DejaVu Sans"/>
                <a:cs typeface="DejaVu Sans"/>
              </a:defRPr>
            </a:lvl1pPr>
            <a:lvl2pPr algn="ctr">
              <a:defRPr sz="710" b="1">
                <a:solidFill>
                  <a:srgbClr val="161616"/>
                </a:solidFill>
                <a:latin typeface="DejaVu Sans"/>
                <a:ea typeface="DejaVu Sans"/>
                <a:cs typeface="DejaVu Sans"/>
              </a:defRPr>
            </a:lvl2pPr>
            <a:lvl3pPr algn="ctr">
              <a:defRPr sz="710" b="1">
                <a:solidFill>
                  <a:srgbClr val="161616"/>
                </a:solidFill>
                <a:latin typeface="DejaVu Sans"/>
                <a:ea typeface="DejaVu Sans"/>
                <a:cs typeface="DejaVu Sans"/>
              </a:defRPr>
            </a:lvl3pPr>
            <a:lvl4pPr algn="ctr">
              <a:defRPr sz="710" b="1">
                <a:solidFill>
                  <a:srgbClr val="161616"/>
                </a:solidFill>
                <a:latin typeface="DejaVu Sans"/>
                <a:ea typeface="DejaVu Sans"/>
                <a:cs typeface="DejaVu Sans"/>
              </a:defRPr>
            </a:lvl4pPr>
            <a:lvl5pPr algn="ctr">
              <a:defRPr sz="710" b="1">
                <a:solidFill>
                  <a:srgbClr val="161616"/>
                </a:solidFill>
                <a:latin typeface="DejaVu Sans"/>
                <a:ea typeface="DejaVu Sans"/>
                <a:cs typeface="DejaVu Sans"/>
              </a:defRPr>
            </a:lvl5pPr>
            <a:lvl6pPr algn="ctr">
              <a:defRPr sz="710" b="1">
                <a:solidFill>
                  <a:srgbClr val="161616"/>
                </a:solidFill>
                <a:latin typeface="DejaVu Sans"/>
                <a:ea typeface="DejaVu Sans"/>
                <a:cs typeface="DejaVu Sans"/>
              </a:defRPr>
            </a:lvl6pPr>
            <a:lvl7pPr algn="ctr">
              <a:defRPr sz="710" b="1">
                <a:solidFill>
                  <a:srgbClr val="161616"/>
                </a:solidFill>
                <a:latin typeface="DejaVu Sans"/>
                <a:ea typeface="DejaVu Sans"/>
                <a:cs typeface="DejaVu Sans"/>
              </a:defRPr>
            </a:lvl7pPr>
            <a:lvl8pPr algn="ctr">
              <a:defRPr sz="710" b="1">
                <a:solidFill>
                  <a:srgbClr val="161616"/>
                </a:solidFill>
                <a:latin typeface="DejaVu Sans"/>
                <a:ea typeface="DejaVu Sans"/>
                <a:cs typeface="DejaVu Sans"/>
              </a:defRPr>
            </a:lvl8pPr>
            <a:lvl9pPr algn="ctr">
              <a:defRPr sz="710" b="1">
                <a:solidFill>
                  <a:srgbClr val="161616"/>
                </a:solidFill>
                <a:latin typeface="DejaVu Sans"/>
                <a:ea typeface="DejaVu Sans"/>
                <a:cs typeface="DejaVu Sans"/>
              </a:defRPr>
            </a:lvl9pPr>
          </a:lstStyle>
          <a:p xmlns:a="http://schemas.openxmlformats.org/drawingml/2006/main">
            <a:pPr algn="ctr">
              <a:defRPr sz="710" b="1">
                <a:solidFill>
                  <a:srgbClr val="161616"/>
                </a:solidFill>
                <a:latin typeface="DejaVu Sans"/>
                <a:ea typeface="DejaVu Sans"/>
                <a:cs typeface="DejaVu Sans"/>
              </a:defRPr>
            </a:pPr>
            <a:r>
              <a:rPr sz="710" b="1">
                <a:solidFill>
                  <a:srgbClr val="161616"/>
                </a:solidFill>
                <a:latin typeface="DejaVu Sans"/>
                <a:ea typeface="DejaVu Sans"/>
                <a:cs typeface="DejaVu Sans"/>
              </a:rPr>
              <a:t>S1</a:t>
            </a:r>
          </a:p>
        </p:txBody>
      </p:sp>
      <p:sp>
        <p:nvSpPr>
          <p:cNvPr id="26" name="Figure_3_Controlled_Construction-026">
            <a:extLst xmlns:a="http://schemas.openxmlformats.org/drawingml/2006/main">
              <a:ext uri="{FF2B5EF4-FFF2-40B4-BE49-F238E27FC236}">
                <a16:creationId xmlns:a16="http://schemas.microsoft.com/office/drawing/2014/main" id="{D60BEA70-9523-4AAD-8CFF-4D454BDEB0B9}"/>
              </a:ext>
            </a:extLst>
          </p:cNvPr>
          <p:cNvSpPr>
            <a:spLocks xmlns:a="http://schemas.openxmlformats.org/drawingml/2006/main" noGrp="1"/>
          </p:cNvSpPr>
          <p:nvPr/>
        </p:nvSpPr>
        <p:spPr>
          <a:xfrm xmlns:a="http://schemas.openxmlformats.org/drawingml/2006/main">
            <a:off x="482600" y="1498600"/>
            <a:ext cx="18923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Film A was directed</a:t>
            </a:r>
          </a:p>
        </p:txBody>
      </p:sp>
      <p:sp>
        <p:nvSpPr>
          <p:cNvPr id="27" name="Figure_3_Controlled_Construction-027">
            <a:extLst xmlns:a="http://schemas.openxmlformats.org/drawingml/2006/main">
              <a:ext uri="{FF2B5EF4-FFF2-40B4-BE49-F238E27FC236}">
                <a16:creationId xmlns:a16="http://schemas.microsoft.com/office/drawing/2014/main" id="{C44972D9-8F75-4FA4-B7DA-161049F65E33}"/>
              </a:ext>
            </a:extLst>
          </p:cNvPr>
          <p:cNvSpPr>
            <a:spLocks xmlns:a="http://schemas.openxmlformats.org/drawingml/2006/main" noGrp="1"/>
          </p:cNvSpPr>
          <p:nvPr/>
        </p:nvSpPr>
        <p:spPr>
          <a:xfrm xmlns:a="http://schemas.openxmlformats.org/drawingml/2006/main">
            <a:off x="482600" y="1612392"/>
            <a:ext cx="18923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by Person B.</a:t>
            </a:r>
          </a:p>
        </p:txBody>
      </p:sp>
      <p:sp>
        <p:nvSpPr>
          <p:cNvPr id="28" name="Figure_3_Controlled_Construction-028">
            <a:extLst xmlns:a="http://schemas.openxmlformats.org/drawingml/2006/main">
              <a:ext uri="{FF2B5EF4-FFF2-40B4-BE49-F238E27FC236}">
                <a16:creationId xmlns:a16="http://schemas.microsoft.com/office/drawing/2014/main" id="{84E29AB7-1175-459B-AC33-EEB058338974}"/>
              </a:ext>
            </a:extLst>
          </p:cNvPr>
          <p:cNvSpPr>
            <a:spLocks xmlns:a="http://schemas.openxmlformats.org/drawingml/2006/main" noGrp="1"/>
          </p:cNvSpPr>
          <p:nvPr/>
        </p:nvSpPr>
        <p:spPr>
          <a:xfrm xmlns:a="http://schemas.openxmlformats.org/drawingml/2006/main">
            <a:off x="2476500" y="1676400"/>
            <a:ext cx="215900" cy="127"/>
          </a:xfrm>
          <a:custGeom xmlns:a="http://schemas.openxmlformats.org/drawingml/2006/main">
            <a:pathLst>
              <a:path w="215900" h="127">
                <a:moveTo>
                  <a:pt x="0" y="0"/>
                </a:moveTo>
                <a:lnTo>
                  <a:pt x="215900" y="0"/>
                </a:lnTo>
              </a:path>
            </a:pathLst>
          </a:custGeom>
          <a:noFill xmlns:a="http://schemas.openxmlformats.org/drawingml/2006/main"/>
          <a:ln xmlns:a="http://schemas.openxmlformats.org/drawingml/2006/main" w="22860">
            <a:solidFill>
              <a:srgbClr val="161616"/>
            </a:solidFill>
            <a:prstDash val="solid"/>
          </a:ln>
        </p:spPr>
      </p:sp>
      <p:sp>
        <p:nvSpPr>
          <p:cNvPr id="29" name="Figure_3_Controlled_Construction-029">
            <a:extLst xmlns:a="http://schemas.openxmlformats.org/drawingml/2006/main">
              <a:ext uri="{FF2B5EF4-FFF2-40B4-BE49-F238E27FC236}">
                <a16:creationId xmlns:a16="http://schemas.microsoft.com/office/drawing/2014/main" id="{E646A5EF-D04A-4107-AD29-222FF45147B1}"/>
              </a:ext>
            </a:extLst>
          </p:cNvPr>
          <p:cNvSpPr>
            <a:spLocks xmlns:a="http://schemas.openxmlformats.org/drawingml/2006/main" noGrp="1"/>
          </p:cNvSpPr>
          <p:nvPr/>
        </p:nvSpPr>
        <p:spPr>
          <a:xfrm xmlns:a="http://schemas.openxmlformats.org/drawingml/2006/main">
            <a:off x="2641600" y="16540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30" name="Figure_3_Controlled_Construction-030">
            <a:extLst xmlns:a="http://schemas.openxmlformats.org/drawingml/2006/main">
              <a:ext uri="{FF2B5EF4-FFF2-40B4-BE49-F238E27FC236}">
                <a16:creationId xmlns:a16="http://schemas.microsoft.com/office/drawing/2014/main" id="{40F6EF70-0A53-41C9-83D3-051AB7B8F657}"/>
              </a:ext>
            </a:extLst>
          </p:cNvPr>
          <p:cNvSpPr>
            <a:spLocks xmlns:a="http://schemas.openxmlformats.org/drawingml/2006/main" noGrp="1"/>
          </p:cNvSpPr>
          <p:nvPr/>
        </p:nvSpPr>
        <p:spPr>
          <a:xfrm xmlns:a="http://schemas.openxmlformats.org/drawingml/2006/main">
            <a:off x="2755900" y="1435100"/>
            <a:ext cx="2298700" cy="495300"/>
          </a:xfrm>
          <a:prstGeom xmlns:a="http://schemas.openxmlformats.org/drawingml/2006/main" prst="roundRect">
            <a:avLst>
              <a:gd name="adj" fmla="val 7692"/>
            </a:avLst>
          </a:prstGeom>
          <a:solidFill xmlns:a="http://schemas.openxmlformats.org/drawingml/2006/main">
            <a:srgbClr val="FFFFFF"/>
          </a:solidFill>
          <a:ln xmlns:a="http://schemas.openxmlformats.org/drawingml/2006/main" w="10160">
            <a:solidFill>
              <a:srgbClr val="161616"/>
            </a:solidFill>
            <a:prstDash val="solid"/>
          </a:ln>
        </p:spPr>
      </p:sp>
      <p:sp>
        <p:nvSpPr>
          <p:cNvPr id="31" name="Figure_3_Controlled_Construction-031">
            <a:extLst xmlns:a="http://schemas.openxmlformats.org/drawingml/2006/main">
              <a:ext uri="{FF2B5EF4-FFF2-40B4-BE49-F238E27FC236}">
                <a16:creationId xmlns:a16="http://schemas.microsoft.com/office/drawing/2014/main" id="{D620D879-3806-496C-9266-EB5CE9C76BC6}"/>
              </a:ext>
            </a:extLst>
          </p:cNvPr>
          <p:cNvSpPr>
            <a:spLocks xmlns:a="http://schemas.openxmlformats.org/drawingml/2006/main" noGrp="1"/>
          </p:cNvSpPr>
          <p:nvPr/>
        </p:nvSpPr>
        <p:spPr>
          <a:xfrm xmlns:a="http://schemas.openxmlformats.org/drawingml/2006/main">
            <a:off x="2755900" y="1435100"/>
            <a:ext cx="241300" cy="495300"/>
          </a:xfrm>
          <a:prstGeom xmlns:a="http://schemas.openxmlformats.org/drawingml/2006/main" prst="roundRect">
            <a:avLst>
              <a:gd name="adj" fmla="val 15789"/>
            </a:avLst>
          </a:prstGeom>
          <a:solidFill xmlns:a="http://schemas.openxmlformats.org/drawingml/2006/main">
            <a:srgbClr val="E1EFD9"/>
          </a:solidFill>
          <a:ln xmlns:a="http://schemas.openxmlformats.org/drawingml/2006/main" w="10160">
            <a:solidFill>
              <a:srgbClr val="161616"/>
            </a:solidFill>
            <a:prstDash val="solid"/>
          </a:ln>
        </p:spPr>
      </p:sp>
      <p:sp>
        <p:nvSpPr>
          <p:cNvPr id="32" name="Figure_3_Controlled_Construction-032">
            <a:extLst xmlns:a="http://schemas.openxmlformats.org/drawingml/2006/main">
              <a:ext uri="{FF2B5EF4-FFF2-40B4-BE49-F238E27FC236}">
                <a16:creationId xmlns:a16="http://schemas.microsoft.com/office/drawing/2014/main" id="{461DA8F4-1C80-4710-90AA-F0ADDB333BD7}"/>
              </a:ext>
            </a:extLst>
          </p:cNvPr>
          <p:cNvSpPr>
            <a:spLocks xmlns:a="http://schemas.openxmlformats.org/drawingml/2006/main" noGrp="1"/>
          </p:cNvSpPr>
          <p:nvPr/>
        </p:nvSpPr>
        <p:spPr>
          <a:xfrm xmlns:a="http://schemas.openxmlformats.org/drawingml/2006/main">
            <a:off x="2768600" y="1619250"/>
            <a:ext cx="2159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1">
                <a:solidFill>
                  <a:srgbClr val="161616"/>
                </a:solidFill>
                <a:latin typeface="DejaVu Sans"/>
                <a:ea typeface="DejaVu Sans"/>
                <a:cs typeface="DejaVu Sans"/>
              </a:defRPr>
            </a:defPPr>
            <a:lvl1pPr algn="ctr">
              <a:defRPr sz="710" b="1">
                <a:solidFill>
                  <a:srgbClr val="161616"/>
                </a:solidFill>
                <a:latin typeface="DejaVu Sans"/>
                <a:ea typeface="DejaVu Sans"/>
                <a:cs typeface="DejaVu Sans"/>
              </a:defRPr>
            </a:lvl1pPr>
            <a:lvl2pPr algn="ctr">
              <a:defRPr sz="710" b="1">
                <a:solidFill>
                  <a:srgbClr val="161616"/>
                </a:solidFill>
                <a:latin typeface="DejaVu Sans"/>
                <a:ea typeface="DejaVu Sans"/>
                <a:cs typeface="DejaVu Sans"/>
              </a:defRPr>
            </a:lvl2pPr>
            <a:lvl3pPr algn="ctr">
              <a:defRPr sz="710" b="1">
                <a:solidFill>
                  <a:srgbClr val="161616"/>
                </a:solidFill>
                <a:latin typeface="DejaVu Sans"/>
                <a:ea typeface="DejaVu Sans"/>
                <a:cs typeface="DejaVu Sans"/>
              </a:defRPr>
            </a:lvl3pPr>
            <a:lvl4pPr algn="ctr">
              <a:defRPr sz="710" b="1">
                <a:solidFill>
                  <a:srgbClr val="161616"/>
                </a:solidFill>
                <a:latin typeface="DejaVu Sans"/>
                <a:ea typeface="DejaVu Sans"/>
                <a:cs typeface="DejaVu Sans"/>
              </a:defRPr>
            </a:lvl4pPr>
            <a:lvl5pPr algn="ctr">
              <a:defRPr sz="710" b="1">
                <a:solidFill>
                  <a:srgbClr val="161616"/>
                </a:solidFill>
                <a:latin typeface="DejaVu Sans"/>
                <a:ea typeface="DejaVu Sans"/>
                <a:cs typeface="DejaVu Sans"/>
              </a:defRPr>
            </a:lvl5pPr>
            <a:lvl6pPr algn="ctr">
              <a:defRPr sz="710" b="1">
                <a:solidFill>
                  <a:srgbClr val="161616"/>
                </a:solidFill>
                <a:latin typeface="DejaVu Sans"/>
                <a:ea typeface="DejaVu Sans"/>
                <a:cs typeface="DejaVu Sans"/>
              </a:defRPr>
            </a:lvl6pPr>
            <a:lvl7pPr algn="ctr">
              <a:defRPr sz="710" b="1">
                <a:solidFill>
                  <a:srgbClr val="161616"/>
                </a:solidFill>
                <a:latin typeface="DejaVu Sans"/>
                <a:ea typeface="DejaVu Sans"/>
                <a:cs typeface="DejaVu Sans"/>
              </a:defRPr>
            </a:lvl7pPr>
            <a:lvl8pPr algn="ctr">
              <a:defRPr sz="710" b="1">
                <a:solidFill>
                  <a:srgbClr val="161616"/>
                </a:solidFill>
                <a:latin typeface="DejaVu Sans"/>
                <a:ea typeface="DejaVu Sans"/>
                <a:cs typeface="DejaVu Sans"/>
              </a:defRPr>
            </a:lvl8pPr>
            <a:lvl9pPr algn="ctr">
              <a:defRPr sz="710" b="1">
                <a:solidFill>
                  <a:srgbClr val="161616"/>
                </a:solidFill>
                <a:latin typeface="DejaVu Sans"/>
                <a:ea typeface="DejaVu Sans"/>
                <a:cs typeface="DejaVu Sans"/>
              </a:defRPr>
            </a:lvl9pPr>
          </a:lstStyle>
          <a:p xmlns:a="http://schemas.openxmlformats.org/drawingml/2006/main">
            <a:pPr algn="ctr">
              <a:defRPr sz="710" b="1">
                <a:solidFill>
                  <a:srgbClr val="161616"/>
                </a:solidFill>
                <a:latin typeface="DejaVu Sans"/>
                <a:ea typeface="DejaVu Sans"/>
                <a:cs typeface="DejaVu Sans"/>
              </a:defRPr>
            </a:pPr>
            <a:r>
              <a:rPr sz="710" b="1">
                <a:solidFill>
                  <a:srgbClr val="161616"/>
                </a:solidFill>
                <a:latin typeface="DejaVu Sans"/>
                <a:ea typeface="DejaVu Sans"/>
                <a:cs typeface="DejaVu Sans"/>
              </a:rPr>
              <a:t>S2</a:t>
            </a:r>
          </a:p>
        </p:txBody>
      </p:sp>
      <p:sp>
        <p:nvSpPr>
          <p:cNvPr id="33" name="Figure_3_Controlled_Construction-033">
            <a:extLst xmlns:a="http://schemas.openxmlformats.org/drawingml/2006/main">
              <a:ext uri="{FF2B5EF4-FFF2-40B4-BE49-F238E27FC236}">
                <a16:creationId xmlns:a16="http://schemas.microsoft.com/office/drawing/2014/main" id="{7EE6E8E6-B653-42FF-8D0E-CE4B6EE6FACB}"/>
              </a:ext>
            </a:extLst>
          </p:cNvPr>
          <p:cNvSpPr>
            <a:spLocks xmlns:a="http://schemas.openxmlformats.org/drawingml/2006/main" noGrp="1"/>
          </p:cNvSpPr>
          <p:nvPr/>
        </p:nvSpPr>
        <p:spPr>
          <a:xfrm xmlns:a="http://schemas.openxmlformats.org/drawingml/2006/main">
            <a:off x="3060700" y="1498600"/>
            <a:ext cx="19304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Person B was born on</a:t>
            </a:r>
          </a:p>
        </p:txBody>
      </p:sp>
      <p:sp>
        <p:nvSpPr>
          <p:cNvPr id="34" name="Figure_3_Controlled_Construction-034">
            <a:extLst xmlns:a="http://schemas.openxmlformats.org/drawingml/2006/main">
              <a:ext uri="{FF2B5EF4-FFF2-40B4-BE49-F238E27FC236}">
                <a16:creationId xmlns:a16="http://schemas.microsoft.com/office/drawing/2014/main" id="{7ADC0CD2-1BAA-47C6-9F71-8B57A8560FFA}"/>
              </a:ext>
            </a:extLst>
          </p:cNvPr>
          <p:cNvSpPr>
            <a:spLocks xmlns:a="http://schemas.openxmlformats.org/drawingml/2006/main" noGrp="1"/>
          </p:cNvSpPr>
          <p:nvPr/>
        </p:nvSpPr>
        <p:spPr>
          <a:xfrm xmlns:a="http://schemas.openxmlformats.org/drawingml/2006/main">
            <a:off x="3035300" y="1612900"/>
            <a:ext cx="749300" cy="152400"/>
          </a:xfrm>
          <a:prstGeom xmlns:a="http://schemas.openxmlformats.org/drawingml/2006/main" prst="roundRect">
            <a:avLst>
              <a:gd name="adj" fmla="val 16667"/>
            </a:avLst>
          </a:prstGeom>
          <a:solidFill xmlns:a="http://schemas.openxmlformats.org/drawingml/2006/main">
            <a:srgbClr val="FDE694"/>
          </a:solidFill>
          <a:ln xmlns:a="http://schemas.openxmlformats.org/drawingml/2006/main" w="8890">
            <a:solidFill>
              <a:srgbClr val="161616"/>
            </a:solidFill>
            <a:prstDash val="dash"/>
          </a:ln>
        </p:spPr>
      </p:sp>
      <p:sp>
        <p:nvSpPr>
          <p:cNvPr id="35" name="Figure_3_Controlled_Construction-035">
            <a:extLst xmlns:a="http://schemas.openxmlformats.org/drawingml/2006/main">
              <a:ext uri="{FF2B5EF4-FFF2-40B4-BE49-F238E27FC236}">
                <a16:creationId xmlns:a16="http://schemas.microsoft.com/office/drawing/2014/main" id="{12D3F18E-2CF0-401C-BD65-F69F43827B63}"/>
              </a:ext>
            </a:extLst>
          </p:cNvPr>
          <p:cNvSpPr>
            <a:spLocks xmlns:a="http://schemas.openxmlformats.org/drawingml/2006/main" noGrp="1"/>
          </p:cNvSpPr>
          <p:nvPr/>
        </p:nvSpPr>
        <p:spPr>
          <a:xfrm xmlns:a="http://schemas.openxmlformats.org/drawingml/2006/main">
            <a:off x="3060700" y="1625600"/>
            <a:ext cx="6985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12 May 1960.</a:t>
            </a:r>
          </a:p>
        </p:txBody>
      </p:sp>
      <p:sp>
        <p:nvSpPr>
          <p:cNvPr id="36" name="Figure_3_Controlled_Construction-036">
            <a:extLst xmlns:a="http://schemas.openxmlformats.org/drawingml/2006/main">
              <a:ext uri="{FF2B5EF4-FFF2-40B4-BE49-F238E27FC236}">
                <a16:creationId xmlns:a16="http://schemas.microsoft.com/office/drawing/2014/main" id="{36354276-8CD1-4645-B46E-EB85DE94A06B}"/>
              </a:ext>
            </a:extLst>
          </p:cNvPr>
          <p:cNvSpPr>
            <a:spLocks xmlns:a="http://schemas.openxmlformats.org/drawingml/2006/main" noGrp="1"/>
          </p:cNvSpPr>
          <p:nvPr/>
        </p:nvSpPr>
        <p:spPr>
          <a:xfrm xmlns:a="http://schemas.openxmlformats.org/drawingml/2006/main">
            <a:off x="5270500" y="1435100"/>
            <a:ext cx="495300" cy="317500"/>
          </a:xfrm>
          <a:prstGeom xmlns:a="http://schemas.openxmlformats.org/drawingml/2006/main" prst="roundRect">
            <a:avLst>
              <a:gd name="adj" fmla="val 8000"/>
            </a:avLst>
          </a:prstGeom>
          <a:solidFill xmlns:a="http://schemas.openxmlformats.org/drawingml/2006/main">
            <a:srgbClr val="E7E6E6"/>
          </a:solidFill>
          <a:ln xmlns:a="http://schemas.openxmlformats.org/drawingml/2006/main" w="10160">
            <a:solidFill>
              <a:srgbClr val="161616"/>
            </a:solidFill>
            <a:prstDash val="solid"/>
          </a:ln>
        </p:spPr>
      </p:sp>
      <p:sp>
        <p:nvSpPr>
          <p:cNvPr id="37" name="Figure_3_Controlled_Construction-037">
            <a:extLst xmlns:a="http://schemas.openxmlformats.org/drawingml/2006/main">
              <a:ext uri="{FF2B5EF4-FFF2-40B4-BE49-F238E27FC236}">
                <a16:creationId xmlns:a16="http://schemas.microsoft.com/office/drawing/2014/main" id="{6CD7D8D3-505B-4002-9D86-BDD41FB94D1E}"/>
              </a:ext>
            </a:extLst>
          </p:cNvPr>
          <p:cNvSpPr>
            <a:spLocks xmlns:a="http://schemas.openxmlformats.org/drawingml/2006/main" noGrp="1"/>
          </p:cNvSpPr>
          <p:nvPr/>
        </p:nvSpPr>
        <p:spPr>
          <a:xfrm xmlns:a="http://schemas.openxmlformats.org/drawingml/2006/main">
            <a:off x="5232400" y="1473200"/>
            <a:ext cx="495300" cy="317500"/>
          </a:xfrm>
          <a:prstGeom xmlns:a="http://schemas.openxmlformats.org/drawingml/2006/main" prst="roundRect">
            <a:avLst>
              <a:gd name="adj" fmla="val 8000"/>
            </a:avLst>
          </a:prstGeom>
          <a:solidFill xmlns:a="http://schemas.openxmlformats.org/drawingml/2006/main">
            <a:srgbClr val="E7E6E6"/>
          </a:solidFill>
          <a:ln xmlns:a="http://schemas.openxmlformats.org/drawingml/2006/main" w="10160">
            <a:solidFill>
              <a:srgbClr val="161616"/>
            </a:solidFill>
            <a:prstDash val="solid"/>
          </a:ln>
        </p:spPr>
      </p:sp>
      <p:sp>
        <p:nvSpPr>
          <p:cNvPr id="38" name="Figure_3_Controlled_Construction-038">
            <a:extLst xmlns:a="http://schemas.openxmlformats.org/drawingml/2006/main">
              <a:ext uri="{FF2B5EF4-FFF2-40B4-BE49-F238E27FC236}">
                <a16:creationId xmlns:a16="http://schemas.microsoft.com/office/drawing/2014/main" id="{F612ECC4-9034-4926-969F-781BD038187D}"/>
              </a:ext>
            </a:extLst>
          </p:cNvPr>
          <p:cNvSpPr>
            <a:spLocks xmlns:a="http://schemas.openxmlformats.org/drawingml/2006/main" noGrp="1"/>
          </p:cNvSpPr>
          <p:nvPr/>
        </p:nvSpPr>
        <p:spPr>
          <a:xfrm xmlns:a="http://schemas.openxmlformats.org/drawingml/2006/main">
            <a:off x="5194300" y="1511300"/>
            <a:ext cx="495300" cy="317500"/>
          </a:xfrm>
          <a:prstGeom xmlns:a="http://schemas.openxmlformats.org/drawingml/2006/main" prst="roundRect">
            <a:avLst>
              <a:gd name="adj" fmla="val 8000"/>
            </a:avLst>
          </a:prstGeom>
          <a:solidFill xmlns:a="http://schemas.openxmlformats.org/drawingml/2006/main">
            <a:srgbClr val="E7E6E6"/>
          </a:solidFill>
          <a:ln xmlns:a="http://schemas.openxmlformats.org/drawingml/2006/main" w="10160">
            <a:solidFill>
              <a:srgbClr val="161616"/>
            </a:solidFill>
            <a:prstDash val="solid"/>
          </a:ln>
        </p:spPr>
      </p:sp>
      <p:sp>
        <p:nvSpPr>
          <p:cNvPr id="39" name="Figure_3_Controlled_Construction-039">
            <a:extLst xmlns:a="http://schemas.openxmlformats.org/drawingml/2006/main">
              <a:ext uri="{FF2B5EF4-FFF2-40B4-BE49-F238E27FC236}">
                <a16:creationId xmlns:a16="http://schemas.microsoft.com/office/drawing/2014/main" id="{5E8A7FAC-A297-4C6E-A868-C83FA43C5FB2}"/>
              </a:ext>
            </a:extLst>
          </p:cNvPr>
          <p:cNvSpPr>
            <a:spLocks xmlns:a="http://schemas.openxmlformats.org/drawingml/2006/main" noGrp="1"/>
          </p:cNvSpPr>
          <p:nvPr/>
        </p:nvSpPr>
        <p:spPr>
          <a:xfrm xmlns:a="http://schemas.openxmlformats.org/drawingml/2006/main">
            <a:off x="5232400" y="1606550"/>
            <a:ext cx="4191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20" b="0">
                <a:solidFill>
                  <a:srgbClr val="161616"/>
                </a:solidFill>
                <a:latin typeface="DejaVu Sans"/>
                <a:ea typeface="DejaVu Sans"/>
                <a:cs typeface="DejaVu Sans"/>
              </a:defRPr>
            </a:defPPr>
            <a:lvl1pPr algn="ctr">
              <a:defRPr sz="720" b="0">
                <a:solidFill>
                  <a:srgbClr val="161616"/>
                </a:solidFill>
                <a:latin typeface="DejaVu Sans"/>
                <a:ea typeface="DejaVu Sans"/>
                <a:cs typeface="DejaVu Sans"/>
              </a:defRPr>
            </a:lvl1pPr>
            <a:lvl2pPr algn="ctr">
              <a:defRPr sz="720" b="0">
                <a:solidFill>
                  <a:srgbClr val="161616"/>
                </a:solidFill>
                <a:latin typeface="DejaVu Sans"/>
                <a:ea typeface="DejaVu Sans"/>
                <a:cs typeface="DejaVu Sans"/>
              </a:defRPr>
            </a:lvl2pPr>
            <a:lvl3pPr algn="ctr">
              <a:defRPr sz="720" b="0">
                <a:solidFill>
                  <a:srgbClr val="161616"/>
                </a:solidFill>
                <a:latin typeface="DejaVu Sans"/>
                <a:ea typeface="DejaVu Sans"/>
                <a:cs typeface="DejaVu Sans"/>
              </a:defRPr>
            </a:lvl3pPr>
            <a:lvl4pPr algn="ctr">
              <a:defRPr sz="720" b="0">
                <a:solidFill>
                  <a:srgbClr val="161616"/>
                </a:solidFill>
                <a:latin typeface="DejaVu Sans"/>
                <a:ea typeface="DejaVu Sans"/>
                <a:cs typeface="DejaVu Sans"/>
              </a:defRPr>
            </a:lvl4pPr>
            <a:lvl5pPr algn="ctr">
              <a:defRPr sz="720" b="0">
                <a:solidFill>
                  <a:srgbClr val="161616"/>
                </a:solidFill>
                <a:latin typeface="DejaVu Sans"/>
                <a:ea typeface="DejaVu Sans"/>
                <a:cs typeface="DejaVu Sans"/>
              </a:defRPr>
            </a:lvl5pPr>
            <a:lvl6pPr algn="ctr">
              <a:defRPr sz="720" b="0">
                <a:solidFill>
                  <a:srgbClr val="161616"/>
                </a:solidFill>
                <a:latin typeface="DejaVu Sans"/>
                <a:ea typeface="DejaVu Sans"/>
                <a:cs typeface="DejaVu Sans"/>
              </a:defRPr>
            </a:lvl6pPr>
            <a:lvl7pPr algn="ctr">
              <a:defRPr sz="720" b="0">
                <a:solidFill>
                  <a:srgbClr val="161616"/>
                </a:solidFill>
                <a:latin typeface="DejaVu Sans"/>
                <a:ea typeface="DejaVu Sans"/>
                <a:cs typeface="DejaVu Sans"/>
              </a:defRPr>
            </a:lvl7pPr>
            <a:lvl8pPr algn="ctr">
              <a:defRPr sz="720" b="0">
                <a:solidFill>
                  <a:srgbClr val="161616"/>
                </a:solidFill>
                <a:latin typeface="DejaVu Sans"/>
                <a:ea typeface="DejaVu Sans"/>
                <a:cs typeface="DejaVu Sans"/>
              </a:defRPr>
            </a:lvl8pPr>
            <a:lvl9pPr algn="ctr">
              <a:defRPr sz="720" b="0">
                <a:solidFill>
                  <a:srgbClr val="161616"/>
                </a:solidFill>
                <a:latin typeface="DejaVu Sans"/>
                <a:ea typeface="DejaVu Sans"/>
                <a:cs typeface="DejaVu Sans"/>
              </a:defRPr>
            </a:lvl9pPr>
          </a:lstStyle>
          <a:p xmlns:a="http://schemas.openxmlformats.org/drawingml/2006/main">
            <a:pPr algn="ctr">
              <a:defRPr sz="720" b="0">
                <a:solidFill>
                  <a:srgbClr val="161616"/>
                </a:solidFill>
                <a:latin typeface="DejaVu Sans"/>
                <a:ea typeface="DejaVu Sans"/>
                <a:cs typeface="DejaVu Sans"/>
              </a:defRPr>
            </a:pPr>
            <a:r>
              <a:rPr sz="720" b="0">
                <a:solidFill>
                  <a:srgbClr val="161616"/>
                </a:solidFill>
                <a:latin typeface="DejaVu Sans"/>
                <a:ea typeface="DejaVu Sans"/>
                <a:cs typeface="DejaVu Sans"/>
              </a:rPr>
              <a:t>Other</a:t>
            </a:r>
          </a:p>
        </p:txBody>
      </p:sp>
      <p:sp>
        <p:nvSpPr>
          <p:cNvPr id="40" name="Figure_3_Controlled_Construction-040">
            <a:extLst xmlns:a="http://schemas.openxmlformats.org/drawingml/2006/main">
              <a:ext uri="{FF2B5EF4-FFF2-40B4-BE49-F238E27FC236}">
                <a16:creationId xmlns:a16="http://schemas.microsoft.com/office/drawing/2014/main" id="{B18C77CE-7D0A-4676-8BCB-F3A249098E08}"/>
              </a:ext>
            </a:extLst>
          </p:cNvPr>
          <p:cNvSpPr>
            <a:spLocks xmlns:a="http://schemas.openxmlformats.org/drawingml/2006/main" noGrp="1"/>
          </p:cNvSpPr>
          <p:nvPr/>
        </p:nvSpPr>
        <p:spPr>
          <a:xfrm xmlns:a="http://schemas.openxmlformats.org/drawingml/2006/main">
            <a:off x="177800" y="2044700"/>
            <a:ext cx="34290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All original candidate documents are retained</a:t>
            </a:r>
          </a:p>
        </p:txBody>
      </p:sp>
      <p:sp>
        <p:nvSpPr>
          <p:cNvPr id="41" name="Figure_3_Controlled_Construction-041">
            <a:extLst xmlns:a="http://schemas.openxmlformats.org/drawingml/2006/main">
              <a:ext uri="{FF2B5EF4-FFF2-40B4-BE49-F238E27FC236}">
                <a16:creationId xmlns:a16="http://schemas.microsoft.com/office/drawing/2014/main" id="{852C8BBE-F8D7-4A36-9B2D-7D1EB9C37F26}"/>
              </a:ext>
            </a:extLst>
          </p:cNvPr>
          <p:cNvSpPr>
            <a:spLocks xmlns:a="http://schemas.openxmlformats.org/drawingml/2006/main" noGrp="1"/>
          </p:cNvSpPr>
          <p:nvPr/>
        </p:nvSpPr>
        <p:spPr>
          <a:xfrm xmlns:a="http://schemas.openxmlformats.org/drawingml/2006/main">
            <a:off x="3416300" y="1765300"/>
            <a:ext cx="127" cy="800100"/>
          </a:xfrm>
          <a:custGeom xmlns:a="http://schemas.openxmlformats.org/drawingml/2006/main">
            <a:pathLst>
              <a:path w="127" h="800100">
                <a:moveTo>
                  <a:pt x="0" y="0"/>
                </a:moveTo>
                <a:lnTo>
                  <a:pt x="0" y="800100"/>
                </a:lnTo>
              </a:path>
            </a:pathLst>
          </a:custGeom>
          <a:noFill xmlns:a="http://schemas.openxmlformats.org/drawingml/2006/main"/>
          <a:ln xmlns:a="http://schemas.openxmlformats.org/drawingml/2006/main" w="13970">
            <a:solidFill>
              <a:srgbClr val="161616"/>
            </a:solidFill>
            <a:prstDash val="dash"/>
          </a:ln>
        </p:spPr>
      </p:sp>
      <p:sp>
        <p:nvSpPr>
          <p:cNvPr id="42" name="Figure_3_Controlled_Construction-042">
            <a:extLst xmlns:a="http://schemas.openxmlformats.org/drawingml/2006/main">
              <a:ext uri="{FF2B5EF4-FFF2-40B4-BE49-F238E27FC236}">
                <a16:creationId xmlns:a16="http://schemas.microsoft.com/office/drawing/2014/main" id="{E6D69BEA-8408-4005-8624-849E1B65CBC8}"/>
              </a:ext>
            </a:extLst>
          </p:cNvPr>
          <p:cNvSpPr>
            <a:spLocks xmlns:a="http://schemas.openxmlformats.org/drawingml/2006/main" noGrp="1"/>
          </p:cNvSpPr>
          <p:nvPr/>
        </p:nvSpPr>
        <p:spPr>
          <a:xfrm xmlns:a="http://schemas.openxmlformats.org/drawingml/2006/main">
            <a:off x="1485900" y="2565400"/>
            <a:ext cx="2959100" cy="127"/>
          </a:xfrm>
          <a:custGeom xmlns:a="http://schemas.openxmlformats.org/drawingml/2006/main">
            <a:pathLst>
              <a:path w="2959100" h="127">
                <a:moveTo>
                  <a:pt x="0" y="0"/>
                </a:moveTo>
                <a:lnTo>
                  <a:pt x="2959100" y="0"/>
                </a:lnTo>
              </a:path>
            </a:pathLst>
          </a:custGeom>
          <a:noFill xmlns:a="http://schemas.openxmlformats.org/drawingml/2006/main"/>
          <a:ln xmlns:a="http://schemas.openxmlformats.org/drawingml/2006/main" w="13970">
            <a:solidFill>
              <a:srgbClr val="161616"/>
            </a:solidFill>
            <a:prstDash val="dash"/>
          </a:ln>
        </p:spPr>
      </p:sp>
      <p:sp>
        <p:nvSpPr>
          <p:cNvPr id="43" name="Figure_3_Controlled_Construction-043">
            <a:extLst xmlns:a="http://schemas.openxmlformats.org/drawingml/2006/main">
              <a:ext uri="{FF2B5EF4-FFF2-40B4-BE49-F238E27FC236}">
                <a16:creationId xmlns:a16="http://schemas.microsoft.com/office/drawing/2014/main" id="{88174663-27AE-4C97-9590-7BB0E49F6F10}"/>
              </a:ext>
            </a:extLst>
          </p:cNvPr>
          <p:cNvSpPr>
            <a:spLocks xmlns:a="http://schemas.openxmlformats.org/drawingml/2006/main" noGrp="1"/>
          </p:cNvSpPr>
          <p:nvPr/>
        </p:nvSpPr>
        <p:spPr>
          <a:xfrm xmlns:a="http://schemas.openxmlformats.org/drawingml/2006/main">
            <a:off x="1485900" y="2565400"/>
            <a:ext cx="127" cy="114300"/>
          </a:xfrm>
          <a:custGeom xmlns:a="http://schemas.openxmlformats.org/drawingml/2006/main">
            <a:pathLst>
              <a:path w="127" h="114300">
                <a:moveTo>
                  <a:pt x="0" y="0"/>
                </a:moveTo>
                <a:lnTo>
                  <a:pt x="0" y="114300"/>
                </a:lnTo>
              </a:path>
            </a:pathLst>
          </a:custGeom>
          <a:noFill xmlns:a="http://schemas.openxmlformats.org/drawingml/2006/main"/>
          <a:ln xmlns:a="http://schemas.openxmlformats.org/drawingml/2006/main" w="13970">
            <a:solidFill>
              <a:srgbClr val="161616"/>
            </a:solidFill>
            <a:prstDash val="dash"/>
          </a:ln>
        </p:spPr>
      </p:sp>
      <p:sp>
        <p:nvSpPr>
          <p:cNvPr id="44" name="Figure_3_Controlled_Construction-044">
            <a:extLst xmlns:a="http://schemas.openxmlformats.org/drawingml/2006/main">
              <a:ext uri="{FF2B5EF4-FFF2-40B4-BE49-F238E27FC236}">
                <a16:creationId xmlns:a16="http://schemas.microsoft.com/office/drawing/2014/main" id="{49AFAF3E-0618-4BE2-990D-F382C56BFC67}"/>
              </a:ext>
            </a:extLst>
          </p:cNvPr>
          <p:cNvSpPr>
            <a:spLocks xmlns:a="http://schemas.openxmlformats.org/drawingml/2006/main" noGrp="1"/>
          </p:cNvSpPr>
          <p:nvPr/>
        </p:nvSpPr>
        <p:spPr>
          <a:xfrm xmlns:a="http://schemas.openxmlformats.org/drawingml/2006/main">
            <a:off x="4445000" y="2565400"/>
            <a:ext cx="127" cy="114300"/>
          </a:xfrm>
          <a:custGeom xmlns:a="http://schemas.openxmlformats.org/drawingml/2006/main">
            <a:pathLst>
              <a:path w="127" h="114300">
                <a:moveTo>
                  <a:pt x="0" y="0"/>
                </a:moveTo>
                <a:lnTo>
                  <a:pt x="0" y="114300"/>
                </a:lnTo>
              </a:path>
            </a:pathLst>
          </a:custGeom>
          <a:noFill xmlns:a="http://schemas.openxmlformats.org/drawingml/2006/main"/>
          <a:ln xmlns:a="http://schemas.openxmlformats.org/drawingml/2006/main" w="13970">
            <a:solidFill>
              <a:srgbClr val="161616"/>
            </a:solidFill>
            <a:prstDash val="dash"/>
          </a:ln>
        </p:spPr>
      </p:sp>
      <p:sp>
        <p:nvSpPr>
          <p:cNvPr id="45" name="Figure_3_Controlled_Construction-045">
            <a:extLst xmlns:a="http://schemas.openxmlformats.org/drawingml/2006/main">
              <a:ext uri="{FF2B5EF4-FFF2-40B4-BE49-F238E27FC236}">
                <a16:creationId xmlns:a16="http://schemas.microsoft.com/office/drawing/2014/main" id="{B1183DA6-E6B3-4832-8FF4-BF7F7F67B729}"/>
              </a:ext>
            </a:extLst>
          </p:cNvPr>
          <p:cNvSpPr>
            <a:spLocks xmlns:a="http://schemas.openxmlformats.org/drawingml/2006/main" noGrp="1"/>
          </p:cNvSpPr>
          <p:nvPr/>
        </p:nvSpPr>
        <p:spPr>
          <a:xfrm xmlns:a="http://schemas.openxmlformats.org/drawingml/2006/main">
            <a:off x="1485900" y="2654300"/>
            <a:ext cx="127" cy="25400"/>
          </a:xfrm>
          <a:custGeom xmlns:a="http://schemas.openxmlformats.org/drawingml/2006/main">
            <a:pathLst>
              <a:path w="127" h="25400">
                <a:moveTo>
                  <a:pt x="0" y="0"/>
                </a:moveTo>
                <a:lnTo>
                  <a:pt x="0" y="25400"/>
                </a:lnTo>
              </a:path>
            </a:pathLst>
          </a:custGeom>
          <a:noFill xmlns:a="http://schemas.openxmlformats.org/drawingml/2006/main"/>
          <a:ln xmlns:a="http://schemas.openxmlformats.org/drawingml/2006/main" w="13970">
            <a:solidFill>
              <a:srgbClr val="161616"/>
            </a:solidFill>
            <a:prstDash val="solid"/>
          </a:ln>
        </p:spPr>
      </p:sp>
      <p:sp>
        <p:nvSpPr>
          <p:cNvPr id="46" name="Figure_3_Controlled_Construction-046">
            <a:extLst xmlns:a="http://schemas.openxmlformats.org/drawingml/2006/main">
              <a:ext uri="{FF2B5EF4-FFF2-40B4-BE49-F238E27FC236}">
                <a16:creationId xmlns:a16="http://schemas.microsoft.com/office/drawing/2014/main" id="{9F28248E-0118-4825-B429-1D8384C4A2B1}"/>
              </a:ext>
            </a:extLst>
          </p:cNvPr>
          <p:cNvSpPr>
            <a:spLocks xmlns:a="http://schemas.openxmlformats.org/drawingml/2006/main" noGrp="1"/>
          </p:cNvSpPr>
          <p:nvPr/>
        </p:nvSpPr>
        <p:spPr>
          <a:xfrm xmlns:a="http://schemas.openxmlformats.org/drawingml/2006/main">
            <a:off x="4445000" y="2654300"/>
            <a:ext cx="127" cy="25400"/>
          </a:xfrm>
          <a:custGeom xmlns:a="http://schemas.openxmlformats.org/drawingml/2006/main">
            <a:pathLst>
              <a:path w="127" h="25400">
                <a:moveTo>
                  <a:pt x="0" y="0"/>
                </a:moveTo>
                <a:lnTo>
                  <a:pt x="0" y="25400"/>
                </a:lnTo>
              </a:path>
            </a:pathLst>
          </a:custGeom>
          <a:noFill xmlns:a="http://schemas.openxmlformats.org/drawingml/2006/main"/>
          <a:ln xmlns:a="http://schemas.openxmlformats.org/drawingml/2006/main" w="13970">
            <a:solidFill>
              <a:srgbClr val="161616"/>
            </a:solidFill>
            <a:prstDash val="solid"/>
          </a:ln>
        </p:spPr>
      </p:sp>
      <p:sp>
        <p:nvSpPr>
          <p:cNvPr id="47" name="Figure_3_Controlled_Construction-047">
            <a:extLst xmlns:a="http://schemas.openxmlformats.org/drawingml/2006/main">
              <a:ext uri="{FF2B5EF4-FFF2-40B4-BE49-F238E27FC236}">
                <a16:creationId xmlns:a16="http://schemas.microsoft.com/office/drawing/2014/main" id="{96E17AC2-A259-498D-AF78-1409A41EC233}"/>
              </a:ext>
            </a:extLst>
          </p:cNvPr>
          <p:cNvSpPr>
            <a:spLocks xmlns:a="http://schemas.openxmlformats.org/drawingml/2006/main" noGrp="1"/>
          </p:cNvSpPr>
          <p:nvPr/>
        </p:nvSpPr>
        <p:spPr>
          <a:xfrm xmlns:a="http://schemas.openxmlformats.org/drawingml/2006/main">
            <a:off x="88900" y="24003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b</a:t>
            </a:r>
          </a:p>
        </p:txBody>
      </p:sp>
      <p:sp>
        <p:nvSpPr>
          <p:cNvPr id="48" name="Figure_3_Controlled_Construction-048">
            <a:extLst xmlns:a="http://schemas.openxmlformats.org/drawingml/2006/main">
              <a:ext uri="{FF2B5EF4-FFF2-40B4-BE49-F238E27FC236}">
                <a16:creationId xmlns:a16="http://schemas.microsoft.com/office/drawing/2014/main" id="{043A5B82-332B-4C99-845B-633DFA6DC0AD}"/>
              </a:ext>
            </a:extLst>
          </p:cNvPr>
          <p:cNvSpPr>
            <a:spLocks xmlns:a="http://schemas.openxmlformats.org/drawingml/2006/main" noGrp="1"/>
          </p:cNvSpPr>
          <p:nvPr/>
        </p:nvSpPr>
        <p:spPr>
          <a:xfrm xmlns:a="http://schemas.openxmlformats.org/drawingml/2006/main">
            <a:off x="254000" y="2406650"/>
            <a:ext cx="55880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Terminal-sentence detail</a:t>
            </a:r>
          </a:p>
        </p:txBody>
      </p:sp>
      <p:sp>
        <p:nvSpPr>
          <p:cNvPr id="49" name="Figure_3_Controlled_Construction-049">
            <a:extLst xmlns:a="http://schemas.openxmlformats.org/drawingml/2006/main">
              <a:ext uri="{FF2B5EF4-FFF2-40B4-BE49-F238E27FC236}">
                <a16:creationId xmlns:a16="http://schemas.microsoft.com/office/drawing/2014/main" id="{C927AA72-84A2-4524-BC40-6228047A46E6}"/>
              </a:ext>
            </a:extLst>
          </p:cNvPr>
          <p:cNvSpPr>
            <a:spLocks xmlns:a="http://schemas.openxmlformats.org/drawingml/2006/main" noGrp="1"/>
          </p:cNvSpPr>
          <p:nvPr/>
        </p:nvSpPr>
        <p:spPr>
          <a:xfrm xmlns:a="http://schemas.openxmlformats.org/drawingml/2006/main">
            <a:off x="76200" y="2679700"/>
            <a:ext cx="2819400" cy="1333500"/>
          </a:xfrm>
          <a:prstGeom xmlns:a="http://schemas.openxmlformats.org/drawingml/2006/main" prst="roundRect">
            <a:avLst>
              <a:gd name="adj" fmla="val 4762"/>
            </a:avLst>
          </a:prstGeom>
          <a:solidFill xmlns:a="http://schemas.openxmlformats.org/drawingml/2006/main">
            <a:srgbClr val="FAE4D5"/>
          </a:solidFill>
          <a:ln xmlns:a="http://schemas.openxmlformats.org/drawingml/2006/main" w="11430">
            <a:solidFill>
              <a:srgbClr val="161616"/>
            </a:solidFill>
            <a:prstDash val="solid"/>
          </a:ln>
        </p:spPr>
      </p:sp>
      <p:sp>
        <p:nvSpPr>
          <p:cNvPr id="50" name="Figure_3_Controlled_Construction-050">
            <a:extLst xmlns:a="http://schemas.openxmlformats.org/drawingml/2006/main">
              <a:ext uri="{FF2B5EF4-FFF2-40B4-BE49-F238E27FC236}">
                <a16:creationId xmlns:a16="http://schemas.microsoft.com/office/drawing/2014/main" id="{FBA8DAB3-CEEE-47C4-9C25-D2305A43E0DA}"/>
              </a:ext>
            </a:extLst>
          </p:cNvPr>
          <p:cNvSpPr>
            <a:spLocks xmlns:a="http://schemas.openxmlformats.org/drawingml/2006/main" noGrp="1"/>
          </p:cNvSpPr>
          <p:nvPr/>
        </p:nvSpPr>
        <p:spPr>
          <a:xfrm xmlns:a="http://schemas.openxmlformats.org/drawingml/2006/main">
            <a:off x="3048000" y="2679700"/>
            <a:ext cx="2806700" cy="1333500"/>
          </a:xfrm>
          <a:prstGeom xmlns:a="http://schemas.openxmlformats.org/drawingml/2006/main" prst="roundRect">
            <a:avLst>
              <a:gd name="adj" fmla="val 4762"/>
            </a:avLst>
          </a:prstGeom>
          <a:solidFill xmlns:a="http://schemas.openxmlformats.org/drawingml/2006/main">
            <a:srgbClr val="DAE2F5"/>
          </a:solidFill>
          <a:ln xmlns:a="http://schemas.openxmlformats.org/drawingml/2006/main" w="11430">
            <a:solidFill>
              <a:srgbClr val="161616"/>
            </a:solidFill>
            <a:prstDash val="solid"/>
          </a:ln>
        </p:spPr>
      </p:sp>
      <p:sp>
        <p:nvSpPr>
          <p:cNvPr id="51" name="Figure_3_Controlled_Construction-051">
            <a:extLst xmlns:a="http://schemas.openxmlformats.org/drawingml/2006/main">
              <a:ext uri="{FF2B5EF4-FFF2-40B4-BE49-F238E27FC236}">
                <a16:creationId xmlns:a16="http://schemas.microsoft.com/office/drawing/2014/main" id="{DB836230-AC98-4A04-8D82-0EA1F34B530B}"/>
              </a:ext>
            </a:extLst>
          </p:cNvPr>
          <p:cNvSpPr>
            <a:spLocks xmlns:a="http://schemas.openxmlformats.org/drawingml/2006/main" noGrp="1"/>
          </p:cNvSpPr>
          <p:nvPr/>
        </p:nvSpPr>
        <p:spPr>
          <a:xfrm xmlns:a="http://schemas.openxmlformats.org/drawingml/2006/main">
            <a:off x="177800" y="2768600"/>
            <a:ext cx="2603500" cy="1577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80" b="1">
                <a:solidFill>
                  <a:srgbClr val="161616"/>
                </a:solidFill>
                <a:latin typeface="DejaVu Sans"/>
                <a:ea typeface="DejaVu Sans"/>
                <a:cs typeface="DejaVu Sans"/>
              </a:defRPr>
            </a:defPPr>
            <a:lvl1pPr algn="l">
              <a:defRPr sz="780" b="1">
                <a:solidFill>
                  <a:srgbClr val="161616"/>
                </a:solidFill>
                <a:latin typeface="DejaVu Sans"/>
                <a:ea typeface="DejaVu Sans"/>
                <a:cs typeface="DejaVu Sans"/>
              </a:defRPr>
            </a:lvl1pPr>
            <a:lvl2pPr algn="l">
              <a:defRPr sz="780" b="1">
                <a:solidFill>
                  <a:srgbClr val="161616"/>
                </a:solidFill>
                <a:latin typeface="DejaVu Sans"/>
                <a:ea typeface="DejaVu Sans"/>
                <a:cs typeface="DejaVu Sans"/>
              </a:defRPr>
            </a:lvl2pPr>
            <a:lvl3pPr algn="l">
              <a:defRPr sz="780" b="1">
                <a:solidFill>
                  <a:srgbClr val="161616"/>
                </a:solidFill>
                <a:latin typeface="DejaVu Sans"/>
                <a:ea typeface="DejaVu Sans"/>
                <a:cs typeface="DejaVu Sans"/>
              </a:defRPr>
            </a:lvl3pPr>
            <a:lvl4pPr algn="l">
              <a:defRPr sz="780" b="1">
                <a:solidFill>
                  <a:srgbClr val="161616"/>
                </a:solidFill>
                <a:latin typeface="DejaVu Sans"/>
                <a:ea typeface="DejaVu Sans"/>
                <a:cs typeface="DejaVu Sans"/>
              </a:defRPr>
            </a:lvl4pPr>
            <a:lvl5pPr algn="l">
              <a:defRPr sz="780" b="1">
                <a:solidFill>
                  <a:srgbClr val="161616"/>
                </a:solidFill>
                <a:latin typeface="DejaVu Sans"/>
                <a:ea typeface="DejaVu Sans"/>
                <a:cs typeface="DejaVu Sans"/>
              </a:defRPr>
            </a:lvl5pPr>
            <a:lvl6pPr algn="l">
              <a:defRPr sz="780" b="1">
                <a:solidFill>
                  <a:srgbClr val="161616"/>
                </a:solidFill>
                <a:latin typeface="DejaVu Sans"/>
                <a:ea typeface="DejaVu Sans"/>
                <a:cs typeface="DejaVu Sans"/>
              </a:defRPr>
            </a:lvl6pPr>
            <a:lvl7pPr algn="l">
              <a:defRPr sz="780" b="1">
                <a:solidFill>
                  <a:srgbClr val="161616"/>
                </a:solidFill>
                <a:latin typeface="DejaVu Sans"/>
                <a:ea typeface="DejaVu Sans"/>
                <a:cs typeface="DejaVu Sans"/>
              </a:defRPr>
            </a:lvl7pPr>
            <a:lvl8pPr algn="l">
              <a:defRPr sz="780" b="1">
                <a:solidFill>
                  <a:srgbClr val="161616"/>
                </a:solidFill>
                <a:latin typeface="DejaVu Sans"/>
                <a:ea typeface="DejaVu Sans"/>
                <a:cs typeface="DejaVu Sans"/>
              </a:defRPr>
            </a:lvl8pPr>
            <a:lvl9pPr algn="l">
              <a:defRPr sz="780" b="1">
                <a:solidFill>
                  <a:srgbClr val="161616"/>
                </a:solidFill>
                <a:latin typeface="DejaVu Sans"/>
                <a:ea typeface="DejaVu Sans"/>
                <a:cs typeface="DejaVu Sans"/>
              </a:defRPr>
            </a:lvl9pPr>
          </a:lstStyle>
          <a:p xmlns:a="http://schemas.openxmlformats.org/drawingml/2006/main">
            <a:pPr algn="l">
              <a:defRPr sz="780" b="1">
                <a:solidFill>
                  <a:srgbClr val="161616"/>
                </a:solidFill>
                <a:latin typeface="DejaVu Sans"/>
                <a:ea typeface="DejaVu Sans"/>
                <a:cs typeface="DejaVu Sans"/>
              </a:defRPr>
            </a:pPr>
            <a:r>
              <a:rPr sz="780" b="1">
                <a:solidFill>
                  <a:srgbClr val="161616"/>
                </a:solidFill>
                <a:latin typeface="DejaVu Sans"/>
                <a:ea typeface="DejaVu Sans"/>
                <a:cs typeface="DejaVu Sans"/>
              </a:rPr>
              <a:t>Conflict condition (n = 200)</a:t>
            </a:r>
          </a:p>
        </p:txBody>
      </p:sp>
      <p:sp>
        <p:nvSpPr>
          <p:cNvPr id="52" name="Figure_3_Controlled_Construction-052">
            <a:extLst xmlns:a="http://schemas.openxmlformats.org/drawingml/2006/main">
              <a:ext uri="{FF2B5EF4-FFF2-40B4-BE49-F238E27FC236}">
                <a16:creationId xmlns:a16="http://schemas.microsoft.com/office/drawing/2014/main" id="{E5047B87-B99C-4C4A-842D-92D095498B8B}"/>
              </a:ext>
            </a:extLst>
          </p:cNvPr>
          <p:cNvSpPr>
            <a:spLocks xmlns:a="http://schemas.openxmlformats.org/drawingml/2006/main" noGrp="1"/>
          </p:cNvSpPr>
          <p:nvPr/>
        </p:nvSpPr>
        <p:spPr>
          <a:xfrm xmlns:a="http://schemas.openxmlformats.org/drawingml/2006/main">
            <a:off x="3162300" y="2768600"/>
            <a:ext cx="2578100" cy="1577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80" b="1">
                <a:solidFill>
                  <a:srgbClr val="161616"/>
                </a:solidFill>
                <a:latin typeface="DejaVu Sans"/>
                <a:ea typeface="DejaVu Sans"/>
                <a:cs typeface="DejaVu Sans"/>
              </a:defRPr>
            </a:defPPr>
            <a:lvl1pPr algn="l">
              <a:defRPr sz="780" b="1">
                <a:solidFill>
                  <a:srgbClr val="161616"/>
                </a:solidFill>
                <a:latin typeface="DejaVu Sans"/>
                <a:ea typeface="DejaVu Sans"/>
                <a:cs typeface="DejaVu Sans"/>
              </a:defRPr>
            </a:lvl1pPr>
            <a:lvl2pPr algn="l">
              <a:defRPr sz="780" b="1">
                <a:solidFill>
                  <a:srgbClr val="161616"/>
                </a:solidFill>
                <a:latin typeface="DejaVu Sans"/>
                <a:ea typeface="DejaVu Sans"/>
                <a:cs typeface="DejaVu Sans"/>
              </a:defRPr>
            </a:lvl2pPr>
            <a:lvl3pPr algn="l">
              <a:defRPr sz="780" b="1">
                <a:solidFill>
                  <a:srgbClr val="161616"/>
                </a:solidFill>
                <a:latin typeface="DejaVu Sans"/>
                <a:ea typeface="DejaVu Sans"/>
                <a:cs typeface="DejaVu Sans"/>
              </a:defRPr>
            </a:lvl3pPr>
            <a:lvl4pPr algn="l">
              <a:defRPr sz="780" b="1">
                <a:solidFill>
                  <a:srgbClr val="161616"/>
                </a:solidFill>
                <a:latin typeface="DejaVu Sans"/>
                <a:ea typeface="DejaVu Sans"/>
                <a:cs typeface="DejaVu Sans"/>
              </a:defRPr>
            </a:lvl4pPr>
            <a:lvl5pPr algn="l">
              <a:defRPr sz="780" b="1">
                <a:solidFill>
                  <a:srgbClr val="161616"/>
                </a:solidFill>
                <a:latin typeface="DejaVu Sans"/>
                <a:ea typeface="DejaVu Sans"/>
                <a:cs typeface="DejaVu Sans"/>
              </a:defRPr>
            </a:lvl5pPr>
            <a:lvl6pPr algn="l">
              <a:defRPr sz="780" b="1">
                <a:solidFill>
                  <a:srgbClr val="161616"/>
                </a:solidFill>
                <a:latin typeface="DejaVu Sans"/>
                <a:ea typeface="DejaVu Sans"/>
                <a:cs typeface="DejaVu Sans"/>
              </a:defRPr>
            </a:lvl6pPr>
            <a:lvl7pPr algn="l">
              <a:defRPr sz="780" b="1">
                <a:solidFill>
                  <a:srgbClr val="161616"/>
                </a:solidFill>
                <a:latin typeface="DejaVu Sans"/>
                <a:ea typeface="DejaVu Sans"/>
                <a:cs typeface="DejaVu Sans"/>
              </a:defRPr>
            </a:lvl7pPr>
            <a:lvl8pPr algn="l">
              <a:defRPr sz="780" b="1">
                <a:solidFill>
                  <a:srgbClr val="161616"/>
                </a:solidFill>
                <a:latin typeface="DejaVu Sans"/>
                <a:ea typeface="DejaVu Sans"/>
                <a:cs typeface="DejaVu Sans"/>
              </a:defRPr>
            </a:lvl8pPr>
            <a:lvl9pPr algn="l">
              <a:defRPr sz="780" b="1">
                <a:solidFill>
                  <a:srgbClr val="161616"/>
                </a:solidFill>
                <a:latin typeface="DejaVu Sans"/>
                <a:ea typeface="DejaVu Sans"/>
                <a:cs typeface="DejaVu Sans"/>
              </a:defRPr>
            </a:lvl9pPr>
          </a:lstStyle>
          <a:p xmlns:a="http://schemas.openxmlformats.org/drawingml/2006/main">
            <a:pPr algn="l">
              <a:defRPr sz="780" b="1">
                <a:solidFill>
                  <a:srgbClr val="161616"/>
                </a:solidFill>
                <a:latin typeface="DejaVu Sans"/>
                <a:ea typeface="DejaVu Sans"/>
                <a:cs typeface="DejaVu Sans"/>
              </a:defRPr>
            </a:pPr>
            <a:r>
              <a:rPr sz="780" b="1">
                <a:solidFill>
                  <a:srgbClr val="161616"/>
                </a:solidFill>
                <a:latin typeface="DejaVu Sans"/>
                <a:ea typeface="DejaVu Sans"/>
                <a:cs typeface="DejaVu Sans"/>
              </a:rPr>
              <a:t>Ordinary condition (n = 100)</a:t>
            </a:r>
          </a:p>
        </p:txBody>
      </p:sp>
      <p:sp>
        <p:nvSpPr>
          <p:cNvPr id="53" name="Figure_3_Controlled_Construction-053">
            <a:extLst xmlns:a="http://schemas.openxmlformats.org/drawingml/2006/main">
              <a:ext uri="{FF2B5EF4-FFF2-40B4-BE49-F238E27FC236}">
                <a16:creationId xmlns:a16="http://schemas.microsoft.com/office/drawing/2014/main" id="{14D06255-6489-4E6E-BAAE-B8167AF6ECD9}"/>
              </a:ext>
            </a:extLst>
          </p:cNvPr>
          <p:cNvSpPr>
            <a:spLocks xmlns:a="http://schemas.openxmlformats.org/drawingml/2006/main" noGrp="1"/>
          </p:cNvSpPr>
          <p:nvPr/>
        </p:nvSpPr>
        <p:spPr>
          <a:xfrm xmlns:a="http://schemas.openxmlformats.org/drawingml/2006/main">
            <a:off x="177800" y="2997200"/>
            <a:ext cx="26035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Original: Person B was born on</a:t>
            </a:r>
          </a:p>
        </p:txBody>
      </p:sp>
      <p:sp>
        <p:nvSpPr>
          <p:cNvPr id="54" name="Figure_3_Controlled_Construction-054">
            <a:extLst xmlns:a="http://schemas.openxmlformats.org/drawingml/2006/main">
              <a:ext uri="{FF2B5EF4-FFF2-40B4-BE49-F238E27FC236}">
                <a16:creationId xmlns:a16="http://schemas.microsoft.com/office/drawing/2014/main" id="{BB126DE8-A659-4FBF-A9C6-FB02190984F9}"/>
              </a:ext>
            </a:extLst>
          </p:cNvPr>
          <p:cNvSpPr>
            <a:spLocks xmlns:a="http://schemas.openxmlformats.org/drawingml/2006/main" noGrp="1"/>
          </p:cNvSpPr>
          <p:nvPr/>
        </p:nvSpPr>
        <p:spPr>
          <a:xfrm xmlns:a="http://schemas.openxmlformats.org/drawingml/2006/main">
            <a:off x="3162300" y="2997200"/>
            <a:ext cx="25781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0">
                <a:solidFill>
                  <a:srgbClr val="161616"/>
                </a:solidFill>
                <a:latin typeface="DejaVu Sans"/>
                <a:ea typeface="DejaVu Sans"/>
                <a:cs typeface="DejaVu Sans"/>
              </a:defRPr>
            </a:defPPr>
            <a:lvl1pPr algn="l">
              <a:defRPr sz="700" b="0">
                <a:solidFill>
                  <a:srgbClr val="161616"/>
                </a:solidFill>
                <a:latin typeface="DejaVu Sans"/>
                <a:ea typeface="DejaVu Sans"/>
                <a:cs typeface="DejaVu Sans"/>
              </a:defRPr>
            </a:lvl1pPr>
            <a:lvl2pPr algn="l">
              <a:defRPr sz="700" b="0">
                <a:solidFill>
                  <a:srgbClr val="161616"/>
                </a:solidFill>
                <a:latin typeface="DejaVu Sans"/>
                <a:ea typeface="DejaVu Sans"/>
                <a:cs typeface="DejaVu Sans"/>
              </a:defRPr>
            </a:lvl2pPr>
            <a:lvl3pPr algn="l">
              <a:defRPr sz="700" b="0">
                <a:solidFill>
                  <a:srgbClr val="161616"/>
                </a:solidFill>
                <a:latin typeface="DejaVu Sans"/>
                <a:ea typeface="DejaVu Sans"/>
                <a:cs typeface="DejaVu Sans"/>
              </a:defRPr>
            </a:lvl3pPr>
            <a:lvl4pPr algn="l">
              <a:defRPr sz="700" b="0">
                <a:solidFill>
                  <a:srgbClr val="161616"/>
                </a:solidFill>
                <a:latin typeface="DejaVu Sans"/>
                <a:ea typeface="DejaVu Sans"/>
                <a:cs typeface="DejaVu Sans"/>
              </a:defRPr>
            </a:lvl4pPr>
            <a:lvl5pPr algn="l">
              <a:defRPr sz="700" b="0">
                <a:solidFill>
                  <a:srgbClr val="161616"/>
                </a:solidFill>
                <a:latin typeface="DejaVu Sans"/>
                <a:ea typeface="DejaVu Sans"/>
                <a:cs typeface="DejaVu Sans"/>
              </a:defRPr>
            </a:lvl5pPr>
            <a:lvl6pPr algn="l">
              <a:defRPr sz="700" b="0">
                <a:solidFill>
                  <a:srgbClr val="161616"/>
                </a:solidFill>
                <a:latin typeface="DejaVu Sans"/>
                <a:ea typeface="DejaVu Sans"/>
                <a:cs typeface="DejaVu Sans"/>
              </a:defRPr>
            </a:lvl6pPr>
            <a:lvl7pPr algn="l">
              <a:defRPr sz="700" b="0">
                <a:solidFill>
                  <a:srgbClr val="161616"/>
                </a:solidFill>
                <a:latin typeface="DejaVu Sans"/>
                <a:ea typeface="DejaVu Sans"/>
                <a:cs typeface="DejaVu Sans"/>
              </a:defRPr>
            </a:lvl7pPr>
            <a:lvl8pPr algn="l">
              <a:defRPr sz="700" b="0">
                <a:solidFill>
                  <a:srgbClr val="161616"/>
                </a:solidFill>
                <a:latin typeface="DejaVu Sans"/>
                <a:ea typeface="DejaVu Sans"/>
                <a:cs typeface="DejaVu Sans"/>
              </a:defRPr>
            </a:lvl8pPr>
            <a:lvl9pPr algn="l">
              <a:defRPr sz="700" b="0">
                <a:solidFill>
                  <a:srgbClr val="161616"/>
                </a:solidFill>
                <a:latin typeface="DejaVu Sans"/>
                <a:ea typeface="DejaVu Sans"/>
                <a:cs typeface="DejaVu Sans"/>
              </a:defRPr>
            </a:lvl9pPr>
          </a:lstStyle>
          <a:p xmlns:a="http://schemas.openxmlformats.org/drawingml/2006/main">
            <a:pPr algn="l">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Original: Person B was born on</a:t>
            </a:r>
          </a:p>
        </p:txBody>
      </p:sp>
      <p:sp>
        <p:nvSpPr>
          <p:cNvPr id="55" name="Figure_3_Controlled_Construction-055">
            <a:extLst xmlns:a="http://schemas.openxmlformats.org/drawingml/2006/main">
              <a:ext uri="{FF2B5EF4-FFF2-40B4-BE49-F238E27FC236}">
                <a16:creationId xmlns:a16="http://schemas.microsoft.com/office/drawing/2014/main" id="{35920A2D-7D3F-4B8C-B4E1-2277A7D31C97}"/>
              </a:ext>
            </a:extLst>
          </p:cNvPr>
          <p:cNvSpPr>
            <a:spLocks xmlns:a="http://schemas.openxmlformats.org/drawingml/2006/main" noGrp="1"/>
          </p:cNvSpPr>
          <p:nvPr/>
        </p:nvSpPr>
        <p:spPr>
          <a:xfrm xmlns:a="http://schemas.openxmlformats.org/drawingml/2006/main">
            <a:off x="177800" y="3187700"/>
            <a:ext cx="939800" cy="228600"/>
          </a:xfrm>
          <a:prstGeom xmlns:a="http://schemas.openxmlformats.org/drawingml/2006/main" prst="roundRect">
            <a:avLst>
              <a:gd name="adj" fmla="val 11111"/>
            </a:avLst>
          </a:prstGeom>
          <a:solidFill xmlns:a="http://schemas.openxmlformats.org/drawingml/2006/main">
            <a:srgbClr val="E1EFD9"/>
          </a:solidFill>
          <a:ln xmlns:a="http://schemas.openxmlformats.org/drawingml/2006/main" w="8890">
            <a:solidFill>
              <a:srgbClr val="161616"/>
            </a:solidFill>
            <a:prstDash val="solid"/>
          </a:ln>
        </p:spPr>
      </p:sp>
      <p:sp>
        <p:nvSpPr>
          <p:cNvPr id="56" name="Figure_3_Controlled_Construction-056">
            <a:extLst xmlns:a="http://schemas.openxmlformats.org/drawingml/2006/main">
              <a:ext uri="{FF2B5EF4-FFF2-40B4-BE49-F238E27FC236}">
                <a16:creationId xmlns:a16="http://schemas.microsoft.com/office/drawing/2014/main" id="{E31A7697-844A-4ED0-BE3D-6C91B632A056}"/>
              </a:ext>
            </a:extLst>
          </p:cNvPr>
          <p:cNvSpPr>
            <a:spLocks xmlns:a="http://schemas.openxmlformats.org/drawingml/2006/main" noGrp="1"/>
          </p:cNvSpPr>
          <p:nvPr/>
        </p:nvSpPr>
        <p:spPr>
          <a:xfrm xmlns:a="http://schemas.openxmlformats.org/drawingml/2006/main">
            <a:off x="203200" y="3238500"/>
            <a:ext cx="8890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12 May 1960</a:t>
            </a:r>
          </a:p>
        </p:txBody>
      </p:sp>
      <p:sp>
        <p:nvSpPr>
          <p:cNvPr id="57" name="Figure_3_Controlled_Construction-057">
            <a:extLst xmlns:a="http://schemas.openxmlformats.org/drawingml/2006/main">
              <a:ext uri="{FF2B5EF4-FFF2-40B4-BE49-F238E27FC236}">
                <a16:creationId xmlns:a16="http://schemas.microsoft.com/office/drawing/2014/main" id="{DEBD7BF6-6898-4A96-BB05-E95227DAEA05}"/>
              </a:ext>
            </a:extLst>
          </p:cNvPr>
          <p:cNvSpPr>
            <a:spLocks xmlns:a="http://schemas.openxmlformats.org/drawingml/2006/main" noGrp="1"/>
          </p:cNvSpPr>
          <p:nvPr/>
        </p:nvSpPr>
        <p:spPr>
          <a:xfrm xmlns:a="http://schemas.openxmlformats.org/drawingml/2006/main">
            <a:off x="3162300" y="3187700"/>
            <a:ext cx="939800" cy="228600"/>
          </a:xfrm>
          <a:prstGeom xmlns:a="http://schemas.openxmlformats.org/drawingml/2006/main" prst="roundRect">
            <a:avLst>
              <a:gd name="adj" fmla="val 11111"/>
            </a:avLst>
          </a:prstGeom>
          <a:solidFill xmlns:a="http://schemas.openxmlformats.org/drawingml/2006/main">
            <a:srgbClr val="E1EFD9"/>
          </a:solidFill>
          <a:ln xmlns:a="http://schemas.openxmlformats.org/drawingml/2006/main" w="8890">
            <a:solidFill>
              <a:srgbClr val="161616"/>
            </a:solidFill>
            <a:prstDash val="solid"/>
          </a:ln>
        </p:spPr>
      </p:sp>
      <p:sp>
        <p:nvSpPr>
          <p:cNvPr id="58" name="Figure_3_Controlled_Construction-058">
            <a:extLst xmlns:a="http://schemas.openxmlformats.org/drawingml/2006/main">
              <a:ext uri="{FF2B5EF4-FFF2-40B4-BE49-F238E27FC236}">
                <a16:creationId xmlns:a16="http://schemas.microsoft.com/office/drawing/2014/main" id="{AC5D5C2B-1957-495F-B610-E2D4C906E8ED}"/>
              </a:ext>
            </a:extLst>
          </p:cNvPr>
          <p:cNvSpPr>
            <a:spLocks xmlns:a="http://schemas.openxmlformats.org/drawingml/2006/main" noGrp="1"/>
          </p:cNvSpPr>
          <p:nvPr/>
        </p:nvSpPr>
        <p:spPr>
          <a:xfrm xmlns:a="http://schemas.openxmlformats.org/drawingml/2006/main">
            <a:off x="3187700" y="3238500"/>
            <a:ext cx="8890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12 May 1960</a:t>
            </a:r>
          </a:p>
        </p:txBody>
      </p:sp>
      <p:sp>
        <p:nvSpPr>
          <p:cNvPr id="59" name="Figure_3_Controlled_Construction-059">
            <a:extLst xmlns:a="http://schemas.openxmlformats.org/drawingml/2006/main">
              <a:ext uri="{FF2B5EF4-FFF2-40B4-BE49-F238E27FC236}">
                <a16:creationId xmlns:a16="http://schemas.microsoft.com/office/drawing/2014/main" id="{42E2B6F2-93C8-4E25-8413-7433B939A9BA}"/>
              </a:ext>
            </a:extLst>
          </p:cNvPr>
          <p:cNvSpPr>
            <a:spLocks xmlns:a="http://schemas.openxmlformats.org/drawingml/2006/main" noGrp="1"/>
          </p:cNvSpPr>
          <p:nvPr/>
        </p:nvSpPr>
        <p:spPr>
          <a:xfrm xmlns:a="http://schemas.openxmlformats.org/drawingml/2006/main">
            <a:off x="1155700" y="3302000"/>
            <a:ext cx="241300" cy="127"/>
          </a:xfrm>
          <a:custGeom xmlns:a="http://schemas.openxmlformats.org/drawingml/2006/main">
            <a:pathLst>
              <a:path w="241300" h="127">
                <a:moveTo>
                  <a:pt x="0" y="0"/>
                </a:moveTo>
                <a:lnTo>
                  <a:pt x="241300" y="0"/>
                </a:lnTo>
              </a:path>
            </a:pathLst>
          </a:custGeom>
          <a:noFill xmlns:a="http://schemas.openxmlformats.org/drawingml/2006/main"/>
          <a:ln xmlns:a="http://schemas.openxmlformats.org/drawingml/2006/main" w="21590">
            <a:solidFill>
              <a:srgbClr val="161616"/>
            </a:solidFill>
            <a:prstDash val="solid"/>
          </a:ln>
        </p:spPr>
      </p:sp>
      <p:sp>
        <p:nvSpPr>
          <p:cNvPr id="60" name="Figure_3_Controlled_Construction-060">
            <a:extLst xmlns:a="http://schemas.openxmlformats.org/drawingml/2006/main">
              <a:ext uri="{FF2B5EF4-FFF2-40B4-BE49-F238E27FC236}">
                <a16:creationId xmlns:a16="http://schemas.microsoft.com/office/drawing/2014/main" id="{1EE20082-6144-4D25-8686-1DAAF2BB57DB}"/>
              </a:ext>
            </a:extLst>
          </p:cNvPr>
          <p:cNvSpPr>
            <a:spLocks xmlns:a="http://schemas.openxmlformats.org/drawingml/2006/main" noGrp="1"/>
          </p:cNvSpPr>
          <p:nvPr/>
        </p:nvSpPr>
        <p:spPr>
          <a:xfrm xmlns:a="http://schemas.openxmlformats.org/drawingml/2006/main">
            <a:off x="1346200" y="32796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61" name="Figure_3_Controlled_Construction-061">
            <a:extLst xmlns:a="http://schemas.openxmlformats.org/drawingml/2006/main">
              <a:ext uri="{FF2B5EF4-FFF2-40B4-BE49-F238E27FC236}">
                <a16:creationId xmlns:a16="http://schemas.microsoft.com/office/drawing/2014/main" id="{420CC62A-EE87-4605-942A-DB262A63DD51}"/>
              </a:ext>
            </a:extLst>
          </p:cNvPr>
          <p:cNvSpPr>
            <a:spLocks xmlns:a="http://schemas.openxmlformats.org/drawingml/2006/main" noGrp="1"/>
          </p:cNvSpPr>
          <p:nvPr/>
        </p:nvSpPr>
        <p:spPr>
          <a:xfrm xmlns:a="http://schemas.openxmlformats.org/drawingml/2006/main">
            <a:off x="4140200" y="3302000"/>
            <a:ext cx="241300" cy="127"/>
          </a:xfrm>
          <a:custGeom xmlns:a="http://schemas.openxmlformats.org/drawingml/2006/main">
            <a:pathLst>
              <a:path w="241300" h="127">
                <a:moveTo>
                  <a:pt x="0" y="0"/>
                </a:moveTo>
                <a:lnTo>
                  <a:pt x="241300" y="0"/>
                </a:lnTo>
              </a:path>
            </a:pathLst>
          </a:custGeom>
          <a:noFill xmlns:a="http://schemas.openxmlformats.org/drawingml/2006/main"/>
          <a:ln xmlns:a="http://schemas.openxmlformats.org/drawingml/2006/main" w="21590">
            <a:solidFill>
              <a:srgbClr val="161616"/>
            </a:solidFill>
            <a:prstDash val="solid"/>
          </a:ln>
        </p:spPr>
      </p:sp>
      <p:sp>
        <p:nvSpPr>
          <p:cNvPr id="62" name="Figure_3_Controlled_Construction-062">
            <a:extLst xmlns:a="http://schemas.openxmlformats.org/drawingml/2006/main">
              <a:ext uri="{FF2B5EF4-FFF2-40B4-BE49-F238E27FC236}">
                <a16:creationId xmlns:a16="http://schemas.microsoft.com/office/drawing/2014/main" id="{7DE78EF5-6F65-44C1-ABE5-867B0260C9B6}"/>
              </a:ext>
            </a:extLst>
          </p:cNvPr>
          <p:cNvSpPr>
            <a:spLocks xmlns:a="http://schemas.openxmlformats.org/drawingml/2006/main" noGrp="1"/>
          </p:cNvSpPr>
          <p:nvPr/>
        </p:nvSpPr>
        <p:spPr>
          <a:xfrm xmlns:a="http://schemas.openxmlformats.org/drawingml/2006/main">
            <a:off x="4330700" y="32796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63" name="Figure_3_Controlled_Construction-063">
            <a:extLst xmlns:a="http://schemas.openxmlformats.org/drawingml/2006/main">
              <a:ext uri="{FF2B5EF4-FFF2-40B4-BE49-F238E27FC236}">
                <a16:creationId xmlns:a16="http://schemas.microsoft.com/office/drawing/2014/main" id="{29F3C5DB-11EC-4326-B916-19D63BA98209}"/>
              </a:ext>
            </a:extLst>
          </p:cNvPr>
          <p:cNvSpPr>
            <a:spLocks xmlns:a="http://schemas.openxmlformats.org/drawingml/2006/main" noGrp="1"/>
          </p:cNvSpPr>
          <p:nvPr/>
        </p:nvSpPr>
        <p:spPr>
          <a:xfrm xmlns:a="http://schemas.openxmlformats.org/drawingml/2006/main">
            <a:off x="1447800" y="3187700"/>
            <a:ext cx="1320800" cy="228600"/>
          </a:xfrm>
          <a:prstGeom xmlns:a="http://schemas.openxmlformats.org/drawingml/2006/main" prst="roundRect">
            <a:avLst>
              <a:gd name="adj" fmla="val 11111"/>
            </a:avLst>
          </a:prstGeom>
          <a:solidFill xmlns:a="http://schemas.openxmlformats.org/drawingml/2006/main">
            <a:srgbClr val="F5B7BE"/>
          </a:solidFill>
          <a:ln xmlns:a="http://schemas.openxmlformats.org/drawingml/2006/main" w="8890">
            <a:solidFill>
              <a:srgbClr val="161616"/>
            </a:solidFill>
            <a:prstDash val="solid"/>
          </a:ln>
        </p:spPr>
      </p:sp>
      <p:sp>
        <p:nvSpPr>
          <p:cNvPr id="64" name="Figure_3_Controlled_Construction-064">
            <a:extLst xmlns:a="http://schemas.openxmlformats.org/drawingml/2006/main">
              <a:ext uri="{FF2B5EF4-FFF2-40B4-BE49-F238E27FC236}">
                <a16:creationId xmlns:a16="http://schemas.microsoft.com/office/drawing/2014/main" id="{80534DCF-9BD4-4689-B7CE-1DFED11B8D0B}"/>
              </a:ext>
            </a:extLst>
          </p:cNvPr>
          <p:cNvSpPr>
            <a:spLocks xmlns:a="http://schemas.openxmlformats.org/drawingml/2006/main" noGrp="1"/>
          </p:cNvSpPr>
          <p:nvPr/>
        </p:nvSpPr>
        <p:spPr>
          <a:xfrm xmlns:a="http://schemas.openxmlformats.org/drawingml/2006/main">
            <a:off x="1485900" y="3238500"/>
            <a:ext cx="12446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90" b="0">
                <a:solidFill>
                  <a:srgbClr val="161616"/>
                </a:solidFill>
                <a:latin typeface="DejaVu Sans"/>
                <a:ea typeface="DejaVu Sans"/>
                <a:cs typeface="DejaVu Sans"/>
              </a:defRPr>
            </a:defPPr>
            <a:lvl1pPr algn="ctr">
              <a:defRPr sz="690" b="0">
                <a:solidFill>
                  <a:srgbClr val="161616"/>
                </a:solidFill>
                <a:latin typeface="DejaVu Sans"/>
                <a:ea typeface="DejaVu Sans"/>
                <a:cs typeface="DejaVu Sans"/>
              </a:defRPr>
            </a:lvl1pPr>
            <a:lvl2pPr algn="ctr">
              <a:defRPr sz="690" b="0">
                <a:solidFill>
                  <a:srgbClr val="161616"/>
                </a:solidFill>
                <a:latin typeface="DejaVu Sans"/>
                <a:ea typeface="DejaVu Sans"/>
                <a:cs typeface="DejaVu Sans"/>
              </a:defRPr>
            </a:lvl2pPr>
            <a:lvl3pPr algn="ctr">
              <a:defRPr sz="690" b="0">
                <a:solidFill>
                  <a:srgbClr val="161616"/>
                </a:solidFill>
                <a:latin typeface="DejaVu Sans"/>
                <a:ea typeface="DejaVu Sans"/>
                <a:cs typeface="DejaVu Sans"/>
              </a:defRPr>
            </a:lvl3pPr>
            <a:lvl4pPr algn="ctr">
              <a:defRPr sz="690" b="0">
                <a:solidFill>
                  <a:srgbClr val="161616"/>
                </a:solidFill>
                <a:latin typeface="DejaVu Sans"/>
                <a:ea typeface="DejaVu Sans"/>
                <a:cs typeface="DejaVu Sans"/>
              </a:defRPr>
            </a:lvl4pPr>
            <a:lvl5pPr algn="ctr">
              <a:defRPr sz="690" b="0">
                <a:solidFill>
                  <a:srgbClr val="161616"/>
                </a:solidFill>
                <a:latin typeface="DejaVu Sans"/>
                <a:ea typeface="DejaVu Sans"/>
                <a:cs typeface="DejaVu Sans"/>
              </a:defRPr>
            </a:lvl5pPr>
            <a:lvl6pPr algn="ctr">
              <a:defRPr sz="690" b="0">
                <a:solidFill>
                  <a:srgbClr val="161616"/>
                </a:solidFill>
                <a:latin typeface="DejaVu Sans"/>
                <a:ea typeface="DejaVu Sans"/>
                <a:cs typeface="DejaVu Sans"/>
              </a:defRPr>
            </a:lvl6pPr>
            <a:lvl7pPr algn="ctr">
              <a:defRPr sz="690" b="0">
                <a:solidFill>
                  <a:srgbClr val="161616"/>
                </a:solidFill>
                <a:latin typeface="DejaVu Sans"/>
                <a:ea typeface="DejaVu Sans"/>
                <a:cs typeface="DejaVu Sans"/>
              </a:defRPr>
            </a:lvl7pPr>
            <a:lvl8pPr algn="ctr">
              <a:defRPr sz="690" b="0">
                <a:solidFill>
                  <a:srgbClr val="161616"/>
                </a:solidFill>
                <a:latin typeface="DejaVu Sans"/>
                <a:ea typeface="DejaVu Sans"/>
                <a:cs typeface="DejaVu Sans"/>
              </a:defRPr>
            </a:lvl8pPr>
            <a:lvl9pPr algn="ctr">
              <a:defRPr sz="690" b="0">
                <a:solidFill>
                  <a:srgbClr val="161616"/>
                </a:solidFill>
                <a:latin typeface="DejaVu Sans"/>
                <a:ea typeface="DejaVu Sans"/>
                <a:cs typeface="DejaVu Sans"/>
              </a:defRPr>
            </a:lvl9pPr>
          </a:lstStyle>
          <a:p xmlns:a="http://schemas.openxmlformats.org/drawingml/2006/main">
            <a:pPr algn="ctr">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Added: 12 May 1967</a:t>
            </a:r>
          </a:p>
        </p:txBody>
      </p:sp>
      <p:sp>
        <p:nvSpPr>
          <p:cNvPr id="65" name="Figure_3_Controlled_Construction-065">
            <a:extLst xmlns:a="http://schemas.openxmlformats.org/drawingml/2006/main">
              <a:ext uri="{FF2B5EF4-FFF2-40B4-BE49-F238E27FC236}">
                <a16:creationId xmlns:a16="http://schemas.microsoft.com/office/drawing/2014/main" id="{9F15F631-3A68-4CAE-9D33-045064B7FC35}"/>
              </a:ext>
            </a:extLst>
          </p:cNvPr>
          <p:cNvSpPr>
            <a:spLocks xmlns:a="http://schemas.openxmlformats.org/drawingml/2006/main" noGrp="1"/>
          </p:cNvSpPr>
          <p:nvPr/>
        </p:nvSpPr>
        <p:spPr>
          <a:xfrm xmlns:a="http://schemas.openxmlformats.org/drawingml/2006/main">
            <a:off x="4432300" y="3187700"/>
            <a:ext cx="1308100" cy="228600"/>
          </a:xfrm>
          <a:prstGeom xmlns:a="http://schemas.openxmlformats.org/drawingml/2006/main" prst="roundRect">
            <a:avLst>
              <a:gd name="adj" fmla="val 11111"/>
            </a:avLst>
          </a:prstGeom>
          <a:solidFill xmlns:a="http://schemas.openxmlformats.org/drawingml/2006/main">
            <a:srgbClr val="E1EFD9"/>
          </a:solidFill>
          <a:ln xmlns:a="http://schemas.openxmlformats.org/drawingml/2006/main" w="8890">
            <a:solidFill>
              <a:srgbClr val="161616"/>
            </a:solidFill>
            <a:prstDash val="solid"/>
          </a:ln>
        </p:spPr>
      </p:sp>
      <p:sp>
        <p:nvSpPr>
          <p:cNvPr id="66" name="Figure_3_Controlled_Construction-066">
            <a:extLst xmlns:a="http://schemas.openxmlformats.org/drawingml/2006/main">
              <a:ext uri="{FF2B5EF4-FFF2-40B4-BE49-F238E27FC236}">
                <a16:creationId xmlns:a16="http://schemas.microsoft.com/office/drawing/2014/main" id="{E1C5143D-BBE3-40D4-ADB4-3A560296DB52}"/>
              </a:ext>
            </a:extLst>
          </p:cNvPr>
          <p:cNvSpPr>
            <a:spLocks xmlns:a="http://schemas.openxmlformats.org/drawingml/2006/main" noGrp="1"/>
          </p:cNvSpPr>
          <p:nvPr/>
        </p:nvSpPr>
        <p:spPr>
          <a:xfrm xmlns:a="http://schemas.openxmlformats.org/drawingml/2006/main">
            <a:off x="4457700" y="3238500"/>
            <a:ext cx="12573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90" b="0">
                <a:solidFill>
                  <a:srgbClr val="161616"/>
                </a:solidFill>
                <a:latin typeface="DejaVu Sans"/>
                <a:ea typeface="DejaVu Sans"/>
                <a:cs typeface="DejaVu Sans"/>
              </a:defRPr>
            </a:defPPr>
            <a:lvl1pPr algn="ctr">
              <a:defRPr sz="690" b="0">
                <a:solidFill>
                  <a:srgbClr val="161616"/>
                </a:solidFill>
                <a:latin typeface="DejaVu Sans"/>
                <a:ea typeface="DejaVu Sans"/>
                <a:cs typeface="DejaVu Sans"/>
              </a:defRPr>
            </a:lvl1pPr>
            <a:lvl2pPr algn="ctr">
              <a:defRPr sz="690" b="0">
                <a:solidFill>
                  <a:srgbClr val="161616"/>
                </a:solidFill>
                <a:latin typeface="DejaVu Sans"/>
                <a:ea typeface="DejaVu Sans"/>
                <a:cs typeface="DejaVu Sans"/>
              </a:defRPr>
            </a:lvl2pPr>
            <a:lvl3pPr algn="ctr">
              <a:defRPr sz="690" b="0">
                <a:solidFill>
                  <a:srgbClr val="161616"/>
                </a:solidFill>
                <a:latin typeface="DejaVu Sans"/>
                <a:ea typeface="DejaVu Sans"/>
                <a:cs typeface="DejaVu Sans"/>
              </a:defRPr>
            </a:lvl3pPr>
            <a:lvl4pPr algn="ctr">
              <a:defRPr sz="690" b="0">
                <a:solidFill>
                  <a:srgbClr val="161616"/>
                </a:solidFill>
                <a:latin typeface="DejaVu Sans"/>
                <a:ea typeface="DejaVu Sans"/>
                <a:cs typeface="DejaVu Sans"/>
              </a:defRPr>
            </a:lvl4pPr>
            <a:lvl5pPr algn="ctr">
              <a:defRPr sz="690" b="0">
                <a:solidFill>
                  <a:srgbClr val="161616"/>
                </a:solidFill>
                <a:latin typeface="DejaVu Sans"/>
                <a:ea typeface="DejaVu Sans"/>
                <a:cs typeface="DejaVu Sans"/>
              </a:defRPr>
            </a:lvl5pPr>
            <a:lvl6pPr algn="ctr">
              <a:defRPr sz="690" b="0">
                <a:solidFill>
                  <a:srgbClr val="161616"/>
                </a:solidFill>
                <a:latin typeface="DejaVu Sans"/>
                <a:ea typeface="DejaVu Sans"/>
                <a:cs typeface="DejaVu Sans"/>
              </a:defRPr>
            </a:lvl6pPr>
            <a:lvl7pPr algn="ctr">
              <a:defRPr sz="690" b="0">
                <a:solidFill>
                  <a:srgbClr val="161616"/>
                </a:solidFill>
                <a:latin typeface="DejaVu Sans"/>
                <a:ea typeface="DejaVu Sans"/>
                <a:cs typeface="DejaVu Sans"/>
              </a:defRPr>
            </a:lvl7pPr>
            <a:lvl8pPr algn="ctr">
              <a:defRPr sz="690" b="0">
                <a:solidFill>
                  <a:srgbClr val="161616"/>
                </a:solidFill>
                <a:latin typeface="DejaVu Sans"/>
                <a:ea typeface="DejaVu Sans"/>
                <a:cs typeface="DejaVu Sans"/>
              </a:defRPr>
            </a:lvl8pPr>
            <a:lvl9pPr algn="ctr">
              <a:defRPr sz="690" b="0">
                <a:solidFill>
                  <a:srgbClr val="161616"/>
                </a:solidFill>
                <a:latin typeface="DejaVu Sans"/>
                <a:ea typeface="DejaVu Sans"/>
                <a:cs typeface="DejaVu Sans"/>
              </a:defRPr>
            </a:lvl9pPr>
          </a:lstStyle>
          <a:p xmlns:a="http://schemas.openxmlformats.org/drawingml/2006/main">
            <a:pPr algn="ctr">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Added: 12 May 1960</a:t>
            </a:r>
          </a:p>
        </p:txBody>
      </p:sp>
      <mc:AlternateContent xmlns:mc="http://schemas.openxmlformats.org/markup-compatibility/2006" xmlns:a14="http://schemas.microsoft.com/office/drawing/2010/main" xmlns:m="http://schemas.openxmlformats.org/officeDocument/2006/math">
        <mc:Choice Requires="a14">
          <p:sp>
            <p:nvSpPr>
              <p:cNvPr id="67" name="Figure_3_Controlled_Construction-067">
                <a:extLst xmlns:a="http://schemas.openxmlformats.org/drawingml/2006/main">
                  <a:ext uri="{FF2B5EF4-FFF2-40B4-BE49-F238E27FC236}">
                    <a16:creationId xmlns:a16="http://schemas.microsoft.com/office/drawing/2014/main" id="{24E3D102-8171-4700-83EE-6EEF4831BFF8}"/>
                  </a:ext>
                </a:extLst>
              </p:cNvPr>
              <p:cNvSpPr>
                <a:spLocks xmlns:a="http://schemas.openxmlformats.org/drawingml/2006/main" noGrp="1"/>
              </p:cNvSpPr>
              <p:nvPr/>
            </p:nvSpPr>
            <p:spPr>
              <a:xfrm xmlns:a="http://schemas.openxmlformats.org/drawingml/2006/main">
                <a:off x="215900" y="3505200"/>
                <a:ext cx="9906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880" b="0">
                    <a:solidFill>
                      <a:srgbClr val="161616"/>
                    </a:solidFill>
                    <a:latin typeface="Latin Modern Math"/>
                    <a:ea typeface="Latin Modern Math"/>
                    <a:cs typeface="Latin Modern Math"/>
                  </a:defRPr>
                </a:defPPr>
                <a:lvl1pPr algn="l">
                  <a:defRPr sz="880" b="0">
                    <a:solidFill>
                      <a:srgbClr val="161616"/>
                    </a:solidFill>
                    <a:latin typeface="Latin Modern Math"/>
                    <a:ea typeface="Latin Modern Math"/>
                    <a:cs typeface="Latin Modern Math"/>
                  </a:defRPr>
                </a:lvl1pPr>
                <a:lvl2pPr algn="l">
                  <a:defRPr sz="880" b="0">
                    <a:solidFill>
                      <a:srgbClr val="161616"/>
                    </a:solidFill>
                    <a:latin typeface="Latin Modern Math"/>
                    <a:ea typeface="Latin Modern Math"/>
                    <a:cs typeface="Latin Modern Math"/>
                  </a:defRPr>
                </a:lvl2pPr>
                <a:lvl3pPr algn="l">
                  <a:defRPr sz="880" b="0">
                    <a:solidFill>
                      <a:srgbClr val="161616"/>
                    </a:solidFill>
                    <a:latin typeface="Latin Modern Math"/>
                    <a:ea typeface="Latin Modern Math"/>
                    <a:cs typeface="Latin Modern Math"/>
                  </a:defRPr>
                </a:lvl3pPr>
                <a:lvl4pPr algn="l">
                  <a:defRPr sz="880" b="0">
                    <a:solidFill>
                      <a:srgbClr val="161616"/>
                    </a:solidFill>
                    <a:latin typeface="Latin Modern Math"/>
                    <a:ea typeface="Latin Modern Math"/>
                    <a:cs typeface="Latin Modern Math"/>
                  </a:defRPr>
                </a:lvl4pPr>
                <a:lvl5pPr algn="l">
                  <a:defRPr sz="880" b="0">
                    <a:solidFill>
                      <a:srgbClr val="161616"/>
                    </a:solidFill>
                    <a:latin typeface="Latin Modern Math"/>
                    <a:ea typeface="Latin Modern Math"/>
                    <a:cs typeface="Latin Modern Math"/>
                  </a:defRPr>
                </a:lvl5pPr>
                <a:lvl6pPr algn="l">
                  <a:defRPr sz="880" b="0">
                    <a:solidFill>
                      <a:srgbClr val="161616"/>
                    </a:solidFill>
                    <a:latin typeface="Latin Modern Math"/>
                    <a:ea typeface="Latin Modern Math"/>
                    <a:cs typeface="Latin Modern Math"/>
                  </a:defRPr>
                </a:lvl6pPr>
                <a:lvl7pPr algn="l">
                  <a:defRPr sz="880" b="0">
                    <a:solidFill>
                      <a:srgbClr val="161616"/>
                    </a:solidFill>
                    <a:latin typeface="Latin Modern Math"/>
                    <a:ea typeface="Latin Modern Math"/>
                    <a:cs typeface="Latin Modern Math"/>
                  </a:defRPr>
                </a:lvl7pPr>
                <a:lvl8pPr algn="l">
                  <a:defRPr sz="880" b="0">
                    <a:solidFill>
                      <a:srgbClr val="161616"/>
                    </a:solidFill>
                    <a:latin typeface="Latin Modern Math"/>
                    <a:ea typeface="Latin Modern Math"/>
                    <a:cs typeface="Latin Modern Math"/>
                  </a:defRPr>
                </a:lvl8pPr>
                <a:lvl9pPr algn="l">
                  <a:defRPr sz="880" b="0">
                    <a:solidFill>
                      <a:srgbClr val="161616"/>
                    </a:solidFill>
                    <a:latin typeface="Latin Modern Math"/>
                    <a:ea typeface="Latin Modern Math"/>
                    <a:cs typeface="Latin Modern Math"/>
                  </a:defRPr>
                </a:lvl9pPr>
              </a:lstStyle>
              <ns0:p xmlns:ns0="http://schemas.openxmlformats.org/drawingml/2006/main">
                <ns0:pPr algn="l">
                  <ns0:buNone/>
                </ns0:pPr>
                <a14:m>
                  <m:oMathPara>
                    <m:oMathParaPr>
                      <m:jc m:val="left"/>
                    </m:oMathParaPr>
                    <m:oMath>
                      <m:sSup>
                        <m:sSupPr>
                          <m:ctrlPr>
                            <ns0:rPr lang="en-US" sz="880" b="0" i="0">
                              <ns0:solidFill>
                                <ns0:srgbClr val="161616"/>
                              </ns0:solidFill>
                              <ns0:latin typeface="Latin Modern Math"/>
                            </ns0:rPr>
                          </m:ctrlPr>
                        </m:sSupPr>
                        <m:e>
                          <m:r>
                            <m:rPr>
                              <m:sty m:val="i"/>
                            </m:rPr>
                            <ns0:rPr lang="en-US" sz="880" b="0" i="0">
                              <ns0:solidFill>
                                <ns0:srgbClr val="161616"/>
                              </ns0:solidFill>
                              <ns0:latin typeface="Latin Modern Math"/>
                            </ns0:rPr>
                            <m:t>y</m:t>
                          </m:r>
                        </m:e>
                        <m:sup>
                          <m:r>
                            <m:rPr>
                              <m:sty m:val="i"/>
                            </m:rPr>
                            <ns0:rPr lang="en-US" sz="880" b="0" i="0">
                              <ns0:solidFill>
                                <ns0:srgbClr val="161616"/>
                              </ns0:solidFill>
                              <ns0:latin typeface="Latin Modern Math"/>
                            </ns0:rPr>
                            <m:t>′</m:t>
                          </m:r>
                        </m:sup>
                      </m:sSup>
                      <m:r>
                        <m:rPr>
                          <m:sty m:val="i"/>
                        </m:rPr>
                        <ns0:rPr lang="en-US" sz="880" b="0" i="0">
                          <ns0:solidFill>
                            <ns0:srgbClr val="161616"/>
                          </ns0:solidFill>
                          <ns0:latin typeface="Latin Modern Math"/>
                        </ns0:rPr>
                        <m:t>=</m:t>
                      </m:r>
                      <m:r>
                        <m:rPr>
                          <m:sty m:val="i"/>
                        </m:rPr>
                        <ns0:rPr lang="en-US" sz="880" b="0" i="0">
                          <ns0:solidFill>
                            <ns0:srgbClr val="161616"/>
                          </ns0:solidFill>
                          <ns0:latin typeface="Latin Modern Math"/>
                        </ns0:rPr>
                        <m:t>y</m:t>
                      </m:r>
                      <m:r>
                        <m:rPr>
                          <m:sty m:val="i"/>
                        </m:rPr>
                        <ns0:rPr lang="en-US" sz="880" b="0" i="0">
                          <ns0:solidFill>
                            <ns0:srgbClr val="161616"/>
                          </ns0:solidFill>
                          <ns0:latin typeface="Latin Modern Math"/>
                        </ns0:rPr>
                        <m:t>+</m:t>
                      </m:r>
                      <m:r>
                        <m:rPr>
                          <m:sty m:val="i"/>
                        </m:rPr>
                        <ns0:rPr lang="en-US" sz="880" b="0" i="0">
                          <ns0:solidFill>
                            <ns0:srgbClr val="161616"/>
                          </ns0:solidFill>
                          <ns0:latin typeface="Latin Modern Math"/>
                        </ns0:rPr>
                        <m:t>7</m:t>
                      </m:r>
                    </m:oMath>
                  </m:oMathPara>
                </a14:m>
                <ns0:endParaRPr lang="en-US" sz="880">
                  <ns0:latin typeface="Latin Modern Math"/>
                </ns0:endParaRPr>
              </ns0:p>
            </p:txBody>
          </p:sp>
        </mc:Choice>
        <mc:Fallback>
          <p:sp>
            <p:nvSpPr>
              <p:cNvPr id="67" name="Figure_3_Controlled_Construction-067" descr="Vector display fallback for the editable Office Math equation: y^{\prime}=y+7">
                <a:extLst xmlns:a="http://schemas.openxmlformats.org/drawingml/2006/main">
                  <a:ext uri="{FF2B5EF4-FFF2-40B4-BE49-F238E27FC236}">
                    <a16:creationId xmlns:a16="http://schemas.microsoft.com/office/drawing/2014/main" id="{24E3D102-8171-4700-83EE-6EEF4831BFF8}"/>
                  </a:ext>
                </a:extLst>
              </p:cNvPr>
              <p:cNvSpPr>
                <a:spLocks xmlns:a="http://schemas.openxmlformats.org/drawingml/2006/main" noGrp="1"/>
              </p:cNvSpPr>
              <p:nvPr/>
            </p:nvSpPr>
            <p:spPr>
              <a:xfrm xmlns:a="http://schemas.openxmlformats.org/drawingml/2006/main">
                <a:off x="215900" y="3505200"/>
                <a:ext cx="990600" cy="247650"/>
              </a:xfrm>
              <ns0:custGeom xmlns:ns0="http://schemas.openxmlformats.org/drawingml/2006/main">
                <ns0:avLst/>
                <ns0:gdLst/>
                <ns0:ahLst/>
                <ns0:cxnLst/>
                <ns0:rect l="l" t="t" r="r" b="b"/>
                <ns0:pathLst>
                  <ns0:path w="990600" h="247650" fill="norm" stroke="0" extrusionOk="0">
                    <ns0:moveTo>
                      <ns0:pt x="27154" y="137354"/>
                    </ns0:moveTo>
                    <ns0:lnTo>
                      <ns0:pt x="29512" y="149648"/>
                    </ns0:lnTo>
                    <ns0:quadBezTo>
                      <ns0:pt x="36986" y="137354"/>
                      <ns0:pt x="40059" y="130928"/>
                    </ns0:quadBezTo>
                    <ns0:quadBezTo>
                      <ns0:pt x="43132" y="124502"/>
                      <ns0:pt x="43132" y="120922"/>
                    </ns0:quadBezTo>
                    <ns0:quadBezTo>
                      <ns0:pt x="43132" y="119124"/>
                      <ns0:pt x="40234" y="117342"/>
                    </ns0:quadBezTo>
                    <ns0:quadBezTo>
                      <ns0:pt x="37335" y="115439"/>
                      <ns0:pt x="37335" y="112977"/>
                    </ns0:quadBezTo>
                    <ns0:quadBezTo>
                      <ns0:pt x="37335" y="111196"/>
                      <ns0:pt x="38610" y="110026"/>
                    </ns0:quadBezTo>
                    <ns0:quadBezTo>
                      <ns0:pt x="39902" y="108856"/>
                      <ns0:pt x="41805" y="108856"/>
                    </ns0:quadBezTo>
                    <ns0:quadBezTo>
                      <ns0:pt x="44250" y="108856"/>
                      <ns0:pt x="45926" y="110637"/>
                    </ns0:quadBezTo>
                    <ns0:quadBezTo>
                      <ns0:pt x="47603" y="112418"/>
                      <ns0:pt x="47603" y="115002"/>
                    </ns0:quadBezTo>
                    <ns0:quadBezTo>
                      <ns0:pt x="47603" y="124712"/>
                      <ns0:pt x="32969" y="149089"/>
                    </ns0:quadBezTo>
                    <ns0:quadBezTo>
                      <ns0:pt x="24255" y="163496"/>
                      <ns0:pt x="16031" y="172314"/>
                    </ns0:quadBezTo>
                    <ns0:quadBezTo>
                      <ns0:pt x="7823" y="181150"/>
                      <ns0:pt x="3021" y="181150"/>
                    </ns0:quadBezTo>
                    <ns0:quadBezTo>
                      <ns0:pt x="454" y="181150"/>
                      <ns0:pt x="-1118" y="179806"/>
                    </ns0:quadBezTo>
                    <ns0:quadBezTo>
                      <ns0:pt x="-2689" y="178479"/>
                      <ns0:pt x="-2689" y="176348"/>
                    </ns0:quadBezTo>
                    <ns0:quadBezTo>
                      <ns0:pt x="-2689" y="174445"/>
                      <ns0:pt x="-1397" y="173153"/>
                    </ns0:quadBezTo>
                    <ns0:quadBezTo>
                      <ns0:pt x="-105" y="171878"/>
                      <ns0:pt x="1676" y="171878"/>
                    </ns0:quadBezTo>
                    <ns0:quadBezTo>
                      <ns0:pt x="3807" y="171878"/>
                      <ns0:pt x="5483" y="173432"/>
                    </ns0:quadBezTo>
                    <ns0:quadBezTo>
                      <ns0:pt x="7160" y="175004"/>
                      <ns0:pt x="8487" y="175004"/>
                    </ns0:quadBezTo>
                    <ns0:quadBezTo>
                      <ns0:pt x="10512" y="175004"/>
                      <ns0:pt x="13865" y="171319"/>
                    </ns0:quadBezTo>
                    <ns0:quadBezTo>
                      <ns0:pt x="15315" y="169870"/>
                      <ns0:pt x="18161" y="166115"/>
                    </ns0:quadBezTo>
                    <ns0:quadBezTo>
                      <ns0:pt x="21007" y="162378"/>
                      <ns0:pt x="21793" y="161156"/>
                    </ns0:quadBezTo>
                    <ns0:quadBezTo>
                      <ns0:pt x="22911" y="158921"/>
                      <ns0:pt x="22911" y="157244"/>
                    </ns0:quadBezTo>
                    <ns0:quadBezTo>
                      <ns0:pt x="22911" y="153891"/>
                      <ns0:pt x="19436" y="139869"/>
                    </ns0:quadBezTo>
                    <ns0:quadBezTo>
                      <ns0:pt x="15978" y="125829"/>
                      <ns0:pt x="13743" y="120136"/>
                    </ns0:quadBezTo>
                    <ns0:quadBezTo>
                      <ns0:pt x="12189" y="115998"/>
                      <ns0:pt x="10338" y="114496"/>
                    </ns0:quadBezTo>
                    <ns0:quadBezTo>
                      <ns0:pt x="8487" y="112977"/>
                      <ns0:pt x="5134" y="112977"/>
                    </ns0:quadBezTo>
                    <ns0:quadBezTo>
                      <ns0:pt x="3353" y="112977"/>
                      <ns0:pt x="1676" y="113431"/>
                    </ns0:quadBezTo>
                    <ns0:lnTo>
                      <ns0:pt x="1676" y="111527"/>
                    </ns0:lnTo>
                    <ns0:quadBezTo>
                      <ns0:pt x="4139" y="111091"/>
                      <ns0:pt x="5256" y="110864"/>
                    </ns0:quadBezTo>
                    <ns0:quadBezTo>
                      <ns0:pt x="9831" y="109973"/>
                      <ns0:pt x="17218" y="108856"/>
                    </ns0:quadBezTo>
                    <ns0:lnTo>
                      <ns0:pt x="17655" y="108856"/>
                    </ns0:lnTo>
                    <ns0:quadBezTo>
                      <ns0:pt x="18894" y="108856"/>
                      <ns0:pt x="22300" y="119246"/>
                    </ns0:quadBezTo>
                    <ns0:quadBezTo>
                      <ns0:pt x="25705" y="129636"/>
                      <ns0:pt x="27154" y="137354"/>
                    </ns0:quadBezTo>
                    <ns0:close/>
                    <ns0:moveTo>
                      <ns0:pt x="62263" y="85664"/>
                    </ns0:moveTo>
                    <ns0:lnTo>
                      <ns0:pt x="67507" y="68367"/>
                    </ns0:lnTo>
                    <ns0:quadBezTo>
                      <ns0:pt x="67813" y="67194"/>
                      <ns0:pt x="68131" y="66534"/>
                    </ns0:quadBezTo>
                    <ns0:quadBezTo>
                      <ns0:pt x="68448" y="65861"/>
                      <ns0:pt x="69145" y="65324"/>
                    </ns0:quadBezTo>
                    <ns0:quadBezTo>
                      <ns0:pt x="69854" y="64773"/>
                      <ns0:pt x="70942" y="64773"/>
                    </ns0:quadBezTo>
                    <ns0:quadBezTo>
                      <ns0:pt x="71969" y="64773"/>
                      <ns0:pt x="72556" y="65519"/>
                    </ns0:quadBezTo>
                    <ns0:quadBezTo>
                      <ns0:pt x="73142" y="66253"/>
                      <ns0:pt x="73142" y="67353"/>
                    </ns0:quadBezTo>
                    <ns0:quadBezTo>
                      <ns0:pt x="73142" y="68208"/>
                      <ns0:pt x="72042" y="70409"/>
                    </ns0:quadBezTo>
                    <ns0:lnTo>
                      <ns0:pt x="63755" y="86361"/>
                    </ns0:lnTo>
                    <ns0:lnTo>
                      <ns0:pt x="62263" y="85664"/>
                    </ns0:lnTo>
                    <ns0:close/>
                    <ns0:moveTo>
                      <ns0:pt x="171158" y="122372"/>
                    </ns0:moveTo>
                    <ns0:lnTo>
                      <ns0:pt x="105324" y="122372"/>
                    </ns0:lnTo>
                    <ns0:lnTo>
                      <ns0:pt x="105324" y="115002"/>
                    </ns0:lnTo>
                    <ns0:lnTo>
                      <ns0:pt x="171158" y="115002"/>
                    </ns0:lnTo>
                    <ns0:lnTo>
                      <ns0:pt x="171158" y="122372"/>
                    </ns0:lnTo>
                    <ns0:close/>
                    <ns0:moveTo>
                      <ns0:pt x="171158" y="144724"/>
                    </ns0:moveTo>
                    <ns0:lnTo>
                      <ns0:pt x="105324" y="144724"/>
                    </ns0:lnTo>
                    <ns0:lnTo>
                      <ns0:pt x="105324" y="137354"/>
                    </ns0:lnTo>
                    <ns0:lnTo>
                      <ns0:pt x="171158" y="137354"/>
                    </ns0:lnTo>
                    <ns0:lnTo>
                      <ns0:pt x="171158" y="144724"/>
                    </ns0:lnTo>
                    <ns0:close/>
                    <ns0:moveTo>
                      <ns0:pt x="219284" y="137354"/>
                    </ns0:moveTo>
                    <ns0:lnTo>
                      <ns0:pt x="221642" y="149648"/>
                    </ns0:lnTo>
                    <ns0:quadBezTo>
                      <ns0:pt x="229116" y="137354"/>
                      <ns0:pt x="232189" y="130928"/>
                    </ns0:quadBezTo>
                    <ns0:quadBezTo>
                      <ns0:pt x="235263" y="124502"/>
                      <ns0:pt x="235263" y="120922"/>
                    </ns0:quadBezTo>
                    <ns0:quadBezTo>
                      <ns0:pt x="235263" y="119124"/>
                      <ns0:pt x="232364" y="117342"/>
                    </ns0:quadBezTo>
                    <ns0:quadBezTo>
                      <ns0:pt x="229465" y="115439"/>
                      <ns0:pt x="229465" y="112977"/>
                    </ns0:quadBezTo>
                    <ns0:quadBezTo>
                      <ns0:pt x="229465" y="111196"/>
                      <ns0:pt x="230740" y="110026"/>
                    </ns0:quadBezTo>
                    <ns0:quadBezTo>
                      <ns0:pt x="232032" y="108856"/>
                      <ns0:pt x="233935" y="108856"/>
                    </ns0:quadBezTo>
                    <ns0:quadBezTo>
                      <ns0:pt x="236380" y="108856"/>
                      <ns0:pt x="238057" y="110637"/>
                    </ns0:quadBezTo>
                    <ns0:quadBezTo>
                      <ns0:pt x="239733" y="112418"/>
                      <ns0:pt x="239733" y="115002"/>
                    </ns0:quadBezTo>
                    <ns0:quadBezTo>
                      <ns0:pt x="239733" y="124712"/>
                      <ns0:pt x="225099" y="149089"/>
                    </ns0:quadBezTo>
                    <ns0:quadBezTo>
                      <ns0:pt x="216386" y="163496"/>
                      <ns0:pt x="208161" y="172314"/>
                    </ns0:quadBezTo>
                    <ns0:quadBezTo>
                      <ns0:pt x="199953" y="181150"/>
                      <ns0:pt x="195151" y="181150"/>
                    </ns0:quadBezTo>
                    <ns0:quadBezTo>
                      <ns0:pt x="192584" y="181150"/>
                      <ns0:pt x="191013" y="179806"/>
                    </ns0:quadBezTo>
                    <ns0:quadBezTo>
                      <ns0:pt x="189441" y="178479"/>
                      <ns0:pt x="189441" y="176348"/>
                    </ns0:quadBezTo>
                    <ns0:quadBezTo>
                      <ns0:pt x="189441" y="174445"/>
                      <ns0:pt x="190733" y="173153"/>
                    </ns0:quadBezTo>
                    <ns0:quadBezTo>
                      <ns0:pt x="192025" y="171878"/>
                      <ns0:pt x="193807" y="171878"/>
                    </ns0:quadBezTo>
                    <ns0:quadBezTo>
                      <ns0:pt x="195937" y="171878"/>
                      <ns0:pt x="197613" y="173432"/>
                    </ns0:quadBezTo>
                    <ns0:quadBezTo>
                      <ns0:pt x="199290" y="175004"/>
                      <ns0:pt x="200617" y="175004"/>
                    </ns0:quadBezTo>
                    <ns0:quadBezTo>
                      <ns0:pt x="202643" y="175004"/>
                      <ns0:pt x="205995" y="171319"/>
                    </ns0:quadBezTo>
                    <ns0:quadBezTo>
                      <ns0:pt x="207445" y="169870"/>
                      <ns0:pt x="210291" y="166115"/>
                    </ns0:quadBezTo>
                    <ns0:quadBezTo>
                      <ns0:pt x="213138" y="162378"/>
                      <ns0:pt x="213923" y="161156"/>
                    </ns0:quadBezTo>
                    <ns0:quadBezTo>
                      <ns0:pt x="215041" y="158921"/>
                      <ns0:pt x="215041" y="157244"/>
                    </ns0:quadBezTo>
                    <ns0:quadBezTo>
                      <ns0:pt x="215041" y="153891"/>
                      <ns0:pt x="211566" y="139869"/>
                    </ns0:quadBezTo>
                    <ns0:quadBezTo>
                      <ns0:pt x="208108" y="125829"/>
                      <ns0:pt x="205873" y="120136"/>
                    </ns0:quadBezTo>
                    <ns0:quadBezTo>
                      <ns0:pt x="204319" y="115998"/>
                      <ns0:pt x="202468" y="114496"/>
                    </ns0:quadBezTo>
                    <ns0:quadBezTo>
                      <ns0:pt x="200617" y="112977"/>
                      <ns0:pt x="197264" y="112977"/>
                    </ns0:quadBezTo>
                    <ns0:quadBezTo>
                      <ns0:pt x="195483" y="112977"/>
                      <ns0:pt x="193807" y="113431"/>
                    </ns0:quadBezTo>
                    <ns0:lnTo>
                      <ns0:pt x="193807" y="111527"/>
                    </ns0:lnTo>
                    <ns0:quadBezTo>
                      <ns0:pt x="196269" y="111091"/>
                      <ns0:pt x="197386" y="110864"/>
                    </ns0:quadBezTo>
                    <ns0:quadBezTo>
                      <ns0:pt x="201962" y="109973"/>
                      <ns0:pt x="209348" y="108856"/>
                    </ns0:quadBezTo>
                    <ns0:lnTo>
                      <ns0:pt x="209785" y="108856"/>
                    </ns0:lnTo>
                    <ns0:quadBezTo>
                      <ns0:pt x="211025" y="108856"/>
                      <ns0:pt x="214430" y="119246"/>
                    </ns0:quadBezTo>
                    <ns0:quadBezTo>
                      <ns0:pt x="217835" y="129636"/>
                      <ns0:pt x="219284" y="137354"/>
                    </ns0:quadBezTo>
                    <ns0:close/>
                    <ns0:moveTo>
                      <ns0:pt x="328588" y="133548"/>
                    </ns0:moveTo>
                    <ns0:lnTo>
                      <ns0:pt x="299426" y="133548"/>
                    </ns0:lnTo>
                    <ns0:lnTo>
                      <ns0:pt x="299426" y="162710"/>
                    </ns0:lnTo>
                    <ns0:lnTo>
                      <ns0:pt x="292057" y="162710"/>
                    </ns0:lnTo>
                    <ns0:lnTo>
                      <ns0:pt x="292057" y="133548"/>
                    </ns0:lnTo>
                    <ns0:lnTo>
                      <ns0:pt x="262877" y="133548"/>
                    </ns0:lnTo>
                    <ns0:lnTo>
                      <ns0:pt x="262877" y="126178"/>
                    </ns0:lnTo>
                    <ns0:lnTo>
                      <ns0:pt x="292057" y="126178"/>
                    </ns0:lnTo>
                    <ns0:lnTo>
                      <ns0:pt x="292057" y="96999"/>
                    </ns0:lnTo>
                    <ns0:lnTo>
                      <ns0:pt x="299426" y="96999"/>
                    </ns0:lnTo>
                    <ns0:lnTo>
                      <ns0:pt x="299426" y="126178"/>
                    </ns0:lnTo>
                    <ns0:lnTo>
                      <ns0:pt x="328588" y="126178"/>
                    </ns0:lnTo>
                    <ns0:lnTo>
                      <ns0:pt x="328588" y="133548"/>
                    </ns0:lnTo>
                    <ns0:close/>
                    <ns0:moveTo>
                      <ns0:pt x="399870" y="85945"/>
                    </ns0:moveTo>
                    <ns0:lnTo>
                      <ns0:pt x="376174" y="159025"/>
                    </ns0:lnTo>
                    <ns0:lnTo>
                      <ns0:pt x="368909" y="159025"/>
                    </ns0:lnTo>
                    <ns0:lnTo>
                      <ns0:pt x="391034" y="92423"/>
                    </ns0:lnTo>
                    <ns0:lnTo>
                      <ns0:pt x="367006" y="92423"/>
                    </ns0:lnTo>
                    <ns0:quadBezTo>
                      <ns0:pt x="362204" y="92423"/>
                      <ns0:pt x="359846" y="94100"/>
                    </ns0:quadBezTo>
                    <ns0:quadBezTo>
                      <ns0:pt x="357506" y="95776"/>
                      <ns0:pt x="353926" y="101591"/>
                    </ns0:quadBezTo>
                    <ns0:lnTo>
                      <ns0:pt x="351918" y="100578"/>
                    </ns0:lnTo>
                    <ns0:lnTo>
                      <ns0:pt x="358624" y="84146"/>
                    </ns0:lnTo>
                    <ns0:lnTo>
                      <ns0:pt x="399870" y="84146"/>
                    </ns0:lnTo>
                    <ns0:lnTo>
                      <ns0:pt x="399870" y="85945"/>
                    </ns0:lnTo>
                    <ns0:close/>
                  </ns0:path>
                </ns0:pathLst>
              </ns0:custGeom>
              <ns0:solidFill xmlns:ns0="http://schemas.openxmlformats.org/drawingml/2006/main">
                <ns0:srgbClr val="161616"/>
              </ns0:solidFill>
              <ns0:ln xmlns:ns0="http://schemas.openxmlformats.org/drawingml/2006/main" w="0">
                <ns0:noFill/>
              </ns0:ln>
            </p:spPr>
          </p:sp>
        </mc:Fallback>
      </mc:AlternateContent>
      <p:sp>
        <p:nvSpPr>
          <p:cNvPr id="68" name="Figure_3_Controlled_Construction-068">
            <a:extLst xmlns:a="http://schemas.openxmlformats.org/drawingml/2006/main">
              <a:ext uri="{FF2B5EF4-FFF2-40B4-BE49-F238E27FC236}">
                <a16:creationId xmlns:a16="http://schemas.microsoft.com/office/drawing/2014/main" id="{15BB001B-23D5-423C-BB1C-4B118424FC34}"/>
              </a:ext>
            </a:extLst>
          </p:cNvPr>
          <p:cNvSpPr>
            <a:spLocks xmlns:a="http://schemas.openxmlformats.org/drawingml/2006/main" noGrp="1"/>
          </p:cNvSpPr>
          <p:nvPr/>
        </p:nvSpPr>
        <p:spPr>
          <a:xfrm xmlns:a="http://schemas.openxmlformats.org/drawingml/2006/main">
            <a:off x="1282700" y="3543300"/>
            <a:ext cx="14986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90" b="0">
                <a:solidFill>
                  <a:srgbClr val="161616"/>
                </a:solidFill>
                <a:latin typeface="DejaVu Sans"/>
                <a:ea typeface="DejaVu Sans"/>
                <a:cs typeface="DejaVu Sans"/>
              </a:defRPr>
            </a:defPPr>
            <a:lvl1pPr algn="l">
              <a:defRPr sz="690" b="0">
                <a:solidFill>
                  <a:srgbClr val="161616"/>
                </a:solidFill>
                <a:latin typeface="DejaVu Sans"/>
                <a:ea typeface="DejaVu Sans"/>
                <a:cs typeface="DejaVu Sans"/>
              </a:defRPr>
            </a:lvl1pPr>
            <a:lvl2pPr algn="l">
              <a:defRPr sz="690" b="0">
                <a:solidFill>
                  <a:srgbClr val="161616"/>
                </a:solidFill>
                <a:latin typeface="DejaVu Sans"/>
                <a:ea typeface="DejaVu Sans"/>
                <a:cs typeface="DejaVu Sans"/>
              </a:defRPr>
            </a:lvl2pPr>
            <a:lvl3pPr algn="l">
              <a:defRPr sz="690" b="0">
                <a:solidFill>
                  <a:srgbClr val="161616"/>
                </a:solidFill>
                <a:latin typeface="DejaVu Sans"/>
                <a:ea typeface="DejaVu Sans"/>
                <a:cs typeface="DejaVu Sans"/>
              </a:defRPr>
            </a:lvl3pPr>
            <a:lvl4pPr algn="l">
              <a:defRPr sz="690" b="0">
                <a:solidFill>
                  <a:srgbClr val="161616"/>
                </a:solidFill>
                <a:latin typeface="DejaVu Sans"/>
                <a:ea typeface="DejaVu Sans"/>
                <a:cs typeface="DejaVu Sans"/>
              </a:defRPr>
            </a:lvl4pPr>
            <a:lvl5pPr algn="l">
              <a:defRPr sz="690" b="0">
                <a:solidFill>
                  <a:srgbClr val="161616"/>
                </a:solidFill>
                <a:latin typeface="DejaVu Sans"/>
                <a:ea typeface="DejaVu Sans"/>
                <a:cs typeface="DejaVu Sans"/>
              </a:defRPr>
            </a:lvl5pPr>
            <a:lvl6pPr algn="l">
              <a:defRPr sz="690" b="0">
                <a:solidFill>
                  <a:srgbClr val="161616"/>
                </a:solidFill>
                <a:latin typeface="DejaVu Sans"/>
                <a:ea typeface="DejaVu Sans"/>
                <a:cs typeface="DejaVu Sans"/>
              </a:defRPr>
            </a:lvl6pPr>
            <a:lvl7pPr algn="l">
              <a:defRPr sz="690" b="0">
                <a:solidFill>
                  <a:srgbClr val="161616"/>
                </a:solidFill>
                <a:latin typeface="DejaVu Sans"/>
                <a:ea typeface="DejaVu Sans"/>
                <a:cs typeface="DejaVu Sans"/>
              </a:defRPr>
            </a:lvl7pPr>
            <a:lvl8pPr algn="l">
              <a:defRPr sz="690" b="0">
                <a:solidFill>
                  <a:srgbClr val="161616"/>
                </a:solidFill>
                <a:latin typeface="DejaVu Sans"/>
                <a:ea typeface="DejaVu Sans"/>
                <a:cs typeface="DejaVu Sans"/>
              </a:defRPr>
            </a:lvl8pPr>
            <a:lvl9pPr algn="l">
              <a:defRPr sz="690" b="0">
                <a:solidFill>
                  <a:srgbClr val="161616"/>
                </a:solidFill>
                <a:latin typeface="DejaVu Sans"/>
                <a:ea typeface="DejaVu Sans"/>
                <a:cs typeface="DejaVu Sans"/>
              </a:defRPr>
            </a:lvl9pPr>
          </a:lstStyle>
          <a:p xmlns:a="http://schemas.openxmlformats.org/drawingml/2006/main">
            <a:pPr algn="l">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Answer year changed</a:t>
            </a:r>
          </a:p>
        </p:txBody>
      </p:sp>
      <mc:AlternateContent xmlns:mc="http://schemas.openxmlformats.org/markup-compatibility/2006" xmlns:a14="http://schemas.microsoft.com/office/drawing/2010/main" xmlns:m="http://schemas.openxmlformats.org/officeDocument/2006/math">
        <mc:Choice Requires="a14">
          <p:sp>
            <p:nvSpPr>
              <p:cNvPr id="69" name="Figure_3_Controlled_Construction-069">
                <a:extLst xmlns:a="http://schemas.openxmlformats.org/drawingml/2006/main">
                  <a:ext uri="{FF2B5EF4-FFF2-40B4-BE49-F238E27FC236}">
                    <a16:creationId xmlns:a16="http://schemas.microsoft.com/office/drawing/2014/main" id="{6CECCEF2-8E8C-4AF4-A7FF-A162625975F4}"/>
                  </a:ext>
                </a:extLst>
              </p:cNvPr>
              <p:cNvSpPr>
                <a:spLocks xmlns:a="http://schemas.openxmlformats.org/drawingml/2006/main" noGrp="1"/>
              </p:cNvSpPr>
              <p:nvPr/>
            </p:nvSpPr>
            <p:spPr>
              <a:xfrm xmlns:a="http://schemas.openxmlformats.org/drawingml/2006/main">
                <a:off x="3200400" y="3505200"/>
                <a:ext cx="9652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l">
                  <a:defRPr sz="880" b="0">
                    <a:solidFill>
                      <a:srgbClr val="161616"/>
                    </a:solidFill>
                    <a:latin typeface="Latin Modern Math"/>
                    <a:ea typeface="Latin Modern Math"/>
                    <a:cs typeface="Latin Modern Math"/>
                  </a:defRPr>
                </a:defPPr>
                <a:lvl1pPr algn="l">
                  <a:defRPr sz="880" b="0">
                    <a:solidFill>
                      <a:srgbClr val="161616"/>
                    </a:solidFill>
                    <a:latin typeface="Latin Modern Math"/>
                    <a:ea typeface="Latin Modern Math"/>
                    <a:cs typeface="Latin Modern Math"/>
                  </a:defRPr>
                </a:lvl1pPr>
                <a:lvl2pPr algn="l">
                  <a:defRPr sz="880" b="0">
                    <a:solidFill>
                      <a:srgbClr val="161616"/>
                    </a:solidFill>
                    <a:latin typeface="Latin Modern Math"/>
                    <a:ea typeface="Latin Modern Math"/>
                    <a:cs typeface="Latin Modern Math"/>
                  </a:defRPr>
                </a:lvl2pPr>
                <a:lvl3pPr algn="l">
                  <a:defRPr sz="880" b="0">
                    <a:solidFill>
                      <a:srgbClr val="161616"/>
                    </a:solidFill>
                    <a:latin typeface="Latin Modern Math"/>
                    <a:ea typeface="Latin Modern Math"/>
                    <a:cs typeface="Latin Modern Math"/>
                  </a:defRPr>
                </a:lvl3pPr>
                <a:lvl4pPr algn="l">
                  <a:defRPr sz="880" b="0">
                    <a:solidFill>
                      <a:srgbClr val="161616"/>
                    </a:solidFill>
                    <a:latin typeface="Latin Modern Math"/>
                    <a:ea typeface="Latin Modern Math"/>
                    <a:cs typeface="Latin Modern Math"/>
                  </a:defRPr>
                </a:lvl4pPr>
                <a:lvl5pPr algn="l">
                  <a:defRPr sz="880" b="0">
                    <a:solidFill>
                      <a:srgbClr val="161616"/>
                    </a:solidFill>
                    <a:latin typeface="Latin Modern Math"/>
                    <a:ea typeface="Latin Modern Math"/>
                    <a:cs typeface="Latin Modern Math"/>
                  </a:defRPr>
                </a:lvl5pPr>
                <a:lvl6pPr algn="l">
                  <a:defRPr sz="880" b="0">
                    <a:solidFill>
                      <a:srgbClr val="161616"/>
                    </a:solidFill>
                    <a:latin typeface="Latin Modern Math"/>
                    <a:ea typeface="Latin Modern Math"/>
                    <a:cs typeface="Latin Modern Math"/>
                  </a:defRPr>
                </a:lvl6pPr>
                <a:lvl7pPr algn="l">
                  <a:defRPr sz="880" b="0">
                    <a:solidFill>
                      <a:srgbClr val="161616"/>
                    </a:solidFill>
                    <a:latin typeface="Latin Modern Math"/>
                    <a:ea typeface="Latin Modern Math"/>
                    <a:cs typeface="Latin Modern Math"/>
                  </a:defRPr>
                </a:lvl7pPr>
                <a:lvl8pPr algn="l">
                  <a:defRPr sz="880" b="0">
                    <a:solidFill>
                      <a:srgbClr val="161616"/>
                    </a:solidFill>
                    <a:latin typeface="Latin Modern Math"/>
                    <a:ea typeface="Latin Modern Math"/>
                    <a:cs typeface="Latin Modern Math"/>
                  </a:defRPr>
                </a:lvl8pPr>
                <a:lvl9pPr algn="l">
                  <a:defRPr sz="880" b="0">
                    <a:solidFill>
                      <a:srgbClr val="161616"/>
                    </a:solidFill>
                    <a:latin typeface="Latin Modern Math"/>
                    <a:ea typeface="Latin Modern Math"/>
                    <a:cs typeface="Latin Modern Math"/>
                  </a:defRPr>
                </a:lvl9pPr>
              </a:lstStyle>
              <ns0:p xmlns:ns0="http://schemas.openxmlformats.org/drawingml/2006/main">
                <ns0:pPr algn="l">
                  <ns0:buNone/>
                </ns0:pPr>
                <a14:m>
                  <m:oMathPara>
                    <m:oMathParaPr>
                      <m:jc m:val="left"/>
                    </m:oMathParaPr>
                    <m:oMath>
                      <m:sSup>
                        <m:sSupPr>
                          <m:ctrlPr>
                            <ns0:rPr lang="en-US" sz="880" b="0" i="0">
                              <ns0:solidFill>
                                <ns0:srgbClr val="161616"/>
                              </ns0:solidFill>
                              <ns0:latin typeface="Latin Modern Math"/>
                            </ns0:rPr>
                          </m:ctrlPr>
                        </m:sSupPr>
                        <m:e>
                          <m:r>
                            <m:rPr>
                              <m:sty m:val="i"/>
                            </m:rPr>
                            <ns0:rPr lang="en-US" sz="880" b="0" i="0">
                              <ns0:solidFill>
                                <ns0:srgbClr val="161616"/>
                              </ns0:solidFill>
                              <ns0:latin typeface="Latin Modern Math"/>
                            </ns0:rPr>
                            <m:t>d</m:t>
                          </m:r>
                        </m:e>
                        <m:sup>
                          <m:r>
                            <m:rPr>
                              <m:sty m:val="i"/>
                            </m:rPr>
                            <ns0:rPr lang="en-US" sz="880" b="0" i="0">
                              <ns0:solidFill>
                                <ns0:srgbClr val="161616"/>
                              </ns0:solidFill>
                              <ns0:latin typeface="Latin Modern Math"/>
                            </ns0:rPr>
                            <m:t>′</m:t>
                          </m:r>
                        </m:sup>
                      </m:sSup>
                      <m:r>
                        <m:rPr>
                          <m:sty m:val="i"/>
                        </m:rPr>
                        <ns0:rPr lang="en-US" sz="880" b="0" i="0">
                          <ns0:solidFill>
                            <ns0:srgbClr val="161616"/>
                          </ns0:solidFill>
                          <ns0:latin typeface="Latin Modern Math"/>
                        </ns0:rPr>
                        <m:t>=</m:t>
                      </m:r>
                      <m:r>
                        <m:rPr>
                          <m:sty m:val="i"/>
                        </m:rPr>
                        <ns0:rPr lang="en-US" sz="880" b="0" i="0">
                          <ns0:solidFill>
                            <ns0:srgbClr val="161616"/>
                          </ns0:solidFill>
                          <ns0:latin typeface="Latin Modern Math"/>
                        </ns0:rPr>
                        <m:t>d</m:t>
                      </m:r>
                    </m:oMath>
                  </m:oMathPara>
                </a14:m>
                <ns0:endParaRPr lang="en-US" sz="880">
                  <ns0:latin typeface="Latin Modern Math"/>
                </ns0:endParaRPr>
              </ns0:p>
            </p:txBody>
          </p:sp>
        </mc:Choice>
        <mc:Fallback>
          <p:sp>
            <p:nvSpPr>
              <p:cNvPr id="69" name="Figure_3_Controlled_Construction-069" descr="Vector display fallback for the editable Office Math equation: d^{\prime}=d">
                <a:extLst xmlns:a="http://schemas.openxmlformats.org/drawingml/2006/main">
                  <a:ext uri="{FF2B5EF4-FFF2-40B4-BE49-F238E27FC236}">
                    <a16:creationId xmlns:a16="http://schemas.microsoft.com/office/drawing/2014/main" id="{6CECCEF2-8E8C-4AF4-A7FF-A162625975F4}"/>
                  </a:ext>
                </a:extLst>
              </p:cNvPr>
              <p:cNvSpPr>
                <a:spLocks xmlns:a="http://schemas.openxmlformats.org/drawingml/2006/main" noGrp="1"/>
              </p:cNvSpPr>
              <p:nvPr/>
            </p:nvSpPr>
            <p:spPr>
              <a:xfrm xmlns:a="http://schemas.openxmlformats.org/drawingml/2006/main">
                <a:off x="3200400" y="3505200"/>
                <a:ext cx="965200" cy="247650"/>
              </a:xfrm>
              <ns0:custGeom xmlns:ns0="http://schemas.openxmlformats.org/drawingml/2006/main">
                <ns0:avLst/>
                <ns0:gdLst/>
                <ns0:ahLst/>
                <ns0:cxnLst/>
                <ns0:rect l="l" t="t" r="r" b="b"/>
                <ns0:pathLst>
                  <ns0:path w="965200" h="247650" fill="norm" stroke="0" extrusionOk="0">
                    <ns0:moveTo>
                      <ns0:pt x="58220" y="88156"/>
                    </ns0:moveTo>
                    <ns0:lnTo>
                      <ns0:pt x="58901" y="88820"/>
                    </ns0:lnTo>
                    <ns0:lnTo>
                      <ns0:pt x="54535" y="105811"/>
                    </ns0:lnTo>
                    <ns0:lnTo>
                      <ns0:pt x="47830" y="130293"/>
                    </ns0:lnTo>
                    <ns0:quadBezTo>
                      <ns0:pt x="40565" y="156993"/>
                      <ns0:pt x="40565" y="157779"/>
                    </ns0:quadBezTo>
                    <ns0:quadBezTo>
                      <ns0:pt x="40565" y="160014"/>
                      <ns0:pt x="42574" y="160014"/>
                    </ns0:quadBezTo>
                    <ns0:quadBezTo>
                      <ns0:pt x="44040" y="160014"/>
                      <ns0:pt x="45647" y="158617"/>
                    </ns0:quadBezTo>
                    <ns0:quadBezTo>
                      <ns0:pt x="47271" y="157220"/>
                      <ns0:pt x="51741" y="152086"/>
                    </ns0:quadBezTo>
                    <ns0:lnTo>
                      <ns0:pt x="53086" y="153204"/>
                    </ns0:lnTo>
                    <ns0:quadBezTo>
                      <ns0:pt x="44477" y="165934"/>
                      <ns0:pt x="36654" y="165934"/>
                    </ns0:quadBezTo>
                    <ns0:quadBezTo>
                      <ns0:pt x="34541" y="165934"/>
                      <ns0:pt x="33301" y="164590"/>
                    </ns0:quadBezTo>
                    <ns0:quadBezTo>
                      <ns0:pt x="32079" y="163262"/>
                      <ns0:pt x="32079" y="160905"/>
                    </ns0:quadBezTo>
                    <ns0:quadBezTo>
                      <ns0:pt x="32079" y="157552"/>
                      <ns0:pt x="33528" y="150969"/>
                    </ns0:quadBezTo>
                    <ns0:quadBezTo>
                      <ns0:pt x="28726" y="159124"/>
                      <ns0:pt x="24081" y="162424"/>
                    </ns0:quadBezTo>
                    <ns0:quadBezTo>
                      <ns0:pt x="19453" y="165707"/>
                      <ns0:pt x="13638" y="165707"/>
                    </ns0:quadBezTo>
                    <ns0:quadBezTo>
                      <ns0:pt x="8050" y="165707"/>
                      <ns0:pt x="4855" y="162302"/>
                    </ns0:quadBezTo>
                    <ns0:quadBezTo>
                      <ns0:pt x="1676" y="158897"/>
                      <ns0:pt x="1676" y="152645"/>
                    </ns0:quadBezTo>
                    <ns0:quadBezTo>
                      <ns0:pt x="1676" y="139339"/>
                      <ns0:pt x="12451" y="127272"/>
                    </ns0:quadBezTo>
                    <ns0:quadBezTo>
                      <ns0:pt x="23243" y="115206"/>
                      <ns0:pt x="34314" y="115206"/>
                    </ns0:quadBezTo>
                    <ns0:quadBezTo>
                      <ns0:pt x="37771" y="115206"/>
                      <ns0:pt x="39395" y="116777"/>
                    </ns0:quadBezTo>
                    <ns0:quadBezTo>
                      <ns0:pt x="41019" y="118331"/>
                      <ns0:pt x="41578" y="121684"/>
                    </ns0:quadBezTo>
                    <ns0:lnTo>
                      <ns0:pt x="41683" y="121684"/>
                    </ns0:lnTo>
                    <ns0:lnTo>
                      <ns0:pt x="46712" y="103471"/>
                    </ns0:lnTo>
                    <ns0:quadBezTo>
                      <ns0:pt x="48284" y="97988"/>
                      <ns0:pt x="48284" y="95525"/>
                    </ns0:quadBezTo>
                    <ns0:quadBezTo>
                      <ns0:pt x="48284" y="93744"/>
                      <ns0:pt x="47044" y="93308"/>
                    </ns0:quadBezTo>
                    <ns0:quadBezTo>
                      <ns0:pt x="45822" y="92854"/>
                      <ns0:pt x="41124" y="92627"/>
                    </ns0:quadBezTo>
                    <ns0:lnTo>
                      <ns0:pt x="41124" y="90723"/>
                    </ns0:lnTo>
                    <ns0:quadBezTo>
                      <ns0:pt x="49733" y="89937"/>
                      <ns0:pt x="58220" y="88156"/>
                    </ns0:quadBezTo>
                    <ns0:close/>
                    <ns0:moveTo>
                      <ns0:pt x="39780" y="124146"/>
                    </ns0:moveTo>
                    <ns0:quadBezTo>
                      <ns0:pt x="39780" y="121230"/>
                      <ns0:pt x="38156" y="119501"/>
                    </ns0:quadBezTo>
                    <ns0:quadBezTo>
                      <ns0:pt x="36549" y="117773"/>
                      <ns0:pt x="34541" y="117773"/>
                    </ns0:quadBezTo>
                    <ns0:quadBezTo>
                      <ns0:pt x="29285" y="117773"/>
                      <ns0:pt x="24360" y="122907"/>
                    </ns0:quadBezTo>
                    <ns0:quadBezTo>
                      <ns0:pt x="18772" y="128826"/>
                      <ns0:pt x="15088" y="137051"/>
                    </ns0:quadBezTo>
                    <ns0:quadBezTo>
                      <ns0:pt x="11403" y="145259"/>
                      <ns0:pt x="11403" y="152191"/>
                    </ns0:quadBezTo>
                    <ns0:quadBezTo>
                      <ns0:pt x="11403" y="155998"/>
                      <ns0:pt x="13132" y="158181"/>
                    </ns0:quadBezTo>
                    <ns0:quadBezTo>
                      <ns0:pt x="14861" y="160346"/>
                      <ns0:pt x="17882" y="160346"/>
                    </ns0:quadBezTo>
                    <ns0:quadBezTo>
                      <ns0:pt x="22911" y="160346"/>
                      <ns0:pt x="28045" y="154880"/>
                    </ns0:quadBezTo>
                    <ns0:quadBezTo>
                      <ns0:pt x="33196" y="149397"/>
                      <ns0:pt x="36479" y="140910"/>
                    </ns0:quadBezTo>
                    <ns0:quadBezTo>
                      <ns0:pt x="39780" y="132406"/>
                      <ns0:pt x="39780" y="124146"/>
                    </ns0:quadBezTo>
                    <ns0:close/>
                    <ns0:moveTo>
                      <ns0:pt x="74279" y="92014"/>
                    </ns0:moveTo>
                    <ns0:lnTo>
                      <ns0:pt x="79523" y="74717"/>
                    </ns0:lnTo>
                    <ns0:quadBezTo>
                      <ns0:pt x="79828" y="73544"/>
                      <ns0:pt x="80146" y="72884"/>
                    </ns0:quadBezTo>
                    <ns0:quadBezTo>
                      <ns0:pt x="80464" y="72211"/>
                      <ns0:pt x="81161" y="71674"/>
                    </ns0:quadBezTo>
                    <ns0:quadBezTo>
                      <ns0:pt x="81869" y="71123"/>
                      <ns0:pt x="82957" y="71123"/>
                    </ns0:quadBezTo>
                    <ns0:quadBezTo>
                      <ns0:pt x="83984" y="71123"/>
                      <ns0:pt x="84571" y="71869"/>
                    </ns0:quadBezTo>
                    <ns0:quadBezTo>
                      <ns0:pt x="85158" y="72603"/>
                      <ns0:pt x="85158" y="73703"/>
                    </ns0:quadBezTo>
                    <ns0:quadBezTo>
                      <ns0:pt x="85158" y="74558"/>
                      <ns0:pt x="84058" y="76759"/>
                    </ns0:quadBezTo>
                    <ns0:lnTo>
                      <ns0:pt x="75770" y="92711"/>
                    </ns0:lnTo>
                    <ns0:lnTo>
                      <ns0:pt x="74279" y="92014"/>
                    </ns0:lnTo>
                    <ns0:close/>
                    <ns0:moveTo>
                      <ns0:pt x="183173" y="128722"/>
                    </ns0:moveTo>
                    <ns0:lnTo>
                      <ns0:pt x="117339" y="128722"/>
                    </ns0:lnTo>
                    <ns0:lnTo>
                      <ns0:pt x="117339" y="121352"/>
                    </ns0:lnTo>
                    <ns0:lnTo>
                      <ns0:pt x="183173" y="121352"/>
                    </ns0:lnTo>
                    <ns0:lnTo>
                      <ns0:pt x="183173" y="128722"/>
                    </ns0:lnTo>
                    <ns0:close/>
                    <ns0:moveTo>
                      <ns0:pt x="183173" y="151074"/>
                    </ns0:moveTo>
                    <ns0:lnTo>
                      <ns0:pt x="117339" y="151074"/>
                    </ns0:lnTo>
                    <ns0:lnTo>
                      <ns0:pt x="117339" y="143704"/>
                    </ns0:lnTo>
                    <ns0:lnTo>
                      <ns0:pt x="183173" y="143704"/>
                    </ns0:lnTo>
                    <ns0:lnTo>
                      <ns0:pt x="183173" y="151074"/>
                    </ns0:lnTo>
                    <ns0:close/>
                    <ns0:moveTo>
                      <ns0:pt x="262365" y="88156"/>
                    </ns0:moveTo>
                    <ns0:lnTo>
                      <ns0:pt x="263046" y="88820"/>
                    </ns0:lnTo>
                    <ns0:lnTo>
                      <ns0:pt x="258681" y="105811"/>
                    </ns0:lnTo>
                    <ns0:lnTo>
                      <ns0:pt x="251975" y="130293"/>
                    </ns0:lnTo>
                    <ns0:quadBezTo>
                      <ns0:pt x="244711" y="156993"/>
                      <ns0:pt x="244711" y="157779"/>
                    </ns0:quadBezTo>
                    <ns0:quadBezTo>
                      <ns0:pt x="244711" y="160014"/>
                      <ns0:pt x="246719" y="160014"/>
                    </ns0:quadBezTo>
                    <ns0:quadBezTo>
                      <ns0:pt x="248186" y="160014"/>
                      <ns0:pt x="249792" y="158617"/>
                    </ns0:quadBezTo>
                    <ns0:quadBezTo>
                      <ns0:pt x="251416" y="157220"/>
                      <ns0:pt x="255887" y="152086"/>
                    </ns0:quadBezTo>
                    <ns0:lnTo>
                      <ns0:pt x="257231" y="153204"/>
                    </ns0:lnTo>
                    <ns0:quadBezTo>
                      <ns0:pt x="248622" y="165934"/>
                      <ns0:pt x="240799" y="165934"/>
                    </ns0:quadBezTo>
                    <ns0:quadBezTo>
                      <ns0:pt x="238686" y="165934"/>
                      <ns0:pt x="237446" y="164590"/>
                    </ns0:quadBezTo>
                    <ns0:quadBezTo>
                      <ns0:pt x="236224" y="163262"/>
                      <ns0:pt x="236224" y="160905"/>
                    </ns0:quadBezTo>
                    <ns0:quadBezTo>
                      <ns0:pt x="236224" y="157552"/>
                      <ns0:pt x="237673" y="150969"/>
                    </ns0:quadBezTo>
                    <ns0:quadBezTo>
                      <ns0:pt x="232871" y="159124"/>
                      <ns0:pt x="228226" y="162424"/>
                    </ns0:quadBezTo>
                    <ns0:quadBezTo>
                      <ns0:pt x="223599" y="165707"/>
                      <ns0:pt x="217784" y="165707"/>
                    </ns0:quadBezTo>
                    <ns0:quadBezTo>
                      <ns0:pt x="212196" y="165707"/>
                      <ns0:pt x="209000" y="162302"/>
                    </ns0:quadBezTo>
                    <ns0:quadBezTo>
                      <ns0:pt x="205822" y="158897"/>
                      <ns0:pt x="205822" y="152645"/>
                    </ns0:quadBezTo>
                    <ns0:quadBezTo>
                      <ns0:pt x="205822" y="139339"/>
                      <ns0:pt x="216596" y="127272"/>
                    </ns0:quadBezTo>
                    <ns0:quadBezTo>
                      <ns0:pt x="227388" y="115206"/>
                      <ns0:pt x="238459" y="115206"/>
                    </ns0:quadBezTo>
                    <ns0:quadBezTo>
                      <ns0:pt x="241917" y="115206"/>
                      <ns0:pt x="243541" y="116777"/>
                    </ns0:quadBezTo>
                    <ns0:quadBezTo>
                      <ns0:pt x="245165" y="118331"/>
                      <ns0:pt x="245724" y="121684"/>
                    </ns0:quadBezTo>
                    <ns0:lnTo>
                      <ns0:pt x="245828" y="121684"/>
                    </ns0:lnTo>
                    <ns0:lnTo>
                      <ns0:pt x="250858" y="103471"/>
                    </ns0:lnTo>
                    <ns0:quadBezTo>
                      <ns0:pt x="252429" y="97988"/>
                      <ns0:pt x="252429" y="95525"/>
                    </ns0:quadBezTo>
                    <ns0:quadBezTo>
                      <ns0:pt x="252429" y="93744"/>
                      <ns0:pt x="251189" y="93308"/>
                    </ns0:quadBezTo>
                    <ns0:quadBezTo>
                      <ns0:pt x="249967" y="92854"/>
                      <ns0:pt x="245270" y="92627"/>
                    </ns0:quadBezTo>
                    <ns0:lnTo>
                      <ns0:pt x="245270" y="90723"/>
                    </ns0:lnTo>
                    <ns0:quadBezTo>
                      <ns0:pt x="253879" y="89937"/>
                      <ns0:pt x="262365" y="88156"/>
                    </ns0:quadBezTo>
                    <ns0:close/>
                    <ns0:moveTo>
                      <ns0:pt x="243925" y="124146"/>
                    </ns0:moveTo>
                    <ns0:quadBezTo>
                      <ns0:pt x="243925" y="121230"/>
                      <ns0:pt x="242301" y="119501"/>
                    </ns0:quadBezTo>
                    <ns0:quadBezTo>
                      <ns0:pt x="240694" y="117773"/>
                      <ns0:pt x="238686" y="117773"/>
                    </ns0:quadBezTo>
                    <ns0:quadBezTo>
                      <ns0:pt x="233430" y="117773"/>
                      <ns0:pt x="228506" y="122907"/>
                    </ns0:quadBezTo>
                    <ns0:quadBezTo>
                      <ns0:pt x="222918" y="128826"/>
                      <ns0:pt x="219233" y="137051"/>
                    </ns0:quadBezTo>
                    <ns0:quadBezTo>
                      <ns0:pt x="215548" y="145259"/>
                      <ns0:pt x="215548" y="152191"/>
                    </ns0:quadBezTo>
                    <ns0:quadBezTo>
                      <ns0:pt x="215548" y="155998"/>
                      <ns0:pt x="217277" y="158181"/>
                    </ns0:quadBezTo>
                    <ns0:quadBezTo>
                      <ns0:pt x="219006" y="160346"/>
                      <ns0:pt x="222027" y="160346"/>
                    </ns0:quadBezTo>
                    <ns0:quadBezTo>
                      <ns0:pt x="227056" y="160346"/>
                      <ns0:pt x="232190" y="154880"/>
                    </ns0:quadBezTo>
                    <ns0:quadBezTo>
                      <ns0:pt x="237342" y="149397"/>
                      <ns0:pt x="240625" y="140910"/>
                    </ns0:quadBezTo>
                    <ns0:quadBezTo>
                      <ns0:pt x="243925" y="132406"/>
                      <ns0:pt x="243925" y="124146"/>
                    </ns0:quadBezTo>
                    <ns0:close/>
                  </ns0:path>
                </ns0:pathLst>
              </ns0:custGeom>
              <ns0:solidFill xmlns:ns0="http://schemas.openxmlformats.org/drawingml/2006/main">
                <ns0:srgbClr val="161616"/>
              </ns0:solidFill>
              <ns0:ln xmlns:ns0="http://schemas.openxmlformats.org/drawingml/2006/main" w="0">
                <ns0:noFill/>
              </ns0:ln>
            </p:spPr>
          </p:sp>
        </mc:Fallback>
      </mc:AlternateContent>
      <p:sp>
        <p:nvSpPr>
          <p:cNvPr id="70" name="Figure_3_Controlled_Construction-070">
            <a:extLst xmlns:a="http://schemas.openxmlformats.org/drawingml/2006/main">
              <a:ext uri="{FF2B5EF4-FFF2-40B4-BE49-F238E27FC236}">
                <a16:creationId xmlns:a16="http://schemas.microsoft.com/office/drawing/2014/main" id="{573A4021-419A-40A3-9EB6-27E5020D69CD}"/>
              </a:ext>
            </a:extLst>
          </p:cNvPr>
          <p:cNvSpPr>
            <a:spLocks xmlns:a="http://schemas.openxmlformats.org/drawingml/2006/main" noGrp="1"/>
          </p:cNvSpPr>
          <p:nvPr/>
        </p:nvSpPr>
        <p:spPr>
          <a:xfrm xmlns:a="http://schemas.openxmlformats.org/drawingml/2006/main">
            <a:off x="4267200" y="3543300"/>
            <a:ext cx="14732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90" b="0">
                <a:solidFill>
                  <a:srgbClr val="161616"/>
                </a:solidFill>
                <a:latin typeface="DejaVu Sans"/>
                <a:ea typeface="DejaVu Sans"/>
                <a:cs typeface="DejaVu Sans"/>
              </a:defRPr>
            </a:defPPr>
            <a:lvl1pPr algn="l">
              <a:defRPr sz="690" b="0">
                <a:solidFill>
                  <a:srgbClr val="161616"/>
                </a:solidFill>
                <a:latin typeface="DejaVu Sans"/>
                <a:ea typeface="DejaVu Sans"/>
                <a:cs typeface="DejaVu Sans"/>
              </a:defRPr>
            </a:lvl1pPr>
            <a:lvl2pPr algn="l">
              <a:defRPr sz="690" b="0">
                <a:solidFill>
                  <a:srgbClr val="161616"/>
                </a:solidFill>
                <a:latin typeface="DejaVu Sans"/>
                <a:ea typeface="DejaVu Sans"/>
                <a:cs typeface="DejaVu Sans"/>
              </a:defRPr>
            </a:lvl2pPr>
            <a:lvl3pPr algn="l">
              <a:defRPr sz="690" b="0">
                <a:solidFill>
                  <a:srgbClr val="161616"/>
                </a:solidFill>
                <a:latin typeface="DejaVu Sans"/>
                <a:ea typeface="DejaVu Sans"/>
                <a:cs typeface="DejaVu Sans"/>
              </a:defRPr>
            </a:lvl3pPr>
            <a:lvl4pPr algn="l">
              <a:defRPr sz="690" b="0">
                <a:solidFill>
                  <a:srgbClr val="161616"/>
                </a:solidFill>
                <a:latin typeface="DejaVu Sans"/>
                <a:ea typeface="DejaVu Sans"/>
                <a:cs typeface="DejaVu Sans"/>
              </a:defRPr>
            </a:lvl4pPr>
            <a:lvl5pPr algn="l">
              <a:defRPr sz="690" b="0">
                <a:solidFill>
                  <a:srgbClr val="161616"/>
                </a:solidFill>
                <a:latin typeface="DejaVu Sans"/>
                <a:ea typeface="DejaVu Sans"/>
                <a:cs typeface="DejaVu Sans"/>
              </a:defRPr>
            </a:lvl5pPr>
            <a:lvl6pPr algn="l">
              <a:defRPr sz="690" b="0">
                <a:solidFill>
                  <a:srgbClr val="161616"/>
                </a:solidFill>
                <a:latin typeface="DejaVu Sans"/>
                <a:ea typeface="DejaVu Sans"/>
                <a:cs typeface="DejaVu Sans"/>
              </a:defRPr>
            </a:lvl6pPr>
            <a:lvl7pPr algn="l">
              <a:defRPr sz="690" b="0">
                <a:solidFill>
                  <a:srgbClr val="161616"/>
                </a:solidFill>
                <a:latin typeface="DejaVu Sans"/>
                <a:ea typeface="DejaVu Sans"/>
                <a:cs typeface="DejaVu Sans"/>
              </a:defRPr>
            </a:lvl7pPr>
            <a:lvl8pPr algn="l">
              <a:defRPr sz="690" b="0">
                <a:solidFill>
                  <a:srgbClr val="161616"/>
                </a:solidFill>
                <a:latin typeface="DejaVu Sans"/>
                <a:ea typeface="DejaVu Sans"/>
                <a:cs typeface="DejaVu Sans"/>
              </a:defRPr>
            </a:lvl8pPr>
            <a:lvl9pPr algn="l">
              <a:defRPr sz="690" b="0">
                <a:solidFill>
                  <a:srgbClr val="161616"/>
                </a:solidFill>
                <a:latin typeface="DejaVu Sans"/>
                <a:ea typeface="DejaVu Sans"/>
                <a:cs typeface="DejaVu Sans"/>
              </a:defRPr>
            </a:lvl9pPr>
          </a:lstStyle>
          <a:p xmlns:a="http://schemas.openxmlformats.org/drawingml/2006/main">
            <a:pPr algn="l">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Exact duplicate</a:t>
            </a:r>
          </a:p>
        </p:txBody>
      </p:sp>
      <p:sp>
        <p:nvSpPr>
          <p:cNvPr id="71" name="Figure_3_Controlled_Construction-071">
            <a:extLst xmlns:a="http://schemas.openxmlformats.org/drawingml/2006/main">
              <a:ext uri="{FF2B5EF4-FFF2-40B4-BE49-F238E27FC236}">
                <a16:creationId xmlns:a16="http://schemas.microsoft.com/office/drawing/2014/main" id="{B5D7DC16-2818-48B7-856F-52B2868628E1}"/>
              </a:ext>
            </a:extLst>
          </p:cNvPr>
          <p:cNvSpPr>
            <a:spLocks xmlns:a="http://schemas.openxmlformats.org/drawingml/2006/main" noGrp="1"/>
          </p:cNvSpPr>
          <p:nvPr/>
        </p:nvSpPr>
        <p:spPr>
          <a:xfrm xmlns:a="http://schemas.openxmlformats.org/drawingml/2006/main">
            <a:off x="177800" y="3822700"/>
            <a:ext cx="2603500" cy="138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70" b="0">
                <a:solidFill>
                  <a:srgbClr val="161616"/>
                </a:solidFill>
                <a:latin typeface="DejaVu Sans"/>
                <a:ea typeface="DejaVu Sans"/>
                <a:cs typeface="DejaVu Sans"/>
              </a:defRPr>
            </a:defPPr>
            <a:lvl1pPr algn="l">
              <a:defRPr sz="670" b="0">
                <a:solidFill>
                  <a:srgbClr val="161616"/>
                </a:solidFill>
                <a:latin typeface="DejaVu Sans"/>
                <a:ea typeface="DejaVu Sans"/>
                <a:cs typeface="DejaVu Sans"/>
              </a:defRPr>
            </a:lvl1pPr>
            <a:lvl2pPr algn="l">
              <a:defRPr sz="670" b="0">
                <a:solidFill>
                  <a:srgbClr val="161616"/>
                </a:solidFill>
                <a:latin typeface="DejaVu Sans"/>
                <a:ea typeface="DejaVu Sans"/>
                <a:cs typeface="DejaVu Sans"/>
              </a:defRPr>
            </a:lvl2pPr>
            <a:lvl3pPr algn="l">
              <a:defRPr sz="670" b="0">
                <a:solidFill>
                  <a:srgbClr val="161616"/>
                </a:solidFill>
                <a:latin typeface="DejaVu Sans"/>
                <a:ea typeface="DejaVu Sans"/>
                <a:cs typeface="DejaVu Sans"/>
              </a:defRPr>
            </a:lvl3pPr>
            <a:lvl4pPr algn="l">
              <a:defRPr sz="670" b="0">
                <a:solidFill>
                  <a:srgbClr val="161616"/>
                </a:solidFill>
                <a:latin typeface="DejaVu Sans"/>
                <a:ea typeface="DejaVu Sans"/>
                <a:cs typeface="DejaVu Sans"/>
              </a:defRPr>
            </a:lvl4pPr>
            <a:lvl5pPr algn="l">
              <a:defRPr sz="670" b="0">
                <a:solidFill>
                  <a:srgbClr val="161616"/>
                </a:solidFill>
                <a:latin typeface="DejaVu Sans"/>
                <a:ea typeface="DejaVu Sans"/>
                <a:cs typeface="DejaVu Sans"/>
              </a:defRPr>
            </a:lvl5pPr>
            <a:lvl6pPr algn="l">
              <a:defRPr sz="670" b="0">
                <a:solidFill>
                  <a:srgbClr val="161616"/>
                </a:solidFill>
                <a:latin typeface="DejaVu Sans"/>
                <a:ea typeface="DejaVu Sans"/>
                <a:cs typeface="DejaVu Sans"/>
              </a:defRPr>
            </a:lvl6pPr>
            <a:lvl7pPr algn="l">
              <a:defRPr sz="670" b="0">
                <a:solidFill>
                  <a:srgbClr val="161616"/>
                </a:solidFill>
                <a:latin typeface="DejaVu Sans"/>
                <a:ea typeface="DejaVu Sans"/>
                <a:cs typeface="DejaVu Sans"/>
              </a:defRPr>
            </a:lvl7pPr>
            <a:lvl8pPr algn="l">
              <a:defRPr sz="670" b="0">
                <a:solidFill>
                  <a:srgbClr val="161616"/>
                </a:solidFill>
                <a:latin typeface="DejaVu Sans"/>
                <a:ea typeface="DejaVu Sans"/>
                <a:cs typeface="DejaVu Sans"/>
              </a:defRPr>
            </a:lvl8pPr>
            <a:lvl9pPr algn="l">
              <a:defRPr sz="670" b="0">
                <a:solidFill>
                  <a:srgbClr val="161616"/>
                </a:solidFill>
                <a:latin typeface="DejaVu Sans"/>
                <a:ea typeface="DejaVu Sans"/>
                <a:cs typeface="DejaVu Sans"/>
              </a:defRPr>
            </a:lvl9pPr>
          </a:lstStyle>
          <a:p xmlns:a="http://schemas.openxmlformats.org/drawingml/2006/main">
            <a:pPr algn="l">
              <a:defRPr sz="670" b="0">
                <a:solidFill>
                  <a:srgbClr val="161616"/>
                </a:solidFill>
                <a:latin typeface="DejaVu Sans"/>
                <a:ea typeface="DejaVu Sans"/>
                <a:cs typeface="DejaVu Sans"/>
              </a:defRPr>
            </a:pPr>
            <a:r>
              <a:rPr sz="670" b="0">
                <a:solidFill>
                  <a:srgbClr val="161616"/>
                </a:solidFill>
                <a:latin typeface="DejaVu Sans"/>
                <a:ea typeface="DejaVu Sans"/>
                <a:cs typeface="DejaVu Sans"/>
              </a:rPr>
              <a:t>Same source title and presentation status</a:t>
            </a:r>
          </a:p>
        </p:txBody>
      </p:sp>
      <p:sp>
        <p:nvSpPr>
          <p:cNvPr id="72" name="Figure_3_Controlled_Construction-072">
            <a:extLst xmlns:a="http://schemas.openxmlformats.org/drawingml/2006/main">
              <a:ext uri="{FF2B5EF4-FFF2-40B4-BE49-F238E27FC236}">
                <a16:creationId xmlns:a16="http://schemas.microsoft.com/office/drawing/2014/main" id="{3559305B-B25D-4352-AE31-0C539534BF0B}"/>
              </a:ext>
            </a:extLst>
          </p:cNvPr>
          <p:cNvSpPr>
            <a:spLocks xmlns:a="http://schemas.openxmlformats.org/drawingml/2006/main" noGrp="1"/>
          </p:cNvSpPr>
          <p:nvPr/>
        </p:nvSpPr>
        <p:spPr>
          <a:xfrm xmlns:a="http://schemas.openxmlformats.org/drawingml/2006/main">
            <a:off x="3162300" y="3822700"/>
            <a:ext cx="2578100" cy="138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70" b="0">
                <a:solidFill>
                  <a:srgbClr val="161616"/>
                </a:solidFill>
                <a:latin typeface="DejaVu Sans"/>
                <a:ea typeface="DejaVu Sans"/>
                <a:cs typeface="DejaVu Sans"/>
              </a:defRPr>
            </a:defPPr>
            <a:lvl1pPr algn="l">
              <a:defRPr sz="670" b="0">
                <a:solidFill>
                  <a:srgbClr val="161616"/>
                </a:solidFill>
                <a:latin typeface="DejaVu Sans"/>
                <a:ea typeface="DejaVu Sans"/>
                <a:cs typeface="DejaVu Sans"/>
              </a:defRPr>
            </a:lvl1pPr>
            <a:lvl2pPr algn="l">
              <a:defRPr sz="670" b="0">
                <a:solidFill>
                  <a:srgbClr val="161616"/>
                </a:solidFill>
                <a:latin typeface="DejaVu Sans"/>
                <a:ea typeface="DejaVu Sans"/>
                <a:cs typeface="DejaVu Sans"/>
              </a:defRPr>
            </a:lvl2pPr>
            <a:lvl3pPr algn="l">
              <a:defRPr sz="670" b="0">
                <a:solidFill>
                  <a:srgbClr val="161616"/>
                </a:solidFill>
                <a:latin typeface="DejaVu Sans"/>
                <a:ea typeface="DejaVu Sans"/>
                <a:cs typeface="DejaVu Sans"/>
              </a:defRPr>
            </a:lvl3pPr>
            <a:lvl4pPr algn="l">
              <a:defRPr sz="670" b="0">
                <a:solidFill>
                  <a:srgbClr val="161616"/>
                </a:solidFill>
                <a:latin typeface="DejaVu Sans"/>
                <a:ea typeface="DejaVu Sans"/>
                <a:cs typeface="DejaVu Sans"/>
              </a:defRPr>
            </a:lvl4pPr>
            <a:lvl5pPr algn="l">
              <a:defRPr sz="670" b="0">
                <a:solidFill>
                  <a:srgbClr val="161616"/>
                </a:solidFill>
                <a:latin typeface="DejaVu Sans"/>
                <a:ea typeface="DejaVu Sans"/>
                <a:cs typeface="DejaVu Sans"/>
              </a:defRPr>
            </a:lvl5pPr>
            <a:lvl6pPr algn="l">
              <a:defRPr sz="670" b="0">
                <a:solidFill>
                  <a:srgbClr val="161616"/>
                </a:solidFill>
                <a:latin typeface="DejaVu Sans"/>
                <a:ea typeface="DejaVu Sans"/>
                <a:cs typeface="DejaVu Sans"/>
              </a:defRPr>
            </a:lvl6pPr>
            <a:lvl7pPr algn="l">
              <a:defRPr sz="670" b="0">
                <a:solidFill>
                  <a:srgbClr val="161616"/>
                </a:solidFill>
                <a:latin typeface="DejaVu Sans"/>
                <a:ea typeface="DejaVu Sans"/>
                <a:cs typeface="DejaVu Sans"/>
              </a:defRPr>
            </a:lvl7pPr>
            <a:lvl8pPr algn="l">
              <a:defRPr sz="670" b="0">
                <a:solidFill>
                  <a:srgbClr val="161616"/>
                </a:solidFill>
                <a:latin typeface="DejaVu Sans"/>
                <a:ea typeface="DejaVu Sans"/>
                <a:cs typeface="DejaVu Sans"/>
              </a:defRPr>
            </a:lvl8pPr>
            <a:lvl9pPr algn="l">
              <a:defRPr sz="670" b="0">
                <a:solidFill>
                  <a:srgbClr val="161616"/>
                </a:solidFill>
                <a:latin typeface="DejaVu Sans"/>
                <a:ea typeface="DejaVu Sans"/>
                <a:cs typeface="DejaVu Sans"/>
              </a:defRPr>
            </a:lvl9pPr>
          </a:lstStyle>
          <a:p xmlns:a="http://schemas.openxmlformats.org/drawingml/2006/main">
            <a:pPr algn="l">
              <a:defRPr sz="670" b="0">
                <a:solidFill>
                  <a:srgbClr val="161616"/>
                </a:solidFill>
                <a:latin typeface="DejaVu Sans"/>
                <a:ea typeface="DejaVu Sans"/>
                <a:cs typeface="DejaVu Sans"/>
              </a:defRPr>
            </a:pPr>
            <a:r>
              <a:rPr sz="670" b="0">
                <a:solidFill>
                  <a:srgbClr val="161616"/>
                </a:solidFill>
                <a:latin typeface="DejaVu Sans"/>
                <a:ea typeface="DejaVu Sans"/>
                <a:cs typeface="DejaVu Sans"/>
              </a:rPr>
              <a:t>Same source title and presentation status</a:t>
            </a:r>
          </a:p>
        </p:txBody>
      </p:sp>
    </p:spTree>
    <p:extLst>
      <p:ext uri="{BB962C8B-B14F-4D97-AF65-F5344CB8AC3E}">
        <p14:creationId xmlns:p14="http://schemas.microsoft.com/office/powerpoint/2010/main" val="9028969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0" name="Figure_4_Paired_Comparison-001">
            <a:extLst xmlns:a="http://schemas.openxmlformats.org/drawingml/2006/main">
              <a:ext uri="{FF2B5EF4-FFF2-40B4-BE49-F238E27FC236}">
                <a16:creationId xmlns:a16="http://schemas.microsoft.com/office/drawing/2014/main" id="{E8A238A0-1ACA-433E-94C9-532CBAE63390}"/>
              </a:ext>
            </a:extLst>
          </p:cNvPr>
          <p:cNvSpPr>
            <a:spLocks xmlns:a="http://schemas.openxmlformats.org/drawingml/2006/main" noGrp="1"/>
          </p:cNvSpPr>
          <p:nvPr/>
        </p:nvSpPr>
        <p:spPr>
          <a:xfrm xmlns:a="http://schemas.openxmlformats.org/drawingml/2006/main">
            <a:off x="88900" y="3048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a</a:t>
            </a:r>
          </a:p>
        </p:txBody>
      </p:sp>
      <p:sp>
        <p:nvSpPr>
          <p:cNvPr id="2" name="Figure_4_Paired_Comparison-002">
            <a:extLst xmlns:a="http://schemas.openxmlformats.org/drawingml/2006/main">
              <a:ext uri="{FF2B5EF4-FFF2-40B4-BE49-F238E27FC236}">
                <a16:creationId xmlns:a16="http://schemas.microsoft.com/office/drawing/2014/main" id="{A027EC13-591F-42AF-9A8B-FD23DD731D3D}"/>
              </a:ext>
            </a:extLst>
          </p:cNvPr>
          <p:cNvSpPr>
            <a:spLocks xmlns:a="http://schemas.openxmlformats.org/drawingml/2006/main" noGrp="1"/>
          </p:cNvSpPr>
          <p:nvPr/>
        </p:nvSpPr>
        <p:spPr>
          <a:xfrm xmlns:a="http://schemas.openxmlformats.org/drawingml/2006/main">
            <a:off x="254000" y="311150"/>
            <a:ext cx="56007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Matched selector inputs and source budgets</a:t>
            </a:r>
          </a:p>
        </p:txBody>
      </p:sp>
      <p:sp>
        <p:nvSpPr>
          <p:cNvPr id="3" name="Figure_4_Paired_Comparison-003">
            <a:extLst xmlns:a="http://schemas.openxmlformats.org/drawingml/2006/main">
              <a:ext uri="{FF2B5EF4-FFF2-40B4-BE49-F238E27FC236}">
                <a16:creationId xmlns:a16="http://schemas.microsoft.com/office/drawing/2014/main" id="{4D0BF18D-0DCB-4C57-B86E-0F7988FCA437}"/>
              </a:ext>
            </a:extLst>
          </p:cNvPr>
          <p:cNvSpPr>
            <a:spLocks xmlns:a="http://schemas.openxmlformats.org/drawingml/2006/main" noGrp="1"/>
          </p:cNvSpPr>
          <p:nvPr/>
        </p:nvSpPr>
        <p:spPr>
          <a:xfrm xmlns:a="http://schemas.openxmlformats.org/drawingml/2006/main">
            <a:off x="76200" y="584200"/>
            <a:ext cx="1409700" cy="2717800"/>
          </a:xfrm>
          <a:prstGeom xmlns:a="http://schemas.openxmlformats.org/drawingml/2006/main" prst="roundRect">
            <a:avLst>
              <a:gd name="adj" fmla="val 4505"/>
            </a:avLst>
          </a:prstGeom>
          <a:solidFill xmlns:a="http://schemas.openxmlformats.org/drawingml/2006/main">
            <a:srgbClr val="F7EAE9"/>
          </a:solidFill>
          <a:ln xmlns:a="http://schemas.openxmlformats.org/drawingml/2006/main" w="10160">
            <a:solidFill>
              <a:srgbClr val="161616"/>
            </a:solidFill>
            <a:prstDash val="solid"/>
          </a:ln>
        </p:spPr>
      </p:sp>
      <p:sp>
        <p:nvSpPr>
          <p:cNvPr id="4" name="Figure_4_Paired_Comparison-004">
            <a:extLst xmlns:a="http://schemas.openxmlformats.org/drawingml/2006/main">
              <a:ext uri="{FF2B5EF4-FFF2-40B4-BE49-F238E27FC236}">
                <a16:creationId xmlns:a16="http://schemas.microsoft.com/office/drawing/2014/main" id="{B8236230-C049-4FF6-9422-70F56A373B80}"/>
              </a:ext>
            </a:extLst>
          </p:cNvPr>
          <p:cNvSpPr>
            <a:spLocks xmlns:a="http://schemas.openxmlformats.org/drawingml/2006/main" noGrp="1"/>
          </p:cNvSpPr>
          <p:nvPr/>
        </p:nvSpPr>
        <p:spPr>
          <a:xfrm xmlns:a="http://schemas.openxmlformats.org/drawingml/2006/main">
            <a:off x="165100" y="685800"/>
            <a:ext cx="12319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00" b="1">
                <a:solidFill>
                  <a:srgbClr val="161616"/>
                </a:solidFill>
                <a:latin typeface="DejaVu Sans"/>
                <a:ea typeface="DejaVu Sans"/>
                <a:cs typeface="DejaVu Sans"/>
              </a:defRPr>
            </a:defPPr>
            <a:lvl1pPr algn="l">
              <a:defRPr sz="700" b="1">
                <a:solidFill>
                  <a:srgbClr val="161616"/>
                </a:solidFill>
                <a:latin typeface="DejaVu Sans"/>
                <a:ea typeface="DejaVu Sans"/>
                <a:cs typeface="DejaVu Sans"/>
              </a:defRPr>
            </a:lvl1pPr>
            <a:lvl2pPr algn="l">
              <a:defRPr sz="700" b="1">
                <a:solidFill>
                  <a:srgbClr val="161616"/>
                </a:solidFill>
                <a:latin typeface="DejaVu Sans"/>
                <a:ea typeface="DejaVu Sans"/>
                <a:cs typeface="DejaVu Sans"/>
              </a:defRPr>
            </a:lvl2pPr>
            <a:lvl3pPr algn="l">
              <a:defRPr sz="700" b="1">
                <a:solidFill>
                  <a:srgbClr val="161616"/>
                </a:solidFill>
                <a:latin typeface="DejaVu Sans"/>
                <a:ea typeface="DejaVu Sans"/>
                <a:cs typeface="DejaVu Sans"/>
              </a:defRPr>
            </a:lvl3pPr>
            <a:lvl4pPr algn="l">
              <a:defRPr sz="700" b="1">
                <a:solidFill>
                  <a:srgbClr val="161616"/>
                </a:solidFill>
                <a:latin typeface="DejaVu Sans"/>
                <a:ea typeface="DejaVu Sans"/>
                <a:cs typeface="DejaVu Sans"/>
              </a:defRPr>
            </a:lvl4pPr>
            <a:lvl5pPr algn="l">
              <a:defRPr sz="700" b="1">
                <a:solidFill>
                  <a:srgbClr val="161616"/>
                </a:solidFill>
                <a:latin typeface="DejaVu Sans"/>
                <a:ea typeface="DejaVu Sans"/>
                <a:cs typeface="DejaVu Sans"/>
              </a:defRPr>
            </a:lvl5pPr>
            <a:lvl6pPr algn="l">
              <a:defRPr sz="700" b="1">
                <a:solidFill>
                  <a:srgbClr val="161616"/>
                </a:solidFill>
                <a:latin typeface="DejaVu Sans"/>
                <a:ea typeface="DejaVu Sans"/>
                <a:cs typeface="DejaVu Sans"/>
              </a:defRPr>
            </a:lvl6pPr>
            <a:lvl7pPr algn="l">
              <a:defRPr sz="700" b="1">
                <a:solidFill>
                  <a:srgbClr val="161616"/>
                </a:solidFill>
                <a:latin typeface="DejaVu Sans"/>
                <a:ea typeface="DejaVu Sans"/>
                <a:cs typeface="DejaVu Sans"/>
              </a:defRPr>
            </a:lvl7pPr>
            <a:lvl8pPr algn="l">
              <a:defRPr sz="700" b="1">
                <a:solidFill>
                  <a:srgbClr val="161616"/>
                </a:solidFill>
                <a:latin typeface="DejaVu Sans"/>
                <a:ea typeface="DejaVu Sans"/>
                <a:cs typeface="DejaVu Sans"/>
              </a:defRPr>
            </a:lvl8pPr>
            <a:lvl9pPr algn="l">
              <a:defRPr sz="700" b="1">
                <a:solidFill>
                  <a:srgbClr val="161616"/>
                </a:solidFill>
                <a:latin typeface="DejaVu Sans"/>
                <a:ea typeface="DejaVu Sans"/>
                <a:cs typeface="DejaVu Sans"/>
              </a:defRPr>
            </a:lvl9pPr>
          </a:lstStyle>
          <a:p xmlns:a="http://schemas.openxmlformats.org/drawingml/2006/main">
            <a:pPr algn="l">
              <a:defRPr sz="700" b="1">
                <a:solidFill>
                  <a:srgbClr val="161616"/>
                </a:solidFill>
                <a:latin typeface="DejaVu Sans"/>
                <a:ea typeface="DejaVu Sans"/>
                <a:cs typeface="DejaVu Sans"/>
              </a:defRPr>
            </a:pPr>
            <a:r>
              <a:rPr sz="700" b="1">
                <a:solidFill>
                  <a:srgbClr val="161616"/>
                </a:solidFill>
                <a:latin typeface="DejaVu Sans"/>
                <a:ea typeface="DejaVu Sans"/>
                <a:cs typeface="DejaVu Sans"/>
              </a:rPr>
              <a:t>Fixed within a question</a:t>
            </a:r>
          </a:p>
        </p:txBody>
      </p:sp>
      <p:sp>
        <p:nvSpPr>
          <p:cNvPr id="5" name="Figure_4_Paired_Comparison-005">
            <a:extLst xmlns:a="http://schemas.openxmlformats.org/drawingml/2006/main">
              <a:ext uri="{FF2B5EF4-FFF2-40B4-BE49-F238E27FC236}">
                <a16:creationId xmlns:a16="http://schemas.microsoft.com/office/drawing/2014/main" id="{8BC1930F-F8D3-4BE8-B618-D61029846B71}"/>
              </a:ext>
            </a:extLst>
          </p:cNvPr>
          <p:cNvSpPr>
            <a:spLocks xmlns:a="http://schemas.openxmlformats.org/drawingml/2006/main" noGrp="1"/>
          </p:cNvSpPr>
          <p:nvPr/>
        </p:nvSpPr>
        <p:spPr>
          <a:xfrm xmlns:a="http://schemas.openxmlformats.org/drawingml/2006/main">
            <a:off x="406400" y="1028700"/>
            <a:ext cx="762000" cy="495300"/>
          </a:xfrm>
          <a:prstGeom xmlns:a="http://schemas.openxmlformats.org/drawingml/2006/main" prst="roundRect">
            <a:avLst>
              <a:gd name="adj" fmla="val 5128"/>
            </a:avLst>
          </a:prstGeom>
          <a:solidFill xmlns:a="http://schemas.openxmlformats.org/drawingml/2006/main">
            <a:srgbClr val="DAE2F5"/>
          </a:solidFill>
          <a:ln xmlns:a="http://schemas.openxmlformats.org/drawingml/2006/main" w="10160">
            <a:solidFill>
              <a:srgbClr val="161616"/>
            </a:solidFill>
            <a:prstDash val="solid"/>
          </a:ln>
        </p:spPr>
      </p:sp>
      <p:sp>
        <p:nvSpPr>
          <p:cNvPr id="6" name="Figure_4_Paired_Comparison-006">
            <a:extLst xmlns:a="http://schemas.openxmlformats.org/drawingml/2006/main">
              <a:ext uri="{FF2B5EF4-FFF2-40B4-BE49-F238E27FC236}">
                <a16:creationId xmlns:a16="http://schemas.microsoft.com/office/drawing/2014/main" id="{62B917C2-BAEB-4E3A-95FD-727E73D02FE7}"/>
              </a:ext>
            </a:extLst>
          </p:cNvPr>
          <p:cNvSpPr>
            <a:spLocks xmlns:a="http://schemas.openxmlformats.org/drawingml/2006/main" noGrp="1"/>
          </p:cNvSpPr>
          <p:nvPr/>
        </p:nvSpPr>
        <p:spPr>
          <a:xfrm xmlns:a="http://schemas.openxmlformats.org/drawingml/2006/main">
            <a:off x="368300" y="1066800"/>
            <a:ext cx="762000" cy="495300"/>
          </a:xfrm>
          <a:prstGeom xmlns:a="http://schemas.openxmlformats.org/drawingml/2006/main" prst="roundRect">
            <a:avLst>
              <a:gd name="adj" fmla="val 5128"/>
            </a:avLst>
          </a:prstGeom>
          <a:solidFill xmlns:a="http://schemas.openxmlformats.org/drawingml/2006/main">
            <a:srgbClr val="DAE2F5"/>
          </a:solidFill>
          <a:ln xmlns:a="http://schemas.openxmlformats.org/drawingml/2006/main" w="10160">
            <a:solidFill>
              <a:srgbClr val="161616"/>
            </a:solidFill>
            <a:prstDash val="solid"/>
          </a:ln>
        </p:spPr>
      </p:sp>
      <p:sp>
        <p:nvSpPr>
          <p:cNvPr id="7" name="Figure_4_Paired_Comparison-007">
            <a:extLst xmlns:a="http://schemas.openxmlformats.org/drawingml/2006/main">
              <a:ext uri="{FF2B5EF4-FFF2-40B4-BE49-F238E27FC236}">
                <a16:creationId xmlns:a16="http://schemas.microsoft.com/office/drawing/2014/main" id="{1989356A-9C49-4977-ADFF-194B9EAACEB9}"/>
              </a:ext>
            </a:extLst>
          </p:cNvPr>
          <p:cNvSpPr>
            <a:spLocks xmlns:a="http://schemas.openxmlformats.org/drawingml/2006/main" noGrp="1"/>
          </p:cNvSpPr>
          <p:nvPr/>
        </p:nvSpPr>
        <p:spPr>
          <a:xfrm xmlns:a="http://schemas.openxmlformats.org/drawingml/2006/main">
            <a:off x="330200" y="1104900"/>
            <a:ext cx="762000" cy="495300"/>
          </a:xfrm>
          <a:prstGeom xmlns:a="http://schemas.openxmlformats.org/drawingml/2006/main" prst="roundRect">
            <a:avLst>
              <a:gd name="adj" fmla="val 5128"/>
            </a:avLst>
          </a:prstGeom>
          <a:solidFill xmlns:a="http://schemas.openxmlformats.org/drawingml/2006/main">
            <a:srgbClr val="DAE2F5"/>
          </a:solidFill>
          <a:ln xmlns:a="http://schemas.openxmlformats.org/drawingml/2006/main" w="10160">
            <a:solidFill>
              <a:srgbClr val="161616"/>
            </a:solidFill>
            <a:prstDash val="solid"/>
          </a:ln>
        </p:spPr>
      </p:sp>
      <p:sp>
        <p:nvSpPr>
          <p:cNvPr id="8" name="Figure_4_Paired_Comparison-008">
            <a:extLst xmlns:a="http://schemas.openxmlformats.org/drawingml/2006/main">
              <a:ext uri="{FF2B5EF4-FFF2-40B4-BE49-F238E27FC236}">
                <a16:creationId xmlns:a16="http://schemas.microsoft.com/office/drawing/2014/main" id="{3666FCA1-561E-48D1-9518-1802005377C3}"/>
              </a:ext>
            </a:extLst>
          </p:cNvPr>
          <p:cNvSpPr>
            <a:spLocks xmlns:a="http://schemas.openxmlformats.org/drawingml/2006/main" noGrp="1"/>
          </p:cNvSpPr>
          <p:nvPr/>
        </p:nvSpPr>
        <p:spPr>
          <a:xfrm xmlns:a="http://schemas.openxmlformats.org/drawingml/2006/main">
            <a:off x="368300" y="1289050"/>
            <a:ext cx="6858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20" b="0">
                <a:solidFill>
                  <a:srgbClr val="161616"/>
                </a:solidFill>
                <a:latin typeface="DejaVu Sans"/>
                <a:ea typeface="DejaVu Sans"/>
                <a:cs typeface="DejaVu Sans"/>
              </a:defRPr>
            </a:defPPr>
            <a:lvl1pPr algn="ctr">
              <a:defRPr sz="720" b="0">
                <a:solidFill>
                  <a:srgbClr val="161616"/>
                </a:solidFill>
                <a:latin typeface="DejaVu Sans"/>
                <a:ea typeface="DejaVu Sans"/>
                <a:cs typeface="DejaVu Sans"/>
              </a:defRPr>
            </a:lvl1pPr>
            <a:lvl2pPr algn="ctr">
              <a:defRPr sz="720" b="0">
                <a:solidFill>
                  <a:srgbClr val="161616"/>
                </a:solidFill>
                <a:latin typeface="DejaVu Sans"/>
                <a:ea typeface="DejaVu Sans"/>
                <a:cs typeface="DejaVu Sans"/>
              </a:defRPr>
            </a:lvl2pPr>
            <a:lvl3pPr algn="ctr">
              <a:defRPr sz="720" b="0">
                <a:solidFill>
                  <a:srgbClr val="161616"/>
                </a:solidFill>
                <a:latin typeface="DejaVu Sans"/>
                <a:ea typeface="DejaVu Sans"/>
                <a:cs typeface="DejaVu Sans"/>
              </a:defRPr>
            </a:lvl3pPr>
            <a:lvl4pPr algn="ctr">
              <a:defRPr sz="720" b="0">
                <a:solidFill>
                  <a:srgbClr val="161616"/>
                </a:solidFill>
                <a:latin typeface="DejaVu Sans"/>
                <a:ea typeface="DejaVu Sans"/>
                <a:cs typeface="DejaVu Sans"/>
              </a:defRPr>
            </a:lvl4pPr>
            <a:lvl5pPr algn="ctr">
              <a:defRPr sz="720" b="0">
                <a:solidFill>
                  <a:srgbClr val="161616"/>
                </a:solidFill>
                <a:latin typeface="DejaVu Sans"/>
                <a:ea typeface="DejaVu Sans"/>
                <a:cs typeface="DejaVu Sans"/>
              </a:defRPr>
            </a:lvl5pPr>
            <a:lvl6pPr algn="ctr">
              <a:defRPr sz="720" b="0">
                <a:solidFill>
                  <a:srgbClr val="161616"/>
                </a:solidFill>
                <a:latin typeface="DejaVu Sans"/>
                <a:ea typeface="DejaVu Sans"/>
                <a:cs typeface="DejaVu Sans"/>
              </a:defRPr>
            </a:lvl6pPr>
            <a:lvl7pPr algn="ctr">
              <a:defRPr sz="720" b="0">
                <a:solidFill>
                  <a:srgbClr val="161616"/>
                </a:solidFill>
                <a:latin typeface="DejaVu Sans"/>
                <a:ea typeface="DejaVu Sans"/>
                <a:cs typeface="DejaVu Sans"/>
              </a:defRPr>
            </a:lvl7pPr>
            <a:lvl8pPr algn="ctr">
              <a:defRPr sz="720" b="0">
                <a:solidFill>
                  <a:srgbClr val="161616"/>
                </a:solidFill>
                <a:latin typeface="DejaVu Sans"/>
                <a:ea typeface="DejaVu Sans"/>
                <a:cs typeface="DejaVu Sans"/>
              </a:defRPr>
            </a:lvl8pPr>
            <a:lvl9pPr algn="ctr">
              <a:defRPr sz="720" b="0">
                <a:solidFill>
                  <a:srgbClr val="161616"/>
                </a:solidFill>
                <a:latin typeface="DejaVu Sans"/>
                <a:ea typeface="DejaVu Sans"/>
                <a:cs typeface="DejaVu Sans"/>
              </a:defRPr>
            </a:lvl9pPr>
          </a:lstStyle>
          <a:p xmlns:a="http://schemas.openxmlformats.org/drawingml/2006/main">
            <a:pPr algn="ctr">
              <a:defRPr sz="720" b="0">
                <a:solidFill>
                  <a:srgbClr val="161616"/>
                </a:solidFill>
                <a:latin typeface="DejaVu Sans"/>
                <a:ea typeface="DejaVu Sans"/>
                <a:cs typeface="DejaVu Sans"/>
              </a:defRPr>
            </a:pPr>
            <a:r>
              <a:rPr sz="720" b="0">
                <a:solidFill>
                  <a:srgbClr val="161616"/>
                </a:solidFill>
                <a:latin typeface="DejaVu Sans"/>
                <a:ea typeface="DejaVu Sans"/>
                <a:cs typeface="DejaVu Sans"/>
              </a:rPr>
              <a:t>Sources V</a:t>
            </a:r>
          </a:p>
        </p:txBody>
      </p:sp>
      <p:sp>
        <p:nvSpPr>
          <p:cNvPr id="9" name="Figure_4_Paired_Comparison-009">
            <a:extLst xmlns:a="http://schemas.openxmlformats.org/drawingml/2006/main">
              <a:ext uri="{FF2B5EF4-FFF2-40B4-BE49-F238E27FC236}">
                <a16:creationId xmlns:a16="http://schemas.microsoft.com/office/drawing/2014/main" id="{2BC1F2E8-D9F3-4F16-B87B-4D1FCA83A2C8}"/>
              </a:ext>
            </a:extLst>
          </p:cNvPr>
          <p:cNvSpPr>
            <a:spLocks xmlns:a="http://schemas.openxmlformats.org/drawingml/2006/main" noGrp="1"/>
          </p:cNvSpPr>
          <p:nvPr/>
        </p:nvSpPr>
        <p:spPr>
          <a:xfrm xmlns:a="http://schemas.openxmlformats.org/drawingml/2006/main">
            <a:off x="254000" y="1739900"/>
            <a:ext cx="1079500" cy="150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40" b="0">
                <a:solidFill>
                  <a:srgbClr val="161616"/>
                </a:solidFill>
                <a:latin typeface="DejaVu Sans"/>
                <a:ea typeface="DejaVu Sans"/>
                <a:cs typeface="DejaVu Sans"/>
              </a:defRPr>
            </a:defPPr>
            <a:lvl1pPr algn="ctr">
              <a:defRPr sz="740" b="0">
                <a:solidFill>
                  <a:srgbClr val="161616"/>
                </a:solidFill>
                <a:latin typeface="DejaVu Sans"/>
                <a:ea typeface="DejaVu Sans"/>
                <a:cs typeface="DejaVu Sans"/>
              </a:defRPr>
            </a:lvl1pPr>
            <a:lvl2pPr algn="ctr">
              <a:defRPr sz="740" b="0">
                <a:solidFill>
                  <a:srgbClr val="161616"/>
                </a:solidFill>
                <a:latin typeface="DejaVu Sans"/>
                <a:ea typeface="DejaVu Sans"/>
                <a:cs typeface="DejaVu Sans"/>
              </a:defRPr>
            </a:lvl2pPr>
            <a:lvl3pPr algn="ctr">
              <a:defRPr sz="740" b="0">
                <a:solidFill>
                  <a:srgbClr val="161616"/>
                </a:solidFill>
                <a:latin typeface="DejaVu Sans"/>
                <a:ea typeface="DejaVu Sans"/>
                <a:cs typeface="DejaVu Sans"/>
              </a:defRPr>
            </a:lvl3pPr>
            <a:lvl4pPr algn="ctr">
              <a:defRPr sz="740" b="0">
                <a:solidFill>
                  <a:srgbClr val="161616"/>
                </a:solidFill>
                <a:latin typeface="DejaVu Sans"/>
                <a:ea typeface="DejaVu Sans"/>
                <a:cs typeface="DejaVu Sans"/>
              </a:defRPr>
            </a:lvl4pPr>
            <a:lvl5pPr algn="ctr">
              <a:defRPr sz="740" b="0">
                <a:solidFill>
                  <a:srgbClr val="161616"/>
                </a:solidFill>
                <a:latin typeface="DejaVu Sans"/>
                <a:ea typeface="DejaVu Sans"/>
                <a:cs typeface="DejaVu Sans"/>
              </a:defRPr>
            </a:lvl5pPr>
            <a:lvl6pPr algn="ctr">
              <a:defRPr sz="740" b="0">
                <a:solidFill>
                  <a:srgbClr val="161616"/>
                </a:solidFill>
                <a:latin typeface="DejaVu Sans"/>
                <a:ea typeface="DejaVu Sans"/>
                <a:cs typeface="DejaVu Sans"/>
              </a:defRPr>
            </a:lvl6pPr>
            <a:lvl7pPr algn="ctr">
              <a:defRPr sz="740" b="0">
                <a:solidFill>
                  <a:srgbClr val="161616"/>
                </a:solidFill>
                <a:latin typeface="DejaVu Sans"/>
                <a:ea typeface="DejaVu Sans"/>
                <a:cs typeface="DejaVu Sans"/>
              </a:defRPr>
            </a:lvl7pPr>
            <a:lvl8pPr algn="ctr">
              <a:defRPr sz="740" b="0">
                <a:solidFill>
                  <a:srgbClr val="161616"/>
                </a:solidFill>
                <a:latin typeface="DejaVu Sans"/>
                <a:ea typeface="DejaVu Sans"/>
                <a:cs typeface="DejaVu Sans"/>
              </a:defRPr>
            </a:lvl8pPr>
            <a:lvl9pPr algn="ctr">
              <a:defRPr sz="740" b="0">
                <a:solidFill>
                  <a:srgbClr val="161616"/>
                </a:solidFill>
                <a:latin typeface="DejaVu Sans"/>
                <a:ea typeface="DejaVu Sans"/>
                <a:cs typeface="DejaVu Sans"/>
              </a:defRPr>
            </a:lvl9pPr>
          </a:lstStyle>
          <a:p xmlns:a="http://schemas.openxmlformats.org/drawingml/2006/main">
            <a:pPr algn="ctr">
              <a:defRPr sz="740" b="0">
                <a:solidFill>
                  <a:srgbClr val="161616"/>
                </a:solidFill>
                <a:latin typeface="DejaVu Sans"/>
                <a:ea typeface="DejaVu Sans"/>
                <a:cs typeface="DejaVu Sans"/>
              </a:defRPr>
            </a:pPr>
            <a:r>
              <a:rPr sz="740" b="0">
                <a:solidFill>
                  <a:srgbClr val="161616"/>
                </a:solidFill>
                <a:latin typeface="DejaVu Sans"/>
                <a:ea typeface="DejaVu Sans"/>
                <a:cs typeface="DejaVu Sans"/>
              </a:rPr>
              <a:t>Question q</a:t>
            </a:r>
          </a:p>
        </p:txBody>
      </p:sp>
      <p:sp>
        <p:nvSpPr>
          <p:cNvPr id="10" name="Figure_4_Paired_Comparison-010">
            <a:extLst xmlns:a="http://schemas.openxmlformats.org/drawingml/2006/main">
              <a:ext uri="{FF2B5EF4-FFF2-40B4-BE49-F238E27FC236}">
                <a16:creationId xmlns:a16="http://schemas.microsoft.com/office/drawing/2014/main" id="{DCAE8E25-4628-4F3E-A132-286C90F71C53}"/>
              </a:ext>
            </a:extLst>
          </p:cNvPr>
          <p:cNvSpPr>
            <a:spLocks xmlns:a="http://schemas.openxmlformats.org/drawingml/2006/main" noGrp="1"/>
          </p:cNvSpPr>
          <p:nvPr/>
        </p:nvSpPr>
        <p:spPr>
          <a:xfrm xmlns:a="http://schemas.openxmlformats.org/drawingml/2006/main">
            <a:off x="254000" y="1955800"/>
            <a:ext cx="1079500" cy="150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40" b="0">
                <a:solidFill>
                  <a:srgbClr val="161616"/>
                </a:solidFill>
                <a:latin typeface="DejaVu Sans"/>
                <a:ea typeface="DejaVu Sans"/>
                <a:cs typeface="DejaVu Sans"/>
              </a:defRPr>
            </a:defPPr>
            <a:lvl1pPr algn="ctr">
              <a:defRPr sz="740" b="0">
                <a:solidFill>
                  <a:srgbClr val="161616"/>
                </a:solidFill>
                <a:latin typeface="DejaVu Sans"/>
                <a:ea typeface="DejaVu Sans"/>
                <a:cs typeface="DejaVu Sans"/>
              </a:defRPr>
            </a:lvl1pPr>
            <a:lvl2pPr algn="ctr">
              <a:defRPr sz="740" b="0">
                <a:solidFill>
                  <a:srgbClr val="161616"/>
                </a:solidFill>
                <a:latin typeface="DejaVu Sans"/>
                <a:ea typeface="DejaVu Sans"/>
                <a:cs typeface="DejaVu Sans"/>
              </a:defRPr>
            </a:lvl2pPr>
            <a:lvl3pPr algn="ctr">
              <a:defRPr sz="740" b="0">
                <a:solidFill>
                  <a:srgbClr val="161616"/>
                </a:solidFill>
                <a:latin typeface="DejaVu Sans"/>
                <a:ea typeface="DejaVu Sans"/>
                <a:cs typeface="DejaVu Sans"/>
              </a:defRPr>
            </a:lvl3pPr>
            <a:lvl4pPr algn="ctr">
              <a:defRPr sz="740" b="0">
                <a:solidFill>
                  <a:srgbClr val="161616"/>
                </a:solidFill>
                <a:latin typeface="DejaVu Sans"/>
                <a:ea typeface="DejaVu Sans"/>
                <a:cs typeface="DejaVu Sans"/>
              </a:defRPr>
            </a:lvl4pPr>
            <a:lvl5pPr algn="ctr">
              <a:defRPr sz="740" b="0">
                <a:solidFill>
                  <a:srgbClr val="161616"/>
                </a:solidFill>
                <a:latin typeface="DejaVu Sans"/>
                <a:ea typeface="DejaVu Sans"/>
                <a:cs typeface="DejaVu Sans"/>
              </a:defRPr>
            </a:lvl5pPr>
            <a:lvl6pPr algn="ctr">
              <a:defRPr sz="740" b="0">
                <a:solidFill>
                  <a:srgbClr val="161616"/>
                </a:solidFill>
                <a:latin typeface="DejaVu Sans"/>
                <a:ea typeface="DejaVu Sans"/>
                <a:cs typeface="DejaVu Sans"/>
              </a:defRPr>
            </a:lvl6pPr>
            <a:lvl7pPr algn="ctr">
              <a:defRPr sz="740" b="0">
                <a:solidFill>
                  <a:srgbClr val="161616"/>
                </a:solidFill>
                <a:latin typeface="DejaVu Sans"/>
                <a:ea typeface="DejaVu Sans"/>
                <a:cs typeface="DejaVu Sans"/>
              </a:defRPr>
            </a:lvl7pPr>
            <a:lvl8pPr algn="ctr">
              <a:defRPr sz="740" b="0">
                <a:solidFill>
                  <a:srgbClr val="161616"/>
                </a:solidFill>
                <a:latin typeface="DejaVu Sans"/>
                <a:ea typeface="DejaVu Sans"/>
                <a:cs typeface="DejaVu Sans"/>
              </a:defRPr>
            </a:lvl8pPr>
            <a:lvl9pPr algn="ctr">
              <a:defRPr sz="740" b="0">
                <a:solidFill>
                  <a:srgbClr val="161616"/>
                </a:solidFill>
                <a:latin typeface="DejaVu Sans"/>
                <a:ea typeface="DejaVu Sans"/>
                <a:cs typeface="DejaVu Sans"/>
              </a:defRPr>
            </a:lvl9pPr>
          </a:lstStyle>
          <a:p xmlns:a="http://schemas.openxmlformats.org/drawingml/2006/main">
            <a:pPr algn="ctr">
              <a:defRPr sz="740" b="0">
                <a:solidFill>
                  <a:srgbClr val="161616"/>
                </a:solidFill>
                <a:latin typeface="DejaVu Sans"/>
                <a:ea typeface="DejaVu Sans"/>
                <a:cs typeface="DejaVu Sans"/>
              </a:defRPr>
            </a:pPr>
            <a:r>
              <a:rPr sz="740" b="0">
                <a:solidFill>
                  <a:srgbClr val="161616"/>
                </a:solidFill>
                <a:latin typeface="DejaVu Sans"/>
                <a:ea typeface="DejaVu Sans"/>
                <a:cs typeface="DejaVu Sans"/>
              </a:rPr>
              <a:t>Unit costs</a:t>
            </a:r>
          </a:p>
        </p:txBody>
      </p:sp>
      <p:sp>
        <p:nvSpPr>
          <p:cNvPr id="11" name="Figure_4_Paired_Comparison-011">
            <a:extLst xmlns:a="http://schemas.openxmlformats.org/drawingml/2006/main">
              <a:ext uri="{FF2B5EF4-FFF2-40B4-BE49-F238E27FC236}">
                <a16:creationId xmlns:a16="http://schemas.microsoft.com/office/drawing/2014/main" id="{A1B7408F-33F7-4890-9FC3-849D94E6A354}"/>
              </a:ext>
            </a:extLst>
          </p:cNvPr>
          <p:cNvSpPr>
            <a:spLocks xmlns:a="http://schemas.openxmlformats.org/drawingml/2006/main" noGrp="1"/>
          </p:cNvSpPr>
          <p:nvPr/>
        </p:nvSpPr>
        <p:spPr>
          <a:xfrm xmlns:a="http://schemas.openxmlformats.org/drawingml/2006/main">
            <a:off x="215900" y="2324100"/>
            <a:ext cx="1117600" cy="825500"/>
          </a:xfrm>
          <a:prstGeom xmlns:a="http://schemas.openxmlformats.org/drawingml/2006/main" prst="roundRect">
            <a:avLst>
              <a:gd name="adj" fmla="val 6154"/>
            </a:avLst>
          </a:prstGeom>
          <a:solidFill xmlns:a="http://schemas.openxmlformats.org/drawingml/2006/main">
            <a:srgbClr val="B1AFD4"/>
          </a:solidFill>
          <a:ln xmlns:a="http://schemas.openxmlformats.org/drawingml/2006/main" w="10160">
            <a:solidFill>
              <a:srgbClr val="161616"/>
            </a:solidFill>
            <a:prstDash val="solid"/>
          </a:ln>
        </p:spPr>
      </p:sp>
      <p:sp>
        <p:nvSpPr>
          <p:cNvPr id="12" name="Figure_4_Paired_Comparison-012">
            <a:extLst xmlns:a="http://schemas.openxmlformats.org/drawingml/2006/main">
              <a:ext uri="{FF2B5EF4-FFF2-40B4-BE49-F238E27FC236}">
                <a16:creationId xmlns:a16="http://schemas.microsoft.com/office/drawing/2014/main" id="{D6C48281-2D36-4917-BE63-44ACC8F60963}"/>
              </a:ext>
            </a:extLst>
          </p:cNvPr>
          <p:cNvSpPr>
            <a:spLocks xmlns:a="http://schemas.openxmlformats.org/drawingml/2006/main" noGrp="1"/>
          </p:cNvSpPr>
          <p:nvPr/>
        </p:nvSpPr>
        <p:spPr>
          <a:xfrm xmlns:a="http://schemas.openxmlformats.org/drawingml/2006/main">
            <a:off x="279400" y="2400300"/>
            <a:ext cx="990600" cy="14884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30" b="0">
                <a:solidFill>
                  <a:srgbClr val="161616"/>
                </a:solidFill>
                <a:latin typeface="DejaVu Sans"/>
                <a:ea typeface="DejaVu Sans"/>
                <a:cs typeface="DejaVu Sans"/>
              </a:defRPr>
            </a:defPPr>
            <a:lvl1pPr algn="ctr">
              <a:defRPr sz="730" b="0">
                <a:solidFill>
                  <a:srgbClr val="161616"/>
                </a:solidFill>
                <a:latin typeface="DejaVu Sans"/>
                <a:ea typeface="DejaVu Sans"/>
                <a:cs typeface="DejaVu Sans"/>
              </a:defRPr>
            </a:lvl1pPr>
            <a:lvl2pPr algn="ctr">
              <a:defRPr sz="730" b="0">
                <a:solidFill>
                  <a:srgbClr val="161616"/>
                </a:solidFill>
                <a:latin typeface="DejaVu Sans"/>
                <a:ea typeface="DejaVu Sans"/>
                <a:cs typeface="DejaVu Sans"/>
              </a:defRPr>
            </a:lvl2pPr>
            <a:lvl3pPr algn="ctr">
              <a:defRPr sz="730" b="0">
                <a:solidFill>
                  <a:srgbClr val="161616"/>
                </a:solidFill>
                <a:latin typeface="DejaVu Sans"/>
                <a:ea typeface="DejaVu Sans"/>
                <a:cs typeface="DejaVu Sans"/>
              </a:defRPr>
            </a:lvl3pPr>
            <a:lvl4pPr algn="ctr">
              <a:defRPr sz="730" b="0">
                <a:solidFill>
                  <a:srgbClr val="161616"/>
                </a:solidFill>
                <a:latin typeface="DejaVu Sans"/>
                <a:ea typeface="DejaVu Sans"/>
                <a:cs typeface="DejaVu Sans"/>
              </a:defRPr>
            </a:lvl4pPr>
            <a:lvl5pPr algn="ctr">
              <a:defRPr sz="730" b="0">
                <a:solidFill>
                  <a:srgbClr val="161616"/>
                </a:solidFill>
                <a:latin typeface="DejaVu Sans"/>
                <a:ea typeface="DejaVu Sans"/>
                <a:cs typeface="DejaVu Sans"/>
              </a:defRPr>
            </a:lvl5pPr>
            <a:lvl6pPr algn="ctr">
              <a:defRPr sz="730" b="0">
                <a:solidFill>
                  <a:srgbClr val="161616"/>
                </a:solidFill>
                <a:latin typeface="DejaVu Sans"/>
                <a:ea typeface="DejaVu Sans"/>
                <a:cs typeface="DejaVu Sans"/>
              </a:defRPr>
            </a:lvl6pPr>
            <a:lvl7pPr algn="ctr">
              <a:defRPr sz="730" b="0">
                <a:solidFill>
                  <a:srgbClr val="161616"/>
                </a:solidFill>
                <a:latin typeface="DejaVu Sans"/>
                <a:ea typeface="DejaVu Sans"/>
                <a:cs typeface="DejaVu Sans"/>
              </a:defRPr>
            </a:lvl7pPr>
            <a:lvl8pPr algn="ctr">
              <a:defRPr sz="730" b="0">
                <a:solidFill>
                  <a:srgbClr val="161616"/>
                </a:solidFill>
                <a:latin typeface="DejaVu Sans"/>
                <a:ea typeface="DejaVu Sans"/>
                <a:cs typeface="DejaVu Sans"/>
              </a:defRPr>
            </a:lvl8pPr>
            <a:lvl9pPr algn="ctr">
              <a:defRPr sz="730" b="0">
                <a:solidFill>
                  <a:srgbClr val="161616"/>
                </a:solidFill>
                <a:latin typeface="DejaVu Sans"/>
                <a:ea typeface="DejaVu Sans"/>
                <a:cs typeface="DejaVu Sans"/>
              </a:defRPr>
            </a:lvl9pPr>
          </a:lstStyle>
          <a:p xmlns:a="http://schemas.openxmlformats.org/drawingml/2006/main">
            <a:pPr algn="ctr">
              <a:defRPr sz="730" b="0">
                <a:solidFill>
                  <a:srgbClr val="161616"/>
                </a:solidFill>
                <a:latin typeface="DejaVu Sans"/>
                <a:ea typeface="DejaVu Sans"/>
                <a:cs typeface="DejaVu Sans"/>
              </a:defRPr>
            </a:pPr>
            <a:r>
              <a:rPr sz="730" b="0">
                <a:solidFill>
                  <a:srgbClr val="161616"/>
                </a:solidFill>
                <a:latin typeface="DejaVu Sans"/>
                <a:ea typeface="DejaVu Sans"/>
                <a:cs typeface="DejaVu Sans"/>
              </a:rPr>
              <a:t>Shared graph</a:t>
            </a:r>
          </a:p>
        </p:txBody>
      </p:sp>
      <p:sp>
        <p:nvSpPr>
          <p:cNvPr id="13" name="Figure_4_Paired_Comparison-013">
            <a:extLst xmlns:a="http://schemas.openxmlformats.org/drawingml/2006/main">
              <a:ext uri="{FF2B5EF4-FFF2-40B4-BE49-F238E27FC236}">
                <a16:creationId xmlns:a16="http://schemas.microsoft.com/office/drawing/2014/main" id="{01D86AF2-DF7C-402B-862C-3FF201B023A1}"/>
              </a:ext>
            </a:extLst>
          </p:cNvPr>
          <p:cNvSpPr>
            <a:spLocks xmlns:a="http://schemas.openxmlformats.org/drawingml/2006/main" noGrp="1"/>
          </p:cNvSpPr>
          <p:nvPr/>
        </p:nvSpPr>
        <p:spPr>
          <a:xfrm xmlns:a="http://schemas.openxmlformats.org/drawingml/2006/main">
            <a:off x="368300" y="2679700"/>
            <a:ext cx="228600" cy="228600"/>
          </a:xfrm>
          <a:prstGeom xmlns:a="http://schemas.openxmlformats.org/drawingml/2006/main" prst="ellipse">
            <a:avLst/>
          </a:prstGeom>
          <a:solidFill xmlns:a="http://schemas.openxmlformats.org/drawingml/2006/main">
            <a:srgbClr val="DAE2F5"/>
          </a:solidFill>
          <a:ln xmlns:a="http://schemas.openxmlformats.org/drawingml/2006/main" w="11430">
            <a:solidFill>
              <a:srgbClr val="161616"/>
            </a:solidFill>
            <a:prstDash val="solid"/>
          </a:ln>
        </p:spPr>
      </p:sp>
      <p:sp>
        <p:nvSpPr>
          <p:cNvPr id="14" name="Figure_4_Paired_Comparison-014">
            <a:extLst xmlns:a="http://schemas.openxmlformats.org/drawingml/2006/main">
              <a:ext uri="{FF2B5EF4-FFF2-40B4-BE49-F238E27FC236}">
                <a16:creationId xmlns:a16="http://schemas.microsoft.com/office/drawing/2014/main" id="{A4E99B9F-CCFE-460D-B24E-37AE9D3A815A}"/>
              </a:ext>
            </a:extLst>
          </p:cNvPr>
          <p:cNvSpPr>
            <a:spLocks xmlns:a="http://schemas.openxmlformats.org/drawingml/2006/main" noGrp="1"/>
          </p:cNvSpPr>
          <p:nvPr/>
        </p:nvSpPr>
        <p:spPr>
          <a:xfrm xmlns:a="http://schemas.openxmlformats.org/drawingml/2006/main">
            <a:off x="952500" y="2679700"/>
            <a:ext cx="228600" cy="228600"/>
          </a:xfrm>
          <a:prstGeom xmlns:a="http://schemas.openxmlformats.org/drawingml/2006/main" prst="ellipse">
            <a:avLst/>
          </a:prstGeom>
          <a:solidFill xmlns:a="http://schemas.openxmlformats.org/drawingml/2006/main">
            <a:srgbClr val="F5B7BE"/>
          </a:solidFill>
          <a:ln xmlns:a="http://schemas.openxmlformats.org/drawingml/2006/main" w="11430">
            <a:solidFill>
              <a:srgbClr val="161616"/>
            </a:solidFill>
            <a:prstDash val="solid"/>
          </a:ln>
        </p:spPr>
      </p:sp>
      <p:sp>
        <p:nvSpPr>
          <p:cNvPr id="15" name="Figure_4_Paired_Comparison-015">
            <a:extLst xmlns:a="http://schemas.openxmlformats.org/drawingml/2006/main">
              <a:ext uri="{FF2B5EF4-FFF2-40B4-BE49-F238E27FC236}">
                <a16:creationId xmlns:a16="http://schemas.microsoft.com/office/drawing/2014/main" id="{199403A4-7C92-498E-A6F4-3C1764036228}"/>
              </a:ext>
            </a:extLst>
          </p:cNvPr>
          <p:cNvSpPr>
            <a:spLocks xmlns:a="http://schemas.openxmlformats.org/drawingml/2006/main" noGrp="1"/>
          </p:cNvSpPr>
          <p:nvPr/>
        </p:nvSpPr>
        <p:spPr>
          <a:xfrm xmlns:a="http://schemas.openxmlformats.org/drawingml/2006/main">
            <a:off x="622300" y="2794000"/>
            <a:ext cx="304800" cy="127"/>
          </a:xfrm>
          <a:custGeom xmlns:a="http://schemas.openxmlformats.org/drawingml/2006/main">
            <a:pathLst>
              <a:path w="304800" h="127">
                <a:moveTo>
                  <a:pt x="0" y="0"/>
                </a:moveTo>
                <a:lnTo>
                  <a:pt x="304800" y="0"/>
                </a:lnTo>
              </a:path>
            </a:pathLst>
          </a:custGeom>
          <a:noFill xmlns:a="http://schemas.openxmlformats.org/drawingml/2006/main"/>
          <a:ln xmlns:a="http://schemas.openxmlformats.org/drawingml/2006/main" w="19050">
            <a:solidFill>
              <a:srgbClr val="161616"/>
            </a:solidFill>
            <a:prstDash val="solid"/>
          </a:ln>
        </p:spPr>
      </p:sp>
      <p:sp>
        <p:nvSpPr>
          <p:cNvPr id="16" name="Figure_4_Paired_Comparison-016">
            <a:extLst xmlns:a="http://schemas.openxmlformats.org/drawingml/2006/main">
              <a:ext uri="{FF2B5EF4-FFF2-40B4-BE49-F238E27FC236}">
                <a16:creationId xmlns:a16="http://schemas.microsoft.com/office/drawing/2014/main" id="{59E77CBA-81F3-42B8-8E0C-EB09CA56E231}"/>
              </a:ext>
            </a:extLst>
          </p:cNvPr>
          <p:cNvSpPr>
            <a:spLocks xmlns:a="http://schemas.openxmlformats.org/drawingml/2006/main" noGrp="1"/>
          </p:cNvSpPr>
          <p:nvPr/>
        </p:nvSpPr>
        <p:spPr>
          <a:xfrm xmlns:a="http://schemas.openxmlformats.org/drawingml/2006/main">
            <a:off x="279400" y="2971800"/>
            <a:ext cx="990600" cy="138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70" b="0">
                <a:solidFill>
                  <a:srgbClr val="161616"/>
                </a:solidFill>
                <a:latin typeface="DejaVu Sans"/>
                <a:ea typeface="DejaVu Sans"/>
                <a:cs typeface="DejaVu Sans"/>
              </a:defRPr>
            </a:defPPr>
            <a:lvl1pPr algn="ctr">
              <a:defRPr sz="670" b="0">
                <a:solidFill>
                  <a:srgbClr val="161616"/>
                </a:solidFill>
                <a:latin typeface="DejaVu Sans"/>
                <a:ea typeface="DejaVu Sans"/>
                <a:cs typeface="DejaVu Sans"/>
              </a:defRPr>
            </a:lvl1pPr>
            <a:lvl2pPr algn="ctr">
              <a:defRPr sz="670" b="0">
                <a:solidFill>
                  <a:srgbClr val="161616"/>
                </a:solidFill>
                <a:latin typeface="DejaVu Sans"/>
                <a:ea typeface="DejaVu Sans"/>
                <a:cs typeface="DejaVu Sans"/>
              </a:defRPr>
            </a:lvl2pPr>
            <a:lvl3pPr algn="ctr">
              <a:defRPr sz="670" b="0">
                <a:solidFill>
                  <a:srgbClr val="161616"/>
                </a:solidFill>
                <a:latin typeface="DejaVu Sans"/>
                <a:ea typeface="DejaVu Sans"/>
                <a:cs typeface="DejaVu Sans"/>
              </a:defRPr>
            </a:lvl3pPr>
            <a:lvl4pPr algn="ctr">
              <a:defRPr sz="670" b="0">
                <a:solidFill>
                  <a:srgbClr val="161616"/>
                </a:solidFill>
                <a:latin typeface="DejaVu Sans"/>
                <a:ea typeface="DejaVu Sans"/>
                <a:cs typeface="DejaVu Sans"/>
              </a:defRPr>
            </a:lvl4pPr>
            <a:lvl5pPr algn="ctr">
              <a:defRPr sz="670" b="0">
                <a:solidFill>
                  <a:srgbClr val="161616"/>
                </a:solidFill>
                <a:latin typeface="DejaVu Sans"/>
                <a:ea typeface="DejaVu Sans"/>
                <a:cs typeface="DejaVu Sans"/>
              </a:defRPr>
            </a:lvl5pPr>
            <a:lvl6pPr algn="ctr">
              <a:defRPr sz="670" b="0">
                <a:solidFill>
                  <a:srgbClr val="161616"/>
                </a:solidFill>
                <a:latin typeface="DejaVu Sans"/>
                <a:ea typeface="DejaVu Sans"/>
                <a:cs typeface="DejaVu Sans"/>
              </a:defRPr>
            </a:lvl6pPr>
            <a:lvl7pPr algn="ctr">
              <a:defRPr sz="670" b="0">
                <a:solidFill>
                  <a:srgbClr val="161616"/>
                </a:solidFill>
                <a:latin typeface="DejaVu Sans"/>
                <a:ea typeface="DejaVu Sans"/>
                <a:cs typeface="DejaVu Sans"/>
              </a:defRPr>
            </a:lvl7pPr>
            <a:lvl8pPr algn="ctr">
              <a:defRPr sz="670" b="0">
                <a:solidFill>
                  <a:srgbClr val="161616"/>
                </a:solidFill>
                <a:latin typeface="DejaVu Sans"/>
                <a:ea typeface="DejaVu Sans"/>
                <a:cs typeface="DejaVu Sans"/>
              </a:defRPr>
            </a:lvl8pPr>
            <a:lvl9pPr algn="ctr">
              <a:defRPr sz="670" b="0">
                <a:solidFill>
                  <a:srgbClr val="161616"/>
                </a:solidFill>
                <a:latin typeface="DejaVu Sans"/>
                <a:ea typeface="DejaVu Sans"/>
                <a:cs typeface="DejaVu Sans"/>
              </a:defRPr>
            </a:lvl9pPr>
          </a:lstStyle>
          <a:p xmlns:a="http://schemas.openxmlformats.org/drawingml/2006/main">
            <a:pPr algn="ctr">
              <a:defRPr sz="670" b="0">
                <a:solidFill>
                  <a:srgbClr val="161616"/>
                </a:solidFill>
                <a:latin typeface="DejaVu Sans"/>
                <a:ea typeface="DejaVu Sans"/>
                <a:cs typeface="DejaVu Sans"/>
              </a:defRPr>
            </a:pPr>
            <a:r>
              <a:rPr sz="670" b="0">
                <a:solidFill>
                  <a:srgbClr val="161616"/>
                </a:solidFill>
                <a:latin typeface="DejaVu Sans"/>
                <a:ea typeface="DejaVu Sans"/>
                <a:cs typeface="DejaVu Sans"/>
              </a:rPr>
              <a:t>and common priority</a:t>
            </a:r>
          </a:p>
        </p:txBody>
      </p:sp>
      <p:sp>
        <p:nvSpPr>
          <p:cNvPr id="17" name="Figure_4_Paired_Comparison-017">
            <a:extLst xmlns:a="http://schemas.openxmlformats.org/drawingml/2006/main">
              <a:ext uri="{FF2B5EF4-FFF2-40B4-BE49-F238E27FC236}">
                <a16:creationId xmlns:a16="http://schemas.microsoft.com/office/drawing/2014/main" id="{2291B93F-B13C-4B0C-9232-1533AE3B0B26}"/>
              </a:ext>
            </a:extLst>
          </p:cNvPr>
          <p:cNvSpPr>
            <a:spLocks xmlns:a="http://schemas.openxmlformats.org/drawingml/2006/main" noGrp="1"/>
          </p:cNvSpPr>
          <p:nvPr/>
        </p:nvSpPr>
        <p:spPr>
          <a:xfrm xmlns:a="http://schemas.openxmlformats.org/drawingml/2006/main">
            <a:off x="1574800" y="901700"/>
            <a:ext cx="127" cy="2235200"/>
          </a:xfrm>
          <a:custGeom xmlns:a="http://schemas.openxmlformats.org/drawingml/2006/main">
            <a:pathLst>
              <a:path w="127" h="2235200">
                <a:moveTo>
                  <a:pt x="0" y="0"/>
                </a:moveTo>
                <a:lnTo>
                  <a:pt x="0" y="2235200"/>
                </a:lnTo>
              </a:path>
            </a:pathLst>
          </a:custGeom>
          <a:noFill xmlns:a="http://schemas.openxmlformats.org/drawingml/2006/main"/>
          <a:ln xmlns:a="http://schemas.openxmlformats.org/drawingml/2006/main" w="19050">
            <a:solidFill>
              <a:srgbClr val="161616"/>
            </a:solidFill>
            <a:prstDash val="solid"/>
          </a:ln>
        </p:spPr>
      </p:sp>
      <p:sp>
        <p:nvSpPr>
          <p:cNvPr id="18" name="Figure_4_Paired_Comparison-018">
            <a:extLst xmlns:a="http://schemas.openxmlformats.org/drawingml/2006/main">
              <a:ext uri="{FF2B5EF4-FFF2-40B4-BE49-F238E27FC236}">
                <a16:creationId xmlns:a16="http://schemas.microsoft.com/office/drawing/2014/main" id="{17D9DF31-3770-48F0-B3B5-DADB14BC8B28}"/>
              </a:ext>
            </a:extLst>
          </p:cNvPr>
          <p:cNvSpPr>
            <a:spLocks xmlns:a="http://schemas.openxmlformats.org/drawingml/2006/main" noGrp="1"/>
          </p:cNvSpPr>
          <p:nvPr/>
        </p:nvSpPr>
        <p:spPr>
          <a:xfrm xmlns:a="http://schemas.openxmlformats.org/drawingml/2006/main">
            <a:off x="1397000" y="17780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19050">
            <a:solidFill>
              <a:srgbClr val="161616"/>
            </a:solidFill>
            <a:prstDash val="solid"/>
          </a:ln>
        </p:spPr>
      </p:sp>
      <p:sp>
        <p:nvSpPr>
          <p:cNvPr id="19" name="Figure_4_Paired_Comparison-019">
            <a:extLst xmlns:a="http://schemas.openxmlformats.org/drawingml/2006/main">
              <a:ext uri="{FF2B5EF4-FFF2-40B4-BE49-F238E27FC236}">
                <a16:creationId xmlns:a16="http://schemas.microsoft.com/office/drawing/2014/main" id="{D82BF14D-6189-4E17-A191-C4023B8E8CB4}"/>
              </a:ext>
            </a:extLst>
          </p:cNvPr>
          <p:cNvSpPr>
            <a:spLocks xmlns:a="http://schemas.openxmlformats.org/drawingml/2006/main" noGrp="1"/>
          </p:cNvSpPr>
          <p:nvPr/>
        </p:nvSpPr>
        <p:spPr>
          <a:xfrm xmlns:a="http://schemas.openxmlformats.org/drawingml/2006/main">
            <a:off x="1524000" y="17556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20" name="Figure_4_Paired_Comparison-020">
            <a:extLst xmlns:a="http://schemas.openxmlformats.org/drawingml/2006/main">
              <a:ext uri="{FF2B5EF4-FFF2-40B4-BE49-F238E27FC236}">
                <a16:creationId xmlns:a16="http://schemas.microsoft.com/office/drawing/2014/main" id="{E1F9206F-66C5-4F3E-A74A-B8354610C022}"/>
              </a:ext>
            </a:extLst>
          </p:cNvPr>
          <p:cNvSpPr>
            <a:spLocks xmlns:a="http://schemas.openxmlformats.org/drawingml/2006/main" noGrp="1"/>
          </p:cNvSpPr>
          <p:nvPr/>
        </p:nvSpPr>
        <p:spPr>
          <a:xfrm xmlns:a="http://schemas.openxmlformats.org/drawingml/2006/main">
            <a:off x="1739900" y="2108200"/>
            <a:ext cx="2324100" cy="1219200"/>
          </a:xfrm>
          <a:prstGeom xmlns:a="http://schemas.openxmlformats.org/drawingml/2006/main" prst="roundRect">
            <a:avLst>
              <a:gd name="adj" fmla="val 5208"/>
            </a:avLst>
          </a:prstGeom>
          <a:solidFill xmlns:a="http://schemas.openxmlformats.org/drawingml/2006/main">
            <a:srgbClr val="FFFFFF"/>
          </a:solidFill>
          <a:ln xmlns:a="http://schemas.openxmlformats.org/drawingml/2006/main" w="11430">
            <a:solidFill>
              <a:srgbClr val="161616"/>
            </a:solidFill>
            <a:prstDash val="dash"/>
          </a:ln>
        </p:spPr>
      </p:sp>
      <p:sp>
        <p:nvSpPr>
          <p:cNvPr id="21" name="Figure_4_Paired_Comparison-021">
            <a:extLst xmlns:a="http://schemas.openxmlformats.org/drawingml/2006/main">
              <a:ext uri="{FF2B5EF4-FFF2-40B4-BE49-F238E27FC236}">
                <a16:creationId xmlns:a16="http://schemas.microsoft.com/office/drawing/2014/main" id="{8CBED0D0-29AA-4940-ACD9-2537A35153BB}"/>
              </a:ext>
            </a:extLst>
          </p:cNvPr>
          <p:cNvSpPr>
            <a:spLocks xmlns:a="http://schemas.openxmlformats.org/drawingml/2006/main" noGrp="1"/>
          </p:cNvSpPr>
          <p:nvPr/>
        </p:nvSpPr>
        <p:spPr>
          <a:xfrm xmlns:a="http://schemas.openxmlformats.org/drawingml/2006/main">
            <a:off x="1574800" y="901700"/>
            <a:ext cx="203200" cy="127"/>
          </a:xfrm>
          <a:custGeom xmlns:a="http://schemas.openxmlformats.org/drawingml/2006/main">
            <a:pathLst>
              <a:path w="203200" h="127">
                <a:moveTo>
                  <a:pt x="0" y="0"/>
                </a:moveTo>
                <a:lnTo>
                  <a:pt x="203200" y="0"/>
                </a:lnTo>
              </a:path>
            </a:pathLst>
          </a:custGeom>
          <a:noFill xmlns:a="http://schemas.openxmlformats.org/drawingml/2006/main"/>
          <a:ln xmlns:a="http://schemas.openxmlformats.org/drawingml/2006/main" w="17780">
            <a:solidFill>
              <a:srgbClr val="161616"/>
            </a:solidFill>
            <a:prstDash val="solid"/>
          </a:ln>
        </p:spPr>
      </p:sp>
      <p:sp>
        <p:nvSpPr>
          <p:cNvPr id="22" name="Figure_4_Paired_Comparison-022">
            <a:extLst xmlns:a="http://schemas.openxmlformats.org/drawingml/2006/main">
              <a:ext uri="{FF2B5EF4-FFF2-40B4-BE49-F238E27FC236}">
                <a16:creationId xmlns:a16="http://schemas.microsoft.com/office/drawing/2014/main" id="{87616769-ACBB-4453-B876-291FEF75A0BD}"/>
              </a:ext>
            </a:extLst>
          </p:cNvPr>
          <p:cNvSpPr>
            <a:spLocks xmlns:a="http://schemas.openxmlformats.org/drawingml/2006/main" noGrp="1"/>
          </p:cNvSpPr>
          <p:nvPr/>
        </p:nvSpPr>
        <p:spPr>
          <a:xfrm xmlns:a="http://schemas.openxmlformats.org/drawingml/2006/main">
            <a:off x="1727200" y="8793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23" name="Figure_4_Paired_Comparison-023">
            <a:extLst xmlns:a="http://schemas.openxmlformats.org/drawingml/2006/main">
              <a:ext uri="{FF2B5EF4-FFF2-40B4-BE49-F238E27FC236}">
                <a16:creationId xmlns:a16="http://schemas.microsoft.com/office/drawing/2014/main" id="{03843FB5-97BF-45BB-B62C-5CCC185206DF}"/>
              </a:ext>
            </a:extLst>
          </p:cNvPr>
          <p:cNvSpPr>
            <a:spLocks xmlns:a="http://schemas.openxmlformats.org/drawingml/2006/main" noGrp="1"/>
          </p:cNvSpPr>
          <p:nvPr/>
        </p:nvSpPr>
        <p:spPr>
          <a:xfrm xmlns:a="http://schemas.openxmlformats.org/drawingml/2006/main">
            <a:off x="1841500" y="787400"/>
            <a:ext cx="1333500" cy="266700"/>
          </a:xfrm>
          <a:prstGeom xmlns:a="http://schemas.openxmlformats.org/drawingml/2006/main" prst="roundRect">
            <a:avLst>
              <a:gd name="adj" fmla="val 14286"/>
            </a:avLst>
          </a:prstGeom>
          <a:solidFill xmlns:a="http://schemas.openxmlformats.org/drawingml/2006/main">
            <a:srgbClr val="DAE2F5"/>
          </a:solidFill>
          <a:ln xmlns:a="http://schemas.openxmlformats.org/drawingml/2006/main" w="8890">
            <a:solidFill>
              <a:srgbClr val="161616"/>
            </a:solidFill>
            <a:prstDash val="solid"/>
          </a:ln>
        </p:spPr>
      </p:sp>
      <p:sp>
        <p:nvSpPr>
          <p:cNvPr id="24" name="Figure_4_Paired_Comparison-024">
            <a:extLst xmlns:a="http://schemas.openxmlformats.org/drawingml/2006/main">
              <a:ext uri="{FF2B5EF4-FFF2-40B4-BE49-F238E27FC236}">
                <a16:creationId xmlns:a16="http://schemas.microsoft.com/office/drawing/2014/main" id="{276217FD-3ED3-4ACE-A76C-FE2E8E3F5B41}"/>
              </a:ext>
            </a:extLst>
          </p:cNvPr>
          <p:cNvSpPr>
            <a:spLocks xmlns:a="http://schemas.openxmlformats.org/drawingml/2006/main" noGrp="1"/>
          </p:cNvSpPr>
          <p:nvPr/>
        </p:nvSpPr>
        <p:spPr>
          <a:xfrm xmlns:a="http://schemas.openxmlformats.org/drawingml/2006/main">
            <a:off x="1892300" y="850900"/>
            <a:ext cx="12319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00" b="0">
                <a:solidFill>
                  <a:srgbClr val="161616"/>
                </a:solidFill>
                <a:latin typeface="DejaVu Sans"/>
                <a:ea typeface="DejaVu Sans"/>
                <a:cs typeface="DejaVu Sans"/>
              </a:defRPr>
            </a:defPPr>
            <a:lvl1pPr algn="ctr">
              <a:defRPr sz="700" b="0">
                <a:solidFill>
                  <a:srgbClr val="161616"/>
                </a:solidFill>
                <a:latin typeface="DejaVu Sans"/>
                <a:ea typeface="DejaVu Sans"/>
                <a:cs typeface="DejaVu Sans"/>
              </a:defRPr>
            </a:lvl1pPr>
            <a:lvl2pPr algn="ctr">
              <a:defRPr sz="700" b="0">
                <a:solidFill>
                  <a:srgbClr val="161616"/>
                </a:solidFill>
                <a:latin typeface="DejaVu Sans"/>
                <a:ea typeface="DejaVu Sans"/>
                <a:cs typeface="DejaVu Sans"/>
              </a:defRPr>
            </a:lvl2pPr>
            <a:lvl3pPr algn="ctr">
              <a:defRPr sz="700" b="0">
                <a:solidFill>
                  <a:srgbClr val="161616"/>
                </a:solidFill>
                <a:latin typeface="DejaVu Sans"/>
                <a:ea typeface="DejaVu Sans"/>
                <a:cs typeface="DejaVu Sans"/>
              </a:defRPr>
            </a:lvl3pPr>
            <a:lvl4pPr algn="ctr">
              <a:defRPr sz="700" b="0">
                <a:solidFill>
                  <a:srgbClr val="161616"/>
                </a:solidFill>
                <a:latin typeface="DejaVu Sans"/>
                <a:ea typeface="DejaVu Sans"/>
                <a:cs typeface="DejaVu Sans"/>
              </a:defRPr>
            </a:lvl4pPr>
            <a:lvl5pPr algn="ctr">
              <a:defRPr sz="700" b="0">
                <a:solidFill>
                  <a:srgbClr val="161616"/>
                </a:solidFill>
                <a:latin typeface="DejaVu Sans"/>
                <a:ea typeface="DejaVu Sans"/>
                <a:cs typeface="DejaVu Sans"/>
              </a:defRPr>
            </a:lvl5pPr>
            <a:lvl6pPr algn="ctr">
              <a:defRPr sz="700" b="0">
                <a:solidFill>
                  <a:srgbClr val="161616"/>
                </a:solidFill>
                <a:latin typeface="DejaVu Sans"/>
                <a:ea typeface="DejaVu Sans"/>
                <a:cs typeface="DejaVu Sans"/>
              </a:defRPr>
            </a:lvl6pPr>
            <a:lvl7pPr algn="ctr">
              <a:defRPr sz="700" b="0">
                <a:solidFill>
                  <a:srgbClr val="161616"/>
                </a:solidFill>
                <a:latin typeface="DejaVu Sans"/>
                <a:ea typeface="DejaVu Sans"/>
                <a:cs typeface="DejaVu Sans"/>
              </a:defRPr>
            </a:lvl7pPr>
            <a:lvl8pPr algn="ctr">
              <a:defRPr sz="700" b="0">
                <a:solidFill>
                  <a:srgbClr val="161616"/>
                </a:solidFill>
                <a:latin typeface="DejaVu Sans"/>
                <a:ea typeface="DejaVu Sans"/>
                <a:cs typeface="DejaVu Sans"/>
              </a:defRPr>
            </a:lvl8pPr>
            <a:lvl9pPr algn="ctr">
              <a:defRPr sz="700" b="0">
                <a:solidFill>
                  <a:srgbClr val="161616"/>
                </a:solidFill>
                <a:latin typeface="DejaVu Sans"/>
                <a:ea typeface="DejaVu Sans"/>
                <a:cs typeface="DejaVu Sans"/>
              </a:defRPr>
            </a:lvl9pPr>
          </a:lstStyle>
          <a:p xmlns:a="http://schemas.openxmlformats.org/drawingml/2006/main">
            <a:pPr algn="ctr">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Plain set</a:t>
            </a:r>
          </a:p>
        </p:txBody>
      </p:sp>
      <p:sp>
        <p:nvSpPr>
          <p:cNvPr id="25" name="Figure_4_Paired_Comparison-025">
            <a:extLst xmlns:a="http://schemas.openxmlformats.org/drawingml/2006/main">
              <a:ext uri="{FF2B5EF4-FFF2-40B4-BE49-F238E27FC236}">
                <a16:creationId xmlns:a16="http://schemas.microsoft.com/office/drawing/2014/main" id="{FB2B246C-F182-4017-AACE-C66CEF0D3A02}"/>
              </a:ext>
            </a:extLst>
          </p:cNvPr>
          <p:cNvSpPr>
            <a:spLocks xmlns:a="http://schemas.openxmlformats.org/drawingml/2006/main" noGrp="1"/>
          </p:cNvSpPr>
          <p:nvPr/>
        </p:nvSpPr>
        <p:spPr>
          <a:xfrm xmlns:a="http://schemas.openxmlformats.org/drawingml/2006/main">
            <a:off x="3200400" y="9144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17780">
            <a:solidFill>
              <a:srgbClr val="161616"/>
            </a:solidFill>
            <a:prstDash val="solid"/>
          </a:ln>
        </p:spPr>
      </p:sp>
      <p:sp>
        <p:nvSpPr>
          <p:cNvPr id="26" name="Figure_4_Paired_Comparison-026">
            <a:extLst xmlns:a="http://schemas.openxmlformats.org/drawingml/2006/main">
              <a:ext uri="{FF2B5EF4-FFF2-40B4-BE49-F238E27FC236}">
                <a16:creationId xmlns:a16="http://schemas.microsoft.com/office/drawing/2014/main" id="{CC75B65F-D780-4338-8C21-DA5647019F00}"/>
              </a:ext>
            </a:extLst>
          </p:cNvPr>
          <p:cNvSpPr>
            <a:spLocks xmlns:a="http://schemas.openxmlformats.org/drawingml/2006/main" noGrp="1"/>
          </p:cNvSpPr>
          <p:nvPr/>
        </p:nvSpPr>
        <p:spPr>
          <a:xfrm xmlns:a="http://schemas.openxmlformats.org/drawingml/2006/main">
            <a:off x="3327400" y="8920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27" name="Figure_4_Paired_Comparison-027">
            <a:extLst xmlns:a="http://schemas.openxmlformats.org/drawingml/2006/main">
              <a:ext uri="{FF2B5EF4-FFF2-40B4-BE49-F238E27FC236}">
                <a16:creationId xmlns:a16="http://schemas.microsoft.com/office/drawing/2014/main" id="{BB9D9B0E-4BA2-4355-A5C3-616C2F4789DA}"/>
              </a:ext>
            </a:extLst>
          </p:cNvPr>
          <p:cNvSpPr>
            <a:spLocks xmlns:a="http://schemas.openxmlformats.org/drawingml/2006/main" noGrp="1"/>
          </p:cNvSpPr>
          <p:nvPr/>
        </p:nvSpPr>
        <p:spPr>
          <a:xfrm xmlns:a="http://schemas.openxmlformats.org/drawingml/2006/main">
            <a:off x="3492500" y="787400"/>
            <a:ext cx="444500" cy="190500"/>
          </a:xfrm>
          <a:prstGeom xmlns:a="http://schemas.openxmlformats.org/drawingml/2006/main" prst="roundRect">
            <a:avLst>
              <a:gd name="adj" fmla="val 13333"/>
            </a:avLst>
          </a:prstGeom>
          <a:solidFill xmlns:a="http://schemas.openxmlformats.org/drawingml/2006/main">
            <a:srgbClr val="DAE2F5"/>
          </a:solidFill>
          <a:ln xmlns:a="http://schemas.openxmlformats.org/drawingml/2006/main" w="10160">
            <a:solidFill>
              <a:srgbClr val="161616"/>
            </a:solidFill>
            <a:prstDash val="solid"/>
          </a:ln>
        </p:spPr>
      </p:sp>
      <p:sp>
        <p:nvSpPr>
          <p:cNvPr id="28" name="Figure_4_Paired_Comparison-028">
            <a:extLst xmlns:a="http://schemas.openxmlformats.org/drawingml/2006/main">
              <a:ext uri="{FF2B5EF4-FFF2-40B4-BE49-F238E27FC236}">
                <a16:creationId xmlns:a16="http://schemas.microsoft.com/office/drawing/2014/main" id="{BC0A8A9D-C770-4D80-A3D9-DC905F0602F0}"/>
              </a:ext>
            </a:extLst>
          </p:cNvPr>
          <p:cNvSpPr>
            <a:spLocks xmlns:a="http://schemas.openxmlformats.org/drawingml/2006/main" noGrp="1"/>
          </p:cNvSpPr>
          <p:nvPr/>
        </p:nvSpPr>
        <p:spPr>
          <a:xfrm xmlns:a="http://schemas.openxmlformats.org/drawingml/2006/main">
            <a:off x="3454400" y="825500"/>
            <a:ext cx="444500" cy="190500"/>
          </a:xfrm>
          <a:prstGeom xmlns:a="http://schemas.openxmlformats.org/drawingml/2006/main" prst="roundRect">
            <a:avLst>
              <a:gd name="adj" fmla="val 13333"/>
            </a:avLst>
          </a:prstGeom>
          <a:solidFill xmlns:a="http://schemas.openxmlformats.org/drawingml/2006/main">
            <a:srgbClr val="DAE2F5"/>
          </a:solidFill>
          <a:ln xmlns:a="http://schemas.openxmlformats.org/drawingml/2006/main" w="10160">
            <a:solidFill>
              <a:srgbClr val="161616"/>
            </a:solidFill>
            <a:prstDash val="solid"/>
          </a:ln>
        </p:spPr>
      </p:sp>
      <p:sp>
        <p:nvSpPr>
          <p:cNvPr id="29" name="Figure_4_Paired_Comparison-029">
            <a:extLst xmlns:a="http://schemas.openxmlformats.org/drawingml/2006/main">
              <a:ext uri="{FF2B5EF4-FFF2-40B4-BE49-F238E27FC236}">
                <a16:creationId xmlns:a16="http://schemas.microsoft.com/office/drawing/2014/main" id="{11FC8118-3DE0-48E6-A2E8-5F9F931961FC}"/>
              </a:ext>
            </a:extLst>
          </p:cNvPr>
          <p:cNvSpPr>
            <a:spLocks xmlns:a="http://schemas.openxmlformats.org/drawingml/2006/main" noGrp="1"/>
          </p:cNvSpPr>
          <p:nvPr/>
        </p:nvSpPr>
        <p:spPr>
          <a:xfrm xmlns:a="http://schemas.openxmlformats.org/drawingml/2006/main">
            <a:off x="3492500" y="857250"/>
            <a:ext cx="3683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20" b="0">
                <a:solidFill>
                  <a:srgbClr val="161616"/>
                </a:solidFill>
                <a:latin typeface="DejaVu Sans"/>
                <a:ea typeface="DejaVu Sans"/>
                <a:cs typeface="DejaVu Sans"/>
              </a:defRPr>
            </a:defPPr>
            <a:lvl1pPr algn="ctr">
              <a:defRPr sz="720" b="0">
                <a:solidFill>
                  <a:srgbClr val="161616"/>
                </a:solidFill>
                <a:latin typeface="DejaVu Sans"/>
                <a:ea typeface="DejaVu Sans"/>
                <a:cs typeface="DejaVu Sans"/>
              </a:defRPr>
            </a:lvl1pPr>
            <a:lvl2pPr algn="ctr">
              <a:defRPr sz="720" b="0">
                <a:solidFill>
                  <a:srgbClr val="161616"/>
                </a:solidFill>
                <a:latin typeface="DejaVu Sans"/>
                <a:ea typeface="DejaVu Sans"/>
                <a:cs typeface="DejaVu Sans"/>
              </a:defRPr>
            </a:lvl2pPr>
            <a:lvl3pPr algn="ctr">
              <a:defRPr sz="720" b="0">
                <a:solidFill>
                  <a:srgbClr val="161616"/>
                </a:solidFill>
                <a:latin typeface="DejaVu Sans"/>
                <a:ea typeface="DejaVu Sans"/>
                <a:cs typeface="DejaVu Sans"/>
              </a:defRPr>
            </a:lvl3pPr>
            <a:lvl4pPr algn="ctr">
              <a:defRPr sz="720" b="0">
                <a:solidFill>
                  <a:srgbClr val="161616"/>
                </a:solidFill>
                <a:latin typeface="DejaVu Sans"/>
                <a:ea typeface="DejaVu Sans"/>
                <a:cs typeface="DejaVu Sans"/>
              </a:defRPr>
            </a:lvl4pPr>
            <a:lvl5pPr algn="ctr">
              <a:defRPr sz="720" b="0">
                <a:solidFill>
                  <a:srgbClr val="161616"/>
                </a:solidFill>
                <a:latin typeface="DejaVu Sans"/>
                <a:ea typeface="DejaVu Sans"/>
                <a:cs typeface="DejaVu Sans"/>
              </a:defRPr>
            </a:lvl5pPr>
            <a:lvl6pPr algn="ctr">
              <a:defRPr sz="720" b="0">
                <a:solidFill>
                  <a:srgbClr val="161616"/>
                </a:solidFill>
                <a:latin typeface="DejaVu Sans"/>
                <a:ea typeface="DejaVu Sans"/>
                <a:cs typeface="DejaVu Sans"/>
              </a:defRPr>
            </a:lvl6pPr>
            <a:lvl7pPr algn="ctr">
              <a:defRPr sz="720" b="0">
                <a:solidFill>
                  <a:srgbClr val="161616"/>
                </a:solidFill>
                <a:latin typeface="DejaVu Sans"/>
                <a:ea typeface="DejaVu Sans"/>
                <a:cs typeface="DejaVu Sans"/>
              </a:defRPr>
            </a:lvl7pPr>
            <a:lvl8pPr algn="ctr">
              <a:defRPr sz="720" b="0">
                <a:solidFill>
                  <a:srgbClr val="161616"/>
                </a:solidFill>
                <a:latin typeface="DejaVu Sans"/>
                <a:ea typeface="DejaVu Sans"/>
                <a:cs typeface="DejaVu Sans"/>
              </a:defRPr>
            </a:lvl8pPr>
            <a:lvl9pPr algn="ctr">
              <a:defRPr sz="720" b="0">
                <a:solidFill>
                  <a:srgbClr val="161616"/>
                </a:solidFill>
                <a:latin typeface="DejaVu Sans"/>
                <a:ea typeface="DejaVu Sans"/>
                <a:cs typeface="DejaVu Sans"/>
              </a:defRPr>
            </a:lvl9pPr>
          </a:lstStyle>
          <a:p xmlns:a="http://schemas.openxmlformats.org/drawingml/2006/main">
            <a:pPr algn="ctr">
              <a:defRPr sz="720" b="0">
                <a:solidFill>
                  <a:srgbClr val="161616"/>
                </a:solidFill>
                <a:latin typeface="DejaVu Sans"/>
                <a:ea typeface="DejaVu Sans"/>
                <a:cs typeface="DejaVu Sans"/>
              </a:defRPr>
            </a:pPr>
            <a:r>
              <a:rPr sz="720" b="0">
                <a:solidFill>
                  <a:srgbClr val="161616"/>
                </a:solidFill>
                <a:latin typeface="DejaVu Sans"/>
                <a:ea typeface="DejaVu Sans"/>
                <a:cs typeface="DejaVu Sans"/>
              </a:rPr>
              <a:t>S</a:t>
            </a:r>
          </a:p>
        </p:txBody>
      </p:sp>
      <p:sp>
        <p:nvSpPr>
          <p:cNvPr id="30" name="Figure_4_Paired_Comparison-030">
            <a:extLst xmlns:a="http://schemas.openxmlformats.org/drawingml/2006/main">
              <a:ext uri="{FF2B5EF4-FFF2-40B4-BE49-F238E27FC236}">
                <a16:creationId xmlns:a16="http://schemas.microsoft.com/office/drawing/2014/main" id="{83A176E6-D06A-4B9B-B5EE-2C61CBE930D5}"/>
              </a:ext>
            </a:extLst>
          </p:cNvPr>
          <p:cNvSpPr>
            <a:spLocks xmlns:a="http://schemas.openxmlformats.org/drawingml/2006/main" noGrp="1"/>
          </p:cNvSpPr>
          <p:nvPr/>
        </p:nvSpPr>
        <p:spPr>
          <a:xfrm xmlns:a="http://schemas.openxmlformats.org/drawingml/2006/main">
            <a:off x="1574800" y="1308100"/>
            <a:ext cx="203200" cy="127"/>
          </a:xfrm>
          <a:custGeom xmlns:a="http://schemas.openxmlformats.org/drawingml/2006/main">
            <a:pathLst>
              <a:path w="203200" h="127">
                <a:moveTo>
                  <a:pt x="0" y="0"/>
                </a:moveTo>
                <a:lnTo>
                  <a:pt x="203200" y="0"/>
                </a:lnTo>
              </a:path>
            </a:pathLst>
          </a:custGeom>
          <a:noFill xmlns:a="http://schemas.openxmlformats.org/drawingml/2006/main"/>
          <a:ln xmlns:a="http://schemas.openxmlformats.org/drawingml/2006/main" w="17780">
            <a:solidFill>
              <a:srgbClr val="161616"/>
            </a:solidFill>
            <a:prstDash val="solid"/>
          </a:ln>
        </p:spPr>
      </p:sp>
      <p:sp>
        <p:nvSpPr>
          <p:cNvPr id="31" name="Figure_4_Paired_Comparison-031">
            <a:extLst xmlns:a="http://schemas.openxmlformats.org/drawingml/2006/main">
              <a:ext uri="{FF2B5EF4-FFF2-40B4-BE49-F238E27FC236}">
                <a16:creationId xmlns:a16="http://schemas.microsoft.com/office/drawing/2014/main" id="{B842F439-8DCC-4A61-95A6-D4ED4B1E86B3}"/>
              </a:ext>
            </a:extLst>
          </p:cNvPr>
          <p:cNvSpPr>
            <a:spLocks xmlns:a="http://schemas.openxmlformats.org/drawingml/2006/main" noGrp="1"/>
          </p:cNvSpPr>
          <p:nvPr/>
        </p:nvSpPr>
        <p:spPr>
          <a:xfrm xmlns:a="http://schemas.openxmlformats.org/drawingml/2006/main">
            <a:off x="1727200" y="12857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32" name="Figure_4_Paired_Comparison-032">
            <a:extLst xmlns:a="http://schemas.openxmlformats.org/drawingml/2006/main">
              <a:ext uri="{FF2B5EF4-FFF2-40B4-BE49-F238E27FC236}">
                <a16:creationId xmlns:a16="http://schemas.microsoft.com/office/drawing/2014/main" id="{4658BAB3-CD49-43EC-B780-8F28A5C542D3}"/>
              </a:ext>
            </a:extLst>
          </p:cNvPr>
          <p:cNvSpPr>
            <a:spLocks xmlns:a="http://schemas.openxmlformats.org/drawingml/2006/main" noGrp="1"/>
          </p:cNvSpPr>
          <p:nvPr/>
        </p:nvSpPr>
        <p:spPr>
          <a:xfrm xmlns:a="http://schemas.openxmlformats.org/drawingml/2006/main">
            <a:off x="1841500" y="1193800"/>
            <a:ext cx="1333500" cy="266700"/>
          </a:xfrm>
          <a:prstGeom xmlns:a="http://schemas.openxmlformats.org/drawingml/2006/main" prst="roundRect">
            <a:avLst>
              <a:gd name="adj" fmla="val 14286"/>
            </a:avLst>
          </a:prstGeom>
          <a:solidFill xmlns:a="http://schemas.openxmlformats.org/drawingml/2006/main">
            <a:srgbClr val="DAE2F5"/>
          </a:solidFill>
          <a:ln xmlns:a="http://schemas.openxmlformats.org/drawingml/2006/main" w="8890">
            <a:solidFill>
              <a:srgbClr val="161616"/>
            </a:solidFill>
            <a:prstDash val="solid"/>
          </a:ln>
        </p:spPr>
      </p:sp>
      <p:sp>
        <p:nvSpPr>
          <p:cNvPr id="33" name="Figure_4_Paired_Comparison-033">
            <a:extLst xmlns:a="http://schemas.openxmlformats.org/drawingml/2006/main">
              <a:ext uri="{FF2B5EF4-FFF2-40B4-BE49-F238E27FC236}">
                <a16:creationId xmlns:a16="http://schemas.microsoft.com/office/drawing/2014/main" id="{5B072459-59F6-4334-8551-0648140C4370}"/>
              </a:ext>
            </a:extLst>
          </p:cNvPr>
          <p:cNvSpPr>
            <a:spLocks xmlns:a="http://schemas.openxmlformats.org/drawingml/2006/main" noGrp="1"/>
          </p:cNvSpPr>
          <p:nvPr/>
        </p:nvSpPr>
        <p:spPr>
          <a:xfrm xmlns:a="http://schemas.openxmlformats.org/drawingml/2006/main">
            <a:off x="1892300" y="1257300"/>
            <a:ext cx="12319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00" b="0">
                <a:solidFill>
                  <a:srgbClr val="161616"/>
                </a:solidFill>
                <a:latin typeface="DejaVu Sans"/>
                <a:ea typeface="DejaVu Sans"/>
                <a:cs typeface="DejaVu Sans"/>
              </a:defRPr>
            </a:defPPr>
            <a:lvl1pPr algn="ctr">
              <a:defRPr sz="700" b="0">
                <a:solidFill>
                  <a:srgbClr val="161616"/>
                </a:solidFill>
                <a:latin typeface="DejaVu Sans"/>
                <a:ea typeface="DejaVu Sans"/>
                <a:cs typeface="DejaVu Sans"/>
              </a:defRPr>
            </a:lvl1pPr>
            <a:lvl2pPr algn="ctr">
              <a:defRPr sz="700" b="0">
                <a:solidFill>
                  <a:srgbClr val="161616"/>
                </a:solidFill>
                <a:latin typeface="DejaVu Sans"/>
                <a:ea typeface="DejaVu Sans"/>
                <a:cs typeface="DejaVu Sans"/>
              </a:defRPr>
            </a:lvl2pPr>
            <a:lvl3pPr algn="ctr">
              <a:defRPr sz="700" b="0">
                <a:solidFill>
                  <a:srgbClr val="161616"/>
                </a:solidFill>
                <a:latin typeface="DejaVu Sans"/>
                <a:ea typeface="DejaVu Sans"/>
                <a:cs typeface="DejaVu Sans"/>
              </a:defRPr>
            </a:lvl3pPr>
            <a:lvl4pPr algn="ctr">
              <a:defRPr sz="700" b="0">
                <a:solidFill>
                  <a:srgbClr val="161616"/>
                </a:solidFill>
                <a:latin typeface="DejaVu Sans"/>
                <a:ea typeface="DejaVu Sans"/>
                <a:cs typeface="DejaVu Sans"/>
              </a:defRPr>
            </a:lvl4pPr>
            <a:lvl5pPr algn="ctr">
              <a:defRPr sz="700" b="0">
                <a:solidFill>
                  <a:srgbClr val="161616"/>
                </a:solidFill>
                <a:latin typeface="DejaVu Sans"/>
                <a:ea typeface="DejaVu Sans"/>
                <a:cs typeface="DejaVu Sans"/>
              </a:defRPr>
            </a:lvl5pPr>
            <a:lvl6pPr algn="ctr">
              <a:defRPr sz="700" b="0">
                <a:solidFill>
                  <a:srgbClr val="161616"/>
                </a:solidFill>
                <a:latin typeface="DejaVu Sans"/>
                <a:ea typeface="DejaVu Sans"/>
                <a:cs typeface="DejaVu Sans"/>
              </a:defRPr>
            </a:lvl6pPr>
            <a:lvl7pPr algn="ctr">
              <a:defRPr sz="700" b="0">
                <a:solidFill>
                  <a:srgbClr val="161616"/>
                </a:solidFill>
                <a:latin typeface="DejaVu Sans"/>
                <a:ea typeface="DejaVu Sans"/>
                <a:cs typeface="DejaVu Sans"/>
              </a:defRPr>
            </a:lvl7pPr>
            <a:lvl8pPr algn="ctr">
              <a:defRPr sz="700" b="0">
                <a:solidFill>
                  <a:srgbClr val="161616"/>
                </a:solidFill>
                <a:latin typeface="DejaVu Sans"/>
                <a:ea typeface="DejaVu Sans"/>
                <a:cs typeface="DejaVu Sans"/>
              </a:defRPr>
            </a:lvl8pPr>
            <a:lvl9pPr algn="ctr">
              <a:defRPr sz="700" b="0">
                <a:solidFill>
                  <a:srgbClr val="161616"/>
                </a:solidFill>
                <a:latin typeface="DejaVu Sans"/>
                <a:ea typeface="DejaVu Sans"/>
                <a:cs typeface="DejaVu Sans"/>
              </a:defRPr>
            </a:lvl9pPr>
          </a:lstStyle>
          <a:p xmlns:a="http://schemas.openxmlformats.org/drawingml/2006/main">
            <a:pPr algn="ctr">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SetR-IRI (adapted)</a:t>
            </a:r>
          </a:p>
        </p:txBody>
      </p:sp>
      <p:sp>
        <p:nvSpPr>
          <p:cNvPr id="34" name="Figure_4_Paired_Comparison-034">
            <a:extLst xmlns:a="http://schemas.openxmlformats.org/drawingml/2006/main">
              <a:ext uri="{FF2B5EF4-FFF2-40B4-BE49-F238E27FC236}">
                <a16:creationId xmlns:a16="http://schemas.microsoft.com/office/drawing/2014/main" id="{5994950D-5ACA-49F1-AA08-313D529EEDAF}"/>
              </a:ext>
            </a:extLst>
          </p:cNvPr>
          <p:cNvSpPr>
            <a:spLocks xmlns:a="http://schemas.openxmlformats.org/drawingml/2006/main" noGrp="1"/>
          </p:cNvSpPr>
          <p:nvPr/>
        </p:nvSpPr>
        <p:spPr>
          <a:xfrm xmlns:a="http://schemas.openxmlformats.org/drawingml/2006/main">
            <a:off x="3200400" y="13208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17780">
            <a:solidFill>
              <a:srgbClr val="161616"/>
            </a:solidFill>
            <a:prstDash val="solid"/>
          </a:ln>
        </p:spPr>
      </p:sp>
      <p:sp>
        <p:nvSpPr>
          <p:cNvPr id="35" name="Figure_4_Paired_Comparison-035">
            <a:extLst xmlns:a="http://schemas.openxmlformats.org/drawingml/2006/main">
              <a:ext uri="{FF2B5EF4-FFF2-40B4-BE49-F238E27FC236}">
                <a16:creationId xmlns:a16="http://schemas.microsoft.com/office/drawing/2014/main" id="{319554C0-9033-4474-A6F2-653008A5DE1C}"/>
              </a:ext>
            </a:extLst>
          </p:cNvPr>
          <p:cNvSpPr>
            <a:spLocks xmlns:a="http://schemas.openxmlformats.org/drawingml/2006/main" noGrp="1"/>
          </p:cNvSpPr>
          <p:nvPr/>
        </p:nvSpPr>
        <p:spPr>
          <a:xfrm xmlns:a="http://schemas.openxmlformats.org/drawingml/2006/main">
            <a:off x="3327400" y="12984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36" name="Figure_4_Paired_Comparison-036">
            <a:extLst xmlns:a="http://schemas.openxmlformats.org/drawingml/2006/main">
              <a:ext uri="{FF2B5EF4-FFF2-40B4-BE49-F238E27FC236}">
                <a16:creationId xmlns:a16="http://schemas.microsoft.com/office/drawing/2014/main" id="{64C46AB4-04B9-4BE4-B6C5-88001BCFDAC0}"/>
              </a:ext>
            </a:extLst>
          </p:cNvPr>
          <p:cNvSpPr>
            <a:spLocks xmlns:a="http://schemas.openxmlformats.org/drawingml/2006/main" noGrp="1"/>
          </p:cNvSpPr>
          <p:nvPr/>
        </p:nvSpPr>
        <p:spPr>
          <a:xfrm xmlns:a="http://schemas.openxmlformats.org/drawingml/2006/main">
            <a:off x="3492500" y="1193800"/>
            <a:ext cx="444500" cy="190500"/>
          </a:xfrm>
          <a:prstGeom xmlns:a="http://schemas.openxmlformats.org/drawingml/2006/main" prst="roundRect">
            <a:avLst>
              <a:gd name="adj" fmla="val 13333"/>
            </a:avLst>
          </a:prstGeom>
          <a:solidFill xmlns:a="http://schemas.openxmlformats.org/drawingml/2006/main">
            <a:srgbClr val="DAE2F5"/>
          </a:solidFill>
          <a:ln xmlns:a="http://schemas.openxmlformats.org/drawingml/2006/main" w="10160">
            <a:solidFill>
              <a:srgbClr val="161616"/>
            </a:solidFill>
            <a:prstDash val="solid"/>
          </a:ln>
        </p:spPr>
      </p:sp>
      <p:sp>
        <p:nvSpPr>
          <p:cNvPr id="37" name="Figure_4_Paired_Comparison-037">
            <a:extLst xmlns:a="http://schemas.openxmlformats.org/drawingml/2006/main">
              <a:ext uri="{FF2B5EF4-FFF2-40B4-BE49-F238E27FC236}">
                <a16:creationId xmlns:a16="http://schemas.microsoft.com/office/drawing/2014/main" id="{848E9909-D85E-4171-938C-03E0AD0BC31E}"/>
              </a:ext>
            </a:extLst>
          </p:cNvPr>
          <p:cNvSpPr>
            <a:spLocks xmlns:a="http://schemas.openxmlformats.org/drawingml/2006/main" noGrp="1"/>
          </p:cNvSpPr>
          <p:nvPr/>
        </p:nvSpPr>
        <p:spPr>
          <a:xfrm xmlns:a="http://schemas.openxmlformats.org/drawingml/2006/main">
            <a:off x="3454400" y="1231900"/>
            <a:ext cx="444500" cy="190500"/>
          </a:xfrm>
          <a:prstGeom xmlns:a="http://schemas.openxmlformats.org/drawingml/2006/main" prst="roundRect">
            <a:avLst>
              <a:gd name="adj" fmla="val 13333"/>
            </a:avLst>
          </a:prstGeom>
          <a:solidFill xmlns:a="http://schemas.openxmlformats.org/drawingml/2006/main">
            <a:srgbClr val="DAE2F5"/>
          </a:solidFill>
          <a:ln xmlns:a="http://schemas.openxmlformats.org/drawingml/2006/main" w="10160">
            <a:solidFill>
              <a:srgbClr val="161616"/>
            </a:solidFill>
            <a:prstDash val="solid"/>
          </a:ln>
        </p:spPr>
      </p:sp>
      <p:sp>
        <p:nvSpPr>
          <p:cNvPr id="38" name="Figure_4_Paired_Comparison-038">
            <a:extLst xmlns:a="http://schemas.openxmlformats.org/drawingml/2006/main">
              <a:ext uri="{FF2B5EF4-FFF2-40B4-BE49-F238E27FC236}">
                <a16:creationId xmlns:a16="http://schemas.microsoft.com/office/drawing/2014/main" id="{63A0BD75-54B8-4E3C-B75A-D3B972A52097}"/>
              </a:ext>
            </a:extLst>
          </p:cNvPr>
          <p:cNvSpPr>
            <a:spLocks xmlns:a="http://schemas.openxmlformats.org/drawingml/2006/main" noGrp="1"/>
          </p:cNvSpPr>
          <p:nvPr/>
        </p:nvSpPr>
        <p:spPr>
          <a:xfrm xmlns:a="http://schemas.openxmlformats.org/drawingml/2006/main">
            <a:off x="3492500" y="1263650"/>
            <a:ext cx="3683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20" b="0">
                <a:solidFill>
                  <a:srgbClr val="161616"/>
                </a:solidFill>
                <a:latin typeface="DejaVu Sans"/>
                <a:ea typeface="DejaVu Sans"/>
                <a:cs typeface="DejaVu Sans"/>
              </a:defRPr>
            </a:defPPr>
            <a:lvl1pPr algn="ctr">
              <a:defRPr sz="720" b="0">
                <a:solidFill>
                  <a:srgbClr val="161616"/>
                </a:solidFill>
                <a:latin typeface="DejaVu Sans"/>
                <a:ea typeface="DejaVu Sans"/>
                <a:cs typeface="DejaVu Sans"/>
              </a:defRPr>
            </a:lvl1pPr>
            <a:lvl2pPr algn="ctr">
              <a:defRPr sz="720" b="0">
                <a:solidFill>
                  <a:srgbClr val="161616"/>
                </a:solidFill>
                <a:latin typeface="DejaVu Sans"/>
                <a:ea typeface="DejaVu Sans"/>
                <a:cs typeface="DejaVu Sans"/>
              </a:defRPr>
            </a:lvl2pPr>
            <a:lvl3pPr algn="ctr">
              <a:defRPr sz="720" b="0">
                <a:solidFill>
                  <a:srgbClr val="161616"/>
                </a:solidFill>
                <a:latin typeface="DejaVu Sans"/>
                <a:ea typeface="DejaVu Sans"/>
                <a:cs typeface="DejaVu Sans"/>
              </a:defRPr>
            </a:lvl3pPr>
            <a:lvl4pPr algn="ctr">
              <a:defRPr sz="720" b="0">
                <a:solidFill>
                  <a:srgbClr val="161616"/>
                </a:solidFill>
                <a:latin typeface="DejaVu Sans"/>
                <a:ea typeface="DejaVu Sans"/>
                <a:cs typeface="DejaVu Sans"/>
              </a:defRPr>
            </a:lvl4pPr>
            <a:lvl5pPr algn="ctr">
              <a:defRPr sz="720" b="0">
                <a:solidFill>
                  <a:srgbClr val="161616"/>
                </a:solidFill>
                <a:latin typeface="DejaVu Sans"/>
                <a:ea typeface="DejaVu Sans"/>
                <a:cs typeface="DejaVu Sans"/>
              </a:defRPr>
            </a:lvl5pPr>
            <a:lvl6pPr algn="ctr">
              <a:defRPr sz="720" b="0">
                <a:solidFill>
                  <a:srgbClr val="161616"/>
                </a:solidFill>
                <a:latin typeface="DejaVu Sans"/>
                <a:ea typeface="DejaVu Sans"/>
                <a:cs typeface="DejaVu Sans"/>
              </a:defRPr>
            </a:lvl6pPr>
            <a:lvl7pPr algn="ctr">
              <a:defRPr sz="720" b="0">
                <a:solidFill>
                  <a:srgbClr val="161616"/>
                </a:solidFill>
                <a:latin typeface="DejaVu Sans"/>
                <a:ea typeface="DejaVu Sans"/>
                <a:cs typeface="DejaVu Sans"/>
              </a:defRPr>
            </a:lvl7pPr>
            <a:lvl8pPr algn="ctr">
              <a:defRPr sz="720" b="0">
                <a:solidFill>
                  <a:srgbClr val="161616"/>
                </a:solidFill>
                <a:latin typeface="DejaVu Sans"/>
                <a:ea typeface="DejaVu Sans"/>
                <a:cs typeface="DejaVu Sans"/>
              </a:defRPr>
            </a:lvl8pPr>
            <a:lvl9pPr algn="ctr">
              <a:defRPr sz="720" b="0">
                <a:solidFill>
                  <a:srgbClr val="161616"/>
                </a:solidFill>
                <a:latin typeface="DejaVu Sans"/>
                <a:ea typeface="DejaVu Sans"/>
                <a:cs typeface="DejaVu Sans"/>
              </a:defRPr>
            </a:lvl9pPr>
          </a:lstStyle>
          <a:p xmlns:a="http://schemas.openxmlformats.org/drawingml/2006/main">
            <a:pPr algn="ctr">
              <a:defRPr sz="720" b="0">
                <a:solidFill>
                  <a:srgbClr val="161616"/>
                </a:solidFill>
                <a:latin typeface="DejaVu Sans"/>
                <a:ea typeface="DejaVu Sans"/>
                <a:cs typeface="DejaVu Sans"/>
              </a:defRPr>
            </a:pPr>
            <a:r>
              <a:rPr sz="720" b="0">
                <a:solidFill>
                  <a:srgbClr val="161616"/>
                </a:solidFill>
                <a:latin typeface="DejaVu Sans"/>
                <a:ea typeface="DejaVu Sans"/>
                <a:cs typeface="DejaVu Sans"/>
              </a:rPr>
              <a:t>S</a:t>
            </a:r>
          </a:p>
        </p:txBody>
      </p:sp>
      <p:sp>
        <p:nvSpPr>
          <p:cNvPr id="39" name="Figure_4_Paired_Comparison-039">
            <a:extLst xmlns:a="http://schemas.openxmlformats.org/drawingml/2006/main">
              <a:ext uri="{FF2B5EF4-FFF2-40B4-BE49-F238E27FC236}">
                <a16:creationId xmlns:a16="http://schemas.microsoft.com/office/drawing/2014/main" id="{622C1ED3-DF07-4A0A-9D26-DCD5BAADC9BA}"/>
              </a:ext>
            </a:extLst>
          </p:cNvPr>
          <p:cNvSpPr>
            <a:spLocks xmlns:a="http://schemas.openxmlformats.org/drawingml/2006/main" noGrp="1"/>
          </p:cNvSpPr>
          <p:nvPr/>
        </p:nvSpPr>
        <p:spPr>
          <a:xfrm xmlns:a="http://schemas.openxmlformats.org/drawingml/2006/main">
            <a:off x="1574800" y="1714500"/>
            <a:ext cx="203200" cy="127"/>
          </a:xfrm>
          <a:custGeom xmlns:a="http://schemas.openxmlformats.org/drawingml/2006/main">
            <a:pathLst>
              <a:path w="203200" h="127">
                <a:moveTo>
                  <a:pt x="0" y="0"/>
                </a:moveTo>
                <a:lnTo>
                  <a:pt x="203200" y="0"/>
                </a:lnTo>
              </a:path>
            </a:pathLst>
          </a:custGeom>
          <a:noFill xmlns:a="http://schemas.openxmlformats.org/drawingml/2006/main"/>
          <a:ln xmlns:a="http://schemas.openxmlformats.org/drawingml/2006/main" w="17780">
            <a:solidFill>
              <a:srgbClr val="161616"/>
            </a:solidFill>
            <a:prstDash val="solid"/>
          </a:ln>
        </p:spPr>
      </p:sp>
      <p:sp>
        <p:nvSpPr>
          <p:cNvPr id="40" name="Figure_4_Paired_Comparison-040">
            <a:extLst xmlns:a="http://schemas.openxmlformats.org/drawingml/2006/main">
              <a:ext uri="{FF2B5EF4-FFF2-40B4-BE49-F238E27FC236}">
                <a16:creationId xmlns:a16="http://schemas.microsoft.com/office/drawing/2014/main" id="{8FBC84CB-0565-4E3B-AAE8-23817C257EE1}"/>
              </a:ext>
            </a:extLst>
          </p:cNvPr>
          <p:cNvSpPr>
            <a:spLocks xmlns:a="http://schemas.openxmlformats.org/drawingml/2006/main" noGrp="1"/>
          </p:cNvSpPr>
          <p:nvPr/>
        </p:nvSpPr>
        <p:spPr>
          <a:xfrm xmlns:a="http://schemas.openxmlformats.org/drawingml/2006/main">
            <a:off x="1727200" y="16921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41" name="Figure_4_Paired_Comparison-041">
            <a:extLst xmlns:a="http://schemas.openxmlformats.org/drawingml/2006/main">
              <a:ext uri="{FF2B5EF4-FFF2-40B4-BE49-F238E27FC236}">
                <a16:creationId xmlns:a16="http://schemas.microsoft.com/office/drawing/2014/main" id="{680BED13-BF6B-45DA-B934-3B280C766147}"/>
              </a:ext>
            </a:extLst>
          </p:cNvPr>
          <p:cNvSpPr>
            <a:spLocks xmlns:a="http://schemas.openxmlformats.org/drawingml/2006/main" noGrp="1"/>
          </p:cNvSpPr>
          <p:nvPr/>
        </p:nvSpPr>
        <p:spPr>
          <a:xfrm xmlns:a="http://schemas.openxmlformats.org/drawingml/2006/main">
            <a:off x="1841500" y="1600200"/>
            <a:ext cx="1333500" cy="266700"/>
          </a:xfrm>
          <a:prstGeom xmlns:a="http://schemas.openxmlformats.org/drawingml/2006/main" prst="roundRect">
            <a:avLst>
              <a:gd name="adj" fmla="val 14286"/>
            </a:avLst>
          </a:prstGeom>
          <a:solidFill xmlns:a="http://schemas.openxmlformats.org/drawingml/2006/main">
            <a:srgbClr val="DAE2F5"/>
          </a:solidFill>
          <a:ln xmlns:a="http://schemas.openxmlformats.org/drawingml/2006/main" w="8890">
            <a:solidFill>
              <a:srgbClr val="161616"/>
            </a:solidFill>
            <a:prstDash val="solid"/>
          </a:ln>
        </p:spPr>
      </p:sp>
      <p:sp>
        <p:nvSpPr>
          <p:cNvPr id="42" name="Figure_4_Paired_Comparison-042">
            <a:extLst xmlns:a="http://schemas.openxmlformats.org/drawingml/2006/main">
              <a:ext uri="{FF2B5EF4-FFF2-40B4-BE49-F238E27FC236}">
                <a16:creationId xmlns:a16="http://schemas.microsoft.com/office/drawing/2014/main" id="{9393C2E5-4BD3-47FF-8F77-9F0A11DE22A9}"/>
              </a:ext>
            </a:extLst>
          </p:cNvPr>
          <p:cNvSpPr>
            <a:spLocks xmlns:a="http://schemas.openxmlformats.org/drawingml/2006/main" noGrp="1"/>
          </p:cNvSpPr>
          <p:nvPr/>
        </p:nvSpPr>
        <p:spPr>
          <a:xfrm xmlns:a="http://schemas.openxmlformats.org/drawingml/2006/main">
            <a:off x="1892300" y="1663700"/>
            <a:ext cx="12319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00" b="0">
                <a:solidFill>
                  <a:srgbClr val="161616"/>
                </a:solidFill>
                <a:latin typeface="DejaVu Sans"/>
                <a:ea typeface="DejaVu Sans"/>
                <a:cs typeface="DejaVu Sans"/>
              </a:defRPr>
            </a:defPPr>
            <a:lvl1pPr algn="ctr">
              <a:defRPr sz="700" b="0">
                <a:solidFill>
                  <a:srgbClr val="161616"/>
                </a:solidFill>
                <a:latin typeface="DejaVu Sans"/>
                <a:ea typeface="DejaVu Sans"/>
                <a:cs typeface="DejaVu Sans"/>
              </a:defRPr>
            </a:lvl1pPr>
            <a:lvl2pPr algn="ctr">
              <a:defRPr sz="700" b="0">
                <a:solidFill>
                  <a:srgbClr val="161616"/>
                </a:solidFill>
                <a:latin typeface="DejaVu Sans"/>
                <a:ea typeface="DejaVu Sans"/>
                <a:cs typeface="DejaVu Sans"/>
              </a:defRPr>
            </a:lvl2pPr>
            <a:lvl3pPr algn="ctr">
              <a:defRPr sz="700" b="0">
                <a:solidFill>
                  <a:srgbClr val="161616"/>
                </a:solidFill>
                <a:latin typeface="DejaVu Sans"/>
                <a:ea typeface="DejaVu Sans"/>
                <a:cs typeface="DejaVu Sans"/>
              </a:defRPr>
            </a:lvl3pPr>
            <a:lvl4pPr algn="ctr">
              <a:defRPr sz="700" b="0">
                <a:solidFill>
                  <a:srgbClr val="161616"/>
                </a:solidFill>
                <a:latin typeface="DejaVu Sans"/>
                <a:ea typeface="DejaVu Sans"/>
                <a:cs typeface="DejaVu Sans"/>
              </a:defRPr>
            </a:lvl4pPr>
            <a:lvl5pPr algn="ctr">
              <a:defRPr sz="700" b="0">
                <a:solidFill>
                  <a:srgbClr val="161616"/>
                </a:solidFill>
                <a:latin typeface="DejaVu Sans"/>
                <a:ea typeface="DejaVu Sans"/>
                <a:cs typeface="DejaVu Sans"/>
              </a:defRPr>
            </a:lvl5pPr>
            <a:lvl6pPr algn="ctr">
              <a:defRPr sz="700" b="0">
                <a:solidFill>
                  <a:srgbClr val="161616"/>
                </a:solidFill>
                <a:latin typeface="DejaVu Sans"/>
                <a:ea typeface="DejaVu Sans"/>
                <a:cs typeface="DejaVu Sans"/>
              </a:defRPr>
            </a:lvl6pPr>
            <a:lvl7pPr algn="ctr">
              <a:defRPr sz="700" b="0">
                <a:solidFill>
                  <a:srgbClr val="161616"/>
                </a:solidFill>
                <a:latin typeface="DejaVu Sans"/>
                <a:ea typeface="DejaVu Sans"/>
                <a:cs typeface="DejaVu Sans"/>
              </a:defRPr>
            </a:lvl7pPr>
            <a:lvl8pPr algn="ctr">
              <a:defRPr sz="700" b="0">
                <a:solidFill>
                  <a:srgbClr val="161616"/>
                </a:solidFill>
                <a:latin typeface="DejaVu Sans"/>
                <a:ea typeface="DejaVu Sans"/>
                <a:cs typeface="DejaVu Sans"/>
              </a:defRPr>
            </a:lvl8pPr>
            <a:lvl9pPr algn="ctr">
              <a:defRPr sz="700" b="0">
                <a:solidFill>
                  <a:srgbClr val="161616"/>
                </a:solidFill>
                <a:latin typeface="DejaVu Sans"/>
                <a:ea typeface="DejaVu Sans"/>
                <a:cs typeface="DejaVu Sans"/>
              </a:defRPr>
            </a:lvl9pPr>
          </a:lstStyle>
          <a:p xmlns:a="http://schemas.openxmlformats.org/drawingml/2006/main">
            <a:pPr algn="ctr">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MMR</a:t>
            </a:r>
          </a:p>
        </p:txBody>
      </p:sp>
      <p:sp>
        <p:nvSpPr>
          <p:cNvPr id="43" name="Figure_4_Paired_Comparison-043">
            <a:extLst xmlns:a="http://schemas.openxmlformats.org/drawingml/2006/main">
              <a:ext uri="{FF2B5EF4-FFF2-40B4-BE49-F238E27FC236}">
                <a16:creationId xmlns:a16="http://schemas.microsoft.com/office/drawing/2014/main" id="{F420D421-DDB2-470A-AD6D-70CF5F652733}"/>
              </a:ext>
            </a:extLst>
          </p:cNvPr>
          <p:cNvSpPr>
            <a:spLocks xmlns:a="http://schemas.openxmlformats.org/drawingml/2006/main" noGrp="1"/>
          </p:cNvSpPr>
          <p:nvPr/>
        </p:nvSpPr>
        <p:spPr>
          <a:xfrm xmlns:a="http://schemas.openxmlformats.org/drawingml/2006/main">
            <a:off x="3200400" y="17272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17780">
            <a:solidFill>
              <a:srgbClr val="161616"/>
            </a:solidFill>
            <a:prstDash val="solid"/>
          </a:ln>
        </p:spPr>
      </p:sp>
      <p:sp>
        <p:nvSpPr>
          <p:cNvPr id="44" name="Figure_4_Paired_Comparison-044">
            <a:extLst xmlns:a="http://schemas.openxmlformats.org/drawingml/2006/main">
              <a:ext uri="{FF2B5EF4-FFF2-40B4-BE49-F238E27FC236}">
                <a16:creationId xmlns:a16="http://schemas.microsoft.com/office/drawing/2014/main" id="{9CD45A41-0F76-4159-9D89-91DBF83945F6}"/>
              </a:ext>
            </a:extLst>
          </p:cNvPr>
          <p:cNvSpPr>
            <a:spLocks xmlns:a="http://schemas.openxmlformats.org/drawingml/2006/main" noGrp="1"/>
          </p:cNvSpPr>
          <p:nvPr/>
        </p:nvSpPr>
        <p:spPr>
          <a:xfrm xmlns:a="http://schemas.openxmlformats.org/drawingml/2006/main">
            <a:off x="3327400" y="17048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45" name="Figure_4_Paired_Comparison-045">
            <a:extLst xmlns:a="http://schemas.openxmlformats.org/drawingml/2006/main">
              <a:ext uri="{FF2B5EF4-FFF2-40B4-BE49-F238E27FC236}">
                <a16:creationId xmlns:a16="http://schemas.microsoft.com/office/drawing/2014/main" id="{03726479-6164-41A4-AA3F-15E72D19793A}"/>
              </a:ext>
            </a:extLst>
          </p:cNvPr>
          <p:cNvSpPr>
            <a:spLocks xmlns:a="http://schemas.openxmlformats.org/drawingml/2006/main" noGrp="1"/>
          </p:cNvSpPr>
          <p:nvPr/>
        </p:nvSpPr>
        <p:spPr>
          <a:xfrm xmlns:a="http://schemas.openxmlformats.org/drawingml/2006/main">
            <a:off x="3492500" y="1600200"/>
            <a:ext cx="444500" cy="190500"/>
          </a:xfrm>
          <a:prstGeom xmlns:a="http://schemas.openxmlformats.org/drawingml/2006/main" prst="roundRect">
            <a:avLst>
              <a:gd name="adj" fmla="val 13333"/>
            </a:avLst>
          </a:prstGeom>
          <a:solidFill xmlns:a="http://schemas.openxmlformats.org/drawingml/2006/main">
            <a:srgbClr val="DAE2F5"/>
          </a:solidFill>
          <a:ln xmlns:a="http://schemas.openxmlformats.org/drawingml/2006/main" w="10160">
            <a:solidFill>
              <a:srgbClr val="161616"/>
            </a:solidFill>
            <a:prstDash val="solid"/>
          </a:ln>
        </p:spPr>
      </p:sp>
      <p:sp>
        <p:nvSpPr>
          <p:cNvPr id="46" name="Figure_4_Paired_Comparison-046">
            <a:extLst xmlns:a="http://schemas.openxmlformats.org/drawingml/2006/main">
              <a:ext uri="{FF2B5EF4-FFF2-40B4-BE49-F238E27FC236}">
                <a16:creationId xmlns:a16="http://schemas.microsoft.com/office/drawing/2014/main" id="{7DFAD485-47FA-480A-A147-1390260D0580}"/>
              </a:ext>
            </a:extLst>
          </p:cNvPr>
          <p:cNvSpPr>
            <a:spLocks xmlns:a="http://schemas.openxmlformats.org/drawingml/2006/main" noGrp="1"/>
          </p:cNvSpPr>
          <p:nvPr/>
        </p:nvSpPr>
        <p:spPr>
          <a:xfrm xmlns:a="http://schemas.openxmlformats.org/drawingml/2006/main">
            <a:off x="3454400" y="1638300"/>
            <a:ext cx="444500" cy="190500"/>
          </a:xfrm>
          <a:prstGeom xmlns:a="http://schemas.openxmlformats.org/drawingml/2006/main" prst="roundRect">
            <a:avLst>
              <a:gd name="adj" fmla="val 13333"/>
            </a:avLst>
          </a:prstGeom>
          <a:solidFill xmlns:a="http://schemas.openxmlformats.org/drawingml/2006/main">
            <a:srgbClr val="DAE2F5"/>
          </a:solidFill>
          <a:ln xmlns:a="http://schemas.openxmlformats.org/drawingml/2006/main" w="10160">
            <a:solidFill>
              <a:srgbClr val="161616"/>
            </a:solidFill>
            <a:prstDash val="solid"/>
          </a:ln>
        </p:spPr>
      </p:sp>
      <p:sp>
        <p:nvSpPr>
          <p:cNvPr id="47" name="Figure_4_Paired_Comparison-047">
            <a:extLst xmlns:a="http://schemas.openxmlformats.org/drawingml/2006/main">
              <a:ext uri="{FF2B5EF4-FFF2-40B4-BE49-F238E27FC236}">
                <a16:creationId xmlns:a16="http://schemas.microsoft.com/office/drawing/2014/main" id="{87A2D0D8-F97E-4CCE-BE34-4370BD047B91}"/>
              </a:ext>
            </a:extLst>
          </p:cNvPr>
          <p:cNvSpPr>
            <a:spLocks xmlns:a="http://schemas.openxmlformats.org/drawingml/2006/main" noGrp="1"/>
          </p:cNvSpPr>
          <p:nvPr/>
        </p:nvSpPr>
        <p:spPr>
          <a:xfrm xmlns:a="http://schemas.openxmlformats.org/drawingml/2006/main">
            <a:off x="3492500" y="1670050"/>
            <a:ext cx="3683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20" b="0">
                <a:solidFill>
                  <a:srgbClr val="161616"/>
                </a:solidFill>
                <a:latin typeface="DejaVu Sans"/>
                <a:ea typeface="DejaVu Sans"/>
                <a:cs typeface="DejaVu Sans"/>
              </a:defRPr>
            </a:defPPr>
            <a:lvl1pPr algn="ctr">
              <a:defRPr sz="720" b="0">
                <a:solidFill>
                  <a:srgbClr val="161616"/>
                </a:solidFill>
                <a:latin typeface="DejaVu Sans"/>
                <a:ea typeface="DejaVu Sans"/>
                <a:cs typeface="DejaVu Sans"/>
              </a:defRPr>
            </a:lvl1pPr>
            <a:lvl2pPr algn="ctr">
              <a:defRPr sz="720" b="0">
                <a:solidFill>
                  <a:srgbClr val="161616"/>
                </a:solidFill>
                <a:latin typeface="DejaVu Sans"/>
                <a:ea typeface="DejaVu Sans"/>
                <a:cs typeface="DejaVu Sans"/>
              </a:defRPr>
            </a:lvl2pPr>
            <a:lvl3pPr algn="ctr">
              <a:defRPr sz="720" b="0">
                <a:solidFill>
                  <a:srgbClr val="161616"/>
                </a:solidFill>
                <a:latin typeface="DejaVu Sans"/>
                <a:ea typeface="DejaVu Sans"/>
                <a:cs typeface="DejaVu Sans"/>
              </a:defRPr>
            </a:lvl3pPr>
            <a:lvl4pPr algn="ctr">
              <a:defRPr sz="720" b="0">
                <a:solidFill>
                  <a:srgbClr val="161616"/>
                </a:solidFill>
                <a:latin typeface="DejaVu Sans"/>
                <a:ea typeface="DejaVu Sans"/>
                <a:cs typeface="DejaVu Sans"/>
              </a:defRPr>
            </a:lvl4pPr>
            <a:lvl5pPr algn="ctr">
              <a:defRPr sz="720" b="0">
                <a:solidFill>
                  <a:srgbClr val="161616"/>
                </a:solidFill>
                <a:latin typeface="DejaVu Sans"/>
                <a:ea typeface="DejaVu Sans"/>
                <a:cs typeface="DejaVu Sans"/>
              </a:defRPr>
            </a:lvl5pPr>
            <a:lvl6pPr algn="ctr">
              <a:defRPr sz="720" b="0">
                <a:solidFill>
                  <a:srgbClr val="161616"/>
                </a:solidFill>
                <a:latin typeface="DejaVu Sans"/>
                <a:ea typeface="DejaVu Sans"/>
                <a:cs typeface="DejaVu Sans"/>
              </a:defRPr>
            </a:lvl6pPr>
            <a:lvl7pPr algn="ctr">
              <a:defRPr sz="720" b="0">
                <a:solidFill>
                  <a:srgbClr val="161616"/>
                </a:solidFill>
                <a:latin typeface="DejaVu Sans"/>
                <a:ea typeface="DejaVu Sans"/>
                <a:cs typeface="DejaVu Sans"/>
              </a:defRPr>
            </a:lvl7pPr>
            <a:lvl8pPr algn="ctr">
              <a:defRPr sz="720" b="0">
                <a:solidFill>
                  <a:srgbClr val="161616"/>
                </a:solidFill>
                <a:latin typeface="DejaVu Sans"/>
                <a:ea typeface="DejaVu Sans"/>
                <a:cs typeface="DejaVu Sans"/>
              </a:defRPr>
            </a:lvl8pPr>
            <a:lvl9pPr algn="ctr">
              <a:defRPr sz="720" b="0">
                <a:solidFill>
                  <a:srgbClr val="161616"/>
                </a:solidFill>
                <a:latin typeface="DejaVu Sans"/>
                <a:ea typeface="DejaVu Sans"/>
                <a:cs typeface="DejaVu Sans"/>
              </a:defRPr>
            </a:lvl9pPr>
          </a:lstStyle>
          <a:p xmlns:a="http://schemas.openxmlformats.org/drawingml/2006/main">
            <a:pPr algn="ctr">
              <a:defRPr sz="720" b="0">
                <a:solidFill>
                  <a:srgbClr val="161616"/>
                </a:solidFill>
                <a:latin typeface="DejaVu Sans"/>
                <a:ea typeface="DejaVu Sans"/>
                <a:cs typeface="DejaVu Sans"/>
              </a:defRPr>
            </a:pPr>
            <a:r>
              <a:rPr sz="720" b="0">
                <a:solidFill>
                  <a:srgbClr val="161616"/>
                </a:solidFill>
                <a:latin typeface="DejaVu Sans"/>
                <a:ea typeface="DejaVu Sans"/>
                <a:cs typeface="DejaVu Sans"/>
              </a:rPr>
              <a:t>S</a:t>
            </a:r>
          </a:p>
        </p:txBody>
      </p:sp>
      <p:sp>
        <p:nvSpPr>
          <p:cNvPr id="48" name="Figure_4_Paired_Comparison-048">
            <a:extLst xmlns:a="http://schemas.openxmlformats.org/drawingml/2006/main">
              <a:ext uri="{FF2B5EF4-FFF2-40B4-BE49-F238E27FC236}">
                <a16:creationId xmlns:a16="http://schemas.microsoft.com/office/drawing/2014/main" id="{E859AAB9-DFB3-4350-89E2-AABAB81477CF}"/>
              </a:ext>
            </a:extLst>
          </p:cNvPr>
          <p:cNvSpPr>
            <a:spLocks xmlns:a="http://schemas.openxmlformats.org/drawingml/2006/main" noGrp="1"/>
          </p:cNvSpPr>
          <p:nvPr/>
        </p:nvSpPr>
        <p:spPr>
          <a:xfrm xmlns:a="http://schemas.openxmlformats.org/drawingml/2006/main">
            <a:off x="1574800" y="2324100"/>
            <a:ext cx="203200" cy="127"/>
          </a:xfrm>
          <a:custGeom xmlns:a="http://schemas.openxmlformats.org/drawingml/2006/main">
            <a:pathLst>
              <a:path w="203200" h="127">
                <a:moveTo>
                  <a:pt x="0" y="0"/>
                </a:moveTo>
                <a:lnTo>
                  <a:pt x="203200" y="0"/>
                </a:lnTo>
              </a:path>
            </a:pathLst>
          </a:custGeom>
          <a:noFill xmlns:a="http://schemas.openxmlformats.org/drawingml/2006/main"/>
          <a:ln xmlns:a="http://schemas.openxmlformats.org/drawingml/2006/main" w="17780">
            <a:solidFill>
              <a:srgbClr val="161616"/>
            </a:solidFill>
            <a:prstDash val="solid"/>
          </a:ln>
        </p:spPr>
      </p:sp>
      <p:sp>
        <p:nvSpPr>
          <p:cNvPr id="49" name="Figure_4_Paired_Comparison-049">
            <a:extLst xmlns:a="http://schemas.openxmlformats.org/drawingml/2006/main">
              <a:ext uri="{FF2B5EF4-FFF2-40B4-BE49-F238E27FC236}">
                <a16:creationId xmlns:a16="http://schemas.microsoft.com/office/drawing/2014/main" id="{319AE929-C373-40FD-96E1-912FFEA1366D}"/>
              </a:ext>
            </a:extLst>
          </p:cNvPr>
          <p:cNvSpPr>
            <a:spLocks xmlns:a="http://schemas.openxmlformats.org/drawingml/2006/main" noGrp="1"/>
          </p:cNvSpPr>
          <p:nvPr/>
        </p:nvSpPr>
        <p:spPr>
          <a:xfrm xmlns:a="http://schemas.openxmlformats.org/drawingml/2006/main">
            <a:off x="1727200" y="23017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50" name="Figure_4_Paired_Comparison-050">
            <a:extLst xmlns:a="http://schemas.openxmlformats.org/drawingml/2006/main">
              <a:ext uri="{FF2B5EF4-FFF2-40B4-BE49-F238E27FC236}">
                <a16:creationId xmlns:a16="http://schemas.microsoft.com/office/drawing/2014/main" id="{B03E8093-B184-4C75-8A79-EF104979117F}"/>
              </a:ext>
            </a:extLst>
          </p:cNvPr>
          <p:cNvSpPr>
            <a:spLocks xmlns:a="http://schemas.openxmlformats.org/drawingml/2006/main" noGrp="1"/>
          </p:cNvSpPr>
          <p:nvPr/>
        </p:nvSpPr>
        <p:spPr>
          <a:xfrm xmlns:a="http://schemas.openxmlformats.org/drawingml/2006/main">
            <a:off x="1841500" y="2209800"/>
            <a:ext cx="1333500" cy="266700"/>
          </a:xfrm>
          <a:prstGeom xmlns:a="http://schemas.openxmlformats.org/drawingml/2006/main" prst="roundRect">
            <a:avLst>
              <a:gd name="adj" fmla="val 14286"/>
            </a:avLst>
          </a:prstGeom>
          <a:solidFill xmlns:a="http://schemas.openxmlformats.org/drawingml/2006/main">
            <a:srgbClr val="E1EFD9"/>
          </a:solidFill>
          <a:ln xmlns:a="http://schemas.openxmlformats.org/drawingml/2006/main" w="8890">
            <a:solidFill>
              <a:srgbClr val="161616"/>
            </a:solidFill>
            <a:prstDash val="solid"/>
          </a:ln>
        </p:spPr>
      </p:sp>
      <p:sp>
        <p:nvSpPr>
          <p:cNvPr id="51" name="Figure_4_Paired_Comparison-051">
            <a:extLst xmlns:a="http://schemas.openxmlformats.org/drawingml/2006/main">
              <a:ext uri="{FF2B5EF4-FFF2-40B4-BE49-F238E27FC236}">
                <a16:creationId xmlns:a16="http://schemas.microsoft.com/office/drawing/2014/main" id="{84C45420-B51E-47D5-B5AC-29A490637FD0}"/>
              </a:ext>
            </a:extLst>
          </p:cNvPr>
          <p:cNvSpPr>
            <a:spLocks xmlns:a="http://schemas.openxmlformats.org/drawingml/2006/main" noGrp="1"/>
          </p:cNvSpPr>
          <p:nvPr/>
        </p:nvSpPr>
        <p:spPr>
          <a:xfrm xmlns:a="http://schemas.openxmlformats.org/drawingml/2006/main">
            <a:off x="1892300" y="2273300"/>
            <a:ext cx="12319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00" b="0">
                <a:solidFill>
                  <a:srgbClr val="161616"/>
                </a:solidFill>
                <a:latin typeface="DejaVu Sans"/>
                <a:ea typeface="DejaVu Sans"/>
                <a:cs typeface="DejaVu Sans"/>
              </a:defRPr>
            </a:defPPr>
            <a:lvl1pPr algn="ctr">
              <a:defRPr sz="700" b="0">
                <a:solidFill>
                  <a:srgbClr val="161616"/>
                </a:solidFill>
                <a:latin typeface="DejaVu Sans"/>
                <a:ea typeface="DejaVu Sans"/>
                <a:cs typeface="DejaVu Sans"/>
              </a:defRPr>
            </a:lvl1pPr>
            <a:lvl2pPr algn="ctr">
              <a:defRPr sz="700" b="0">
                <a:solidFill>
                  <a:srgbClr val="161616"/>
                </a:solidFill>
                <a:latin typeface="DejaVu Sans"/>
                <a:ea typeface="DejaVu Sans"/>
                <a:cs typeface="DejaVu Sans"/>
              </a:defRPr>
            </a:lvl2pPr>
            <a:lvl3pPr algn="ctr">
              <a:defRPr sz="700" b="0">
                <a:solidFill>
                  <a:srgbClr val="161616"/>
                </a:solidFill>
                <a:latin typeface="DejaVu Sans"/>
                <a:ea typeface="DejaVu Sans"/>
                <a:cs typeface="DejaVu Sans"/>
              </a:defRPr>
            </a:lvl3pPr>
            <a:lvl4pPr algn="ctr">
              <a:defRPr sz="700" b="0">
                <a:solidFill>
                  <a:srgbClr val="161616"/>
                </a:solidFill>
                <a:latin typeface="DejaVu Sans"/>
                <a:ea typeface="DejaVu Sans"/>
                <a:cs typeface="DejaVu Sans"/>
              </a:defRPr>
            </a:lvl4pPr>
            <a:lvl5pPr algn="ctr">
              <a:defRPr sz="700" b="0">
                <a:solidFill>
                  <a:srgbClr val="161616"/>
                </a:solidFill>
                <a:latin typeface="DejaVu Sans"/>
                <a:ea typeface="DejaVu Sans"/>
                <a:cs typeface="DejaVu Sans"/>
              </a:defRPr>
            </a:lvl5pPr>
            <a:lvl6pPr algn="ctr">
              <a:defRPr sz="700" b="0">
                <a:solidFill>
                  <a:srgbClr val="161616"/>
                </a:solidFill>
                <a:latin typeface="DejaVu Sans"/>
                <a:ea typeface="DejaVu Sans"/>
                <a:cs typeface="DejaVu Sans"/>
              </a:defRPr>
            </a:lvl6pPr>
            <a:lvl7pPr algn="ctr">
              <a:defRPr sz="700" b="0">
                <a:solidFill>
                  <a:srgbClr val="161616"/>
                </a:solidFill>
                <a:latin typeface="DejaVu Sans"/>
                <a:ea typeface="DejaVu Sans"/>
                <a:cs typeface="DejaVu Sans"/>
              </a:defRPr>
            </a:lvl7pPr>
            <a:lvl8pPr algn="ctr">
              <a:defRPr sz="700" b="0">
                <a:solidFill>
                  <a:srgbClr val="161616"/>
                </a:solidFill>
                <a:latin typeface="DejaVu Sans"/>
                <a:ea typeface="DejaVu Sans"/>
                <a:cs typeface="DejaVu Sans"/>
              </a:defRPr>
            </a:lvl8pPr>
            <a:lvl9pPr algn="ctr">
              <a:defRPr sz="700" b="0">
                <a:solidFill>
                  <a:srgbClr val="161616"/>
                </a:solidFill>
                <a:latin typeface="DejaVu Sans"/>
                <a:ea typeface="DejaVu Sans"/>
                <a:cs typeface="DejaVu Sans"/>
              </a:defRPr>
            </a:lvl9pPr>
          </a:lstStyle>
          <a:p xmlns:a="http://schemas.openxmlformats.org/drawingml/2006/main">
            <a:pPr algn="ctr">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Same-graph set</a:t>
            </a:r>
          </a:p>
        </p:txBody>
      </p:sp>
      <p:sp>
        <p:nvSpPr>
          <p:cNvPr id="52" name="Figure_4_Paired_Comparison-052">
            <a:extLst xmlns:a="http://schemas.openxmlformats.org/drawingml/2006/main">
              <a:ext uri="{FF2B5EF4-FFF2-40B4-BE49-F238E27FC236}">
                <a16:creationId xmlns:a16="http://schemas.microsoft.com/office/drawing/2014/main" id="{82C01D5F-F0BD-4C56-A689-239C238A81E8}"/>
              </a:ext>
            </a:extLst>
          </p:cNvPr>
          <p:cNvSpPr>
            <a:spLocks xmlns:a="http://schemas.openxmlformats.org/drawingml/2006/main" noGrp="1"/>
          </p:cNvSpPr>
          <p:nvPr/>
        </p:nvSpPr>
        <p:spPr>
          <a:xfrm xmlns:a="http://schemas.openxmlformats.org/drawingml/2006/main">
            <a:off x="3200400" y="23368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17780">
            <a:solidFill>
              <a:srgbClr val="161616"/>
            </a:solidFill>
            <a:prstDash val="solid"/>
          </a:ln>
        </p:spPr>
      </p:sp>
      <p:sp>
        <p:nvSpPr>
          <p:cNvPr id="53" name="Figure_4_Paired_Comparison-053">
            <a:extLst xmlns:a="http://schemas.openxmlformats.org/drawingml/2006/main">
              <a:ext uri="{FF2B5EF4-FFF2-40B4-BE49-F238E27FC236}">
                <a16:creationId xmlns:a16="http://schemas.microsoft.com/office/drawing/2014/main" id="{8F36576B-2E91-4F1B-9251-896EC70DB787}"/>
              </a:ext>
            </a:extLst>
          </p:cNvPr>
          <p:cNvSpPr>
            <a:spLocks xmlns:a="http://schemas.openxmlformats.org/drawingml/2006/main" noGrp="1"/>
          </p:cNvSpPr>
          <p:nvPr/>
        </p:nvSpPr>
        <p:spPr>
          <a:xfrm xmlns:a="http://schemas.openxmlformats.org/drawingml/2006/main">
            <a:off x="3327400" y="23144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54" name="Figure_4_Paired_Comparison-054">
            <a:extLst xmlns:a="http://schemas.openxmlformats.org/drawingml/2006/main">
              <a:ext uri="{FF2B5EF4-FFF2-40B4-BE49-F238E27FC236}">
                <a16:creationId xmlns:a16="http://schemas.microsoft.com/office/drawing/2014/main" id="{231C411A-F865-453C-BFF4-67EA33C457A2}"/>
              </a:ext>
            </a:extLst>
          </p:cNvPr>
          <p:cNvSpPr>
            <a:spLocks xmlns:a="http://schemas.openxmlformats.org/drawingml/2006/main" noGrp="1"/>
          </p:cNvSpPr>
          <p:nvPr/>
        </p:nvSpPr>
        <p:spPr>
          <a:xfrm xmlns:a="http://schemas.openxmlformats.org/drawingml/2006/main">
            <a:off x="3492500" y="2209800"/>
            <a:ext cx="444500" cy="190500"/>
          </a:xfrm>
          <a:prstGeom xmlns:a="http://schemas.openxmlformats.org/drawingml/2006/main" prst="roundRect">
            <a:avLst>
              <a:gd name="adj" fmla="val 13333"/>
            </a:avLst>
          </a:prstGeom>
          <a:solidFill xmlns:a="http://schemas.openxmlformats.org/drawingml/2006/main">
            <a:srgbClr val="E1EFD9"/>
          </a:solidFill>
          <a:ln xmlns:a="http://schemas.openxmlformats.org/drawingml/2006/main" w="10160">
            <a:solidFill>
              <a:srgbClr val="161616"/>
            </a:solidFill>
            <a:prstDash val="solid"/>
          </a:ln>
        </p:spPr>
      </p:sp>
      <p:sp>
        <p:nvSpPr>
          <p:cNvPr id="55" name="Figure_4_Paired_Comparison-055">
            <a:extLst xmlns:a="http://schemas.openxmlformats.org/drawingml/2006/main">
              <a:ext uri="{FF2B5EF4-FFF2-40B4-BE49-F238E27FC236}">
                <a16:creationId xmlns:a16="http://schemas.microsoft.com/office/drawing/2014/main" id="{465C4810-EE18-4E2F-87B1-9C98AF35F254}"/>
              </a:ext>
            </a:extLst>
          </p:cNvPr>
          <p:cNvSpPr>
            <a:spLocks xmlns:a="http://schemas.openxmlformats.org/drawingml/2006/main" noGrp="1"/>
          </p:cNvSpPr>
          <p:nvPr/>
        </p:nvSpPr>
        <p:spPr>
          <a:xfrm xmlns:a="http://schemas.openxmlformats.org/drawingml/2006/main">
            <a:off x="3454400" y="2247900"/>
            <a:ext cx="444500" cy="190500"/>
          </a:xfrm>
          <a:prstGeom xmlns:a="http://schemas.openxmlformats.org/drawingml/2006/main" prst="roundRect">
            <a:avLst>
              <a:gd name="adj" fmla="val 13333"/>
            </a:avLst>
          </a:prstGeom>
          <a:solidFill xmlns:a="http://schemas.openxmlformats.org/drawingml/2006/main">
            <a:srgbClr val="E1EFD9"/>
          </a:solidFill>
          <a:ln xmlns:a="http://schemas.openxmlformats.org/drawingml/2006/main" w="10160">
            <a:solidFill>
              <a:srgbClr val="161616"/>
            </a:solidFill>
            <a:prstDash val="solid"/>
          </a:ln>
        </p:spPr>
      </p:sp>
      <p:sp>
        <p:nvSpPr>
          <p:cNvPr id="56" name="Figure_4_Paired_Comparison-056">
            <a:extLst xmlns:a="http://schemas.openxmlformats.org/drawingml/2006/main">
              <a:ext uri="{FF2B5EF4-FFF2-40B4-BE49-F238E27FC236}">
                <a16:creationId xmlns:a16="http://schemas.microsoft.com/office/drawing/2014/main" id="{811BAC0F-F962-46C1-A04B-3DB252676057}"/>
              </a:ext>
            </a:extLst>
          </p:cNvPr>
          <p:cNvSpPr>
            <a:spLocks xmlns:a="http://schemas.openxmlformats.org/drawingml/2006/main" noGrp="1"/>
          </p:cNvSpPr>
          <p:nvPr/>
        </p:nvSpPr>
        <p:spPr>
          <a:xfrm xmlns:a="http://schemas.openxmlformats.org/drawingml/2006/main">
            <a:off x="3492500" y="2279650"/>
            <a:ext cx="3683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20" b="0">
                <a:solidFill>
                  <a:srgbClr val="161616"/>
                </a:solidFill>
                <a:latin typeface="DejaVu Sans"/>
                <a:ea typeface="DejaVu Sans"/>
                <a:cs typeface="DejaVu Sans"/>
              </a:defRPr>
            </a:defPPr>
            <a:lvl1pPr algn="ctr">
              <a:defRPr sz="720" b="0">
                <a:solidFill>
                  <a:srgbClr val="161616"/>
                </a:solidFill>
                <a:latin typeface="DejaVu Sans"/>
                <a:ea typeface="DejaVu Sans"/>
                <a:cs typeface="DejaVu Sans"/>
              </a:defRPr>
            </a:lvl1pPr>
            <a:lvl2pPr algn="ctr">
              <a:defRPr sz="720" b="0">
                <a:solidFill>
                  <a:srgbClr val="161616"/>
                </a:solidFill>
                <a:latin typeface="DejaVu Sans"/>
                <a:ea typeface="DejaVu Sans"/>
                <a:cs typeface="DejaVu Sans"/>
              </a:defRPr>
            </a:lvl2pPr>
            <a:lvl3pPr algn="ctr">
              <a:defRPr sz="720" b="0">
                <a:solidFill>
                  <a:srgbClr val="161616"/>
                </a:solidFill>
                <a:latin typeface="DejaVu Sans"/>
                <a:ea typeface="DejaVu Sans"/>
                <a:cs typeface="DejaVu Sans"/>
              </a:defRPr>
            </a:lvl3pPr>
            <a:lvl4pPr algn="ctr">
              <a:defRPr sz="720" b="0">
                <a:solidFill>
                  <a:srgbClr val="161616"/>
                </a:solidFill>
                <a:latin typeface="DejaVu Sans"/>
                <a:ea typeface="DejaVu Sans"/>
                <a:cs typeface="DejaVu Sans"/>
              </a:defRPr>
            </a:lvl4pPr>
            <a:lvl5pPr algn="ctr">
              <a:defRPr sz="720" b="0">
                <a:solidFill>
                  <a:srgbClr val="161616"/>
                </a:solidFill>
                <a:latin typeface="DejaVu Sans"/>
                <a:ea typeface="DejaVu Sans"/>
                <a:cs typeface="DejaVu Sans"/>
              </a:defRPr>
            </a:lvl5pPr>
            <a:lvl6pPr algn="ctr">
              <a:defRPr sz="720" b="0">
                <a:solidFill>
                  <a:srgbClr val="161616"/>
                </a:solidFill>
                <a:latin typeface="DejaVu Sans"/>
                <a:ea typeface="DejaVu Sans"/>
                <a:cs typeface="DejaVu Sans"/>
              </a:defRPr>
            </a:lvl6pPr>
            <a:lvl7pPr algn="ctr">
              <a:defRPr sz="720" b="0">
                <a:solidFill>
                  <a:srgbClr val="161616"/>
                </a:solidFill>
                <a:latin typeface="DejaVu Sans"/>
                <a:ea typeface="DejaVu Sans"/>
                <a:cs typeface="DejaVu Sans"/>
              </a:defRPr>
            </a:lvl7pPr>
            <a:lvl8pPr algn="ctr">
              <a:defRPr sz="720" b="0">
                <a:solidFill>
                  <a:srgbClr val="161616"/>
                </a:solidFill>
                <a:latin typeface="DejaVu Sans"/>
                <a:ea typeface="DejaVu Sans"/>
                <a:cs typeface="DejaVu Sans"/>
              </a:defRPr>
            </a:lvl8pPr>
            <a:lvl9pPr algn="ctr">
              <a:defRPr sz="720" b="0">
                <a:solidFill>
                  <a:srgbClr val="161616"/>
                </a:solidFill>
                <a:latin typeface="DejaVu Sans"/>
                <a:ea typeface="DejaVu Sans"/>
                <a:cs typeface="DejaVu Sans"/>
              </a:defRPr>
            </a:lvl9pPr>
          </a:lstStyle>
          <a:p xmlns:a="http://schemas.openxmlformats.org/drawingml/2006/main">
            <a:pPr algn="ctr">
              <a:defRPr sz="720" b="0">
                <a:solidFill>
                  <a:srgbClr val="161616"/>
                </a:solidFill>
                <a:latin typeface="DejaVu Sans"/>
                <a:ea typeface="DejaVu Sans"/>
                <a:cs typeface="DejaVu Sans"/>
              </a:defRPr>
            </a:pPr>
            <a:r>
              <a:rPr sz="720" b="0">
                <a:solidFill>
                  <a:srgbClr val="161616"/>
                </a:solidFill>
                <a:latin typeface="DejaVu Sans"/>
                <a:ea typeface="DejaVu Sans"/>
                <a:cs typeface="DejaVu Sans"/>
              </a:rPr>
              <a:t>S</a:t>
            </a:r>
          </a:p>
        </p:txBody>
      </p:sp>
      <p:sp>
        <p:nvSpPr>
          <p:cNvPr id="57" name="Figure_4_Paired_Comparison-057">
            <a:extLst xmlns:a="http://schemas.openxmlformats.org/drawingml/2006/main">
              <a:ext uri="{FF2B5EF4-FFF2-40B4-BE49-F238E27FC236}">
                <a16:creationId xmlns:a16="http://schemas.microsoft.com/office/drawing/2014/main" id="{30026696-2896-42A6-AB50-F2B5C0895021}"/>
              </a:ext>
            </a:extLst>
          </p:cNvPr>
          <p:cNvSpPr>
            <a:spLocks xmlns:a="http://schemas.openxmlformats.org/drawingml/2006/main" noGrp="1"/>
          </p:cNvSpPr>
          <p:nvPr/>
        </p:nvSpPr>
        <p:spPr>
          <a:xfrm xmlns:a="http://schemas.openxmlformats.org/drawingml/2006/main">
            <a:off x="1574800" y="2730500"/>
            <a:ext cx="203200" cy="127"/>
          </a:xfrm>
          <a:custGeom xmlns:a="http://schemas.openxmlformats.org/drawingml/2006/main">
            <a:pathLst>
              <a:path w="203200" h="127">
                <a:moveTo>
                  <a:pt x="0" y="0"/>
                </a:moveTo>
                <a:lnTo>
                  <a:pt x="203200" y="0"/>
                </a:lnTo>
              </a:path>
            </a:pathLst>
          </a:custGeom>
          <a:noFill xmlns:a="http://schemas.openxmlformats.org/drawingml/2006/main"/>
          <a:ln xmlns:a="http://schemas.openxmlformats.org/drawingml/2006/main" w="17780">
            <a:solidFill>
              <a:srgbClr val="161616"/>
            </a:solidFill>
            <a:prstDash val="solid"/>
          </a:ln>
        </p:spPr>
      </p:sp>
      <p:sp>
        <p:nvSpPr>
          <p:cNvPr id="58" name="Figure_4_Paired_Comparison-058">
            <a:extLst xmlns:a="http://schemas.openxmlformats.org/drawingml/2006/main">
              <a:ext uri="{FF2B5EF4-FFF2-40B4-BE49-F238E27FC236}">
                <a16:creationId xmlns:a16="http://schemas.microsoft.com/office/drawing/2014/main" id="{574F1FA9-EB0B-4CCC-876F-A6AEE87BDF35}"/>
              </a:ext>
            </a:extLst>
          </p:cNvPr>
          <p:cNvSpPr>
            <a:spLocks xmlns:a="http://schemas.openxmlformats.org/drawingml/2006/main" noGrp="1"/>
          </p:cNvSpPr>
          <p:nvPr/>
        </p:nvSpPr>
        <p:spPr>
          <a:xfrm xmlns:a="http://schemas.openxmlformats.org/drawingml/2006/main">
            <a:off x="1727200" y="27081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59" name="Figure_4_Paired_Comparison-059">
            <a:extLst xmlns:a="http://schemas.openxmlformats.org/drawingml/2006/main">
              <a:ext uri="{FF2B5EF4-FFF2-40B4-BE49-F238E27FC236}">
                <a16:creationId xmlns:a16="http://schemas.microsoft.com/office/drawing/2014/main" id="{35574904-90CC-45CB-9FEA-4C1B263F00DB}"/>
              </a:ext>
            </a:extLst>
          </p:cNvPr>
          <p:cNvSpPr>
            <a:spLocks xmlns:a="http://schemas.openxmlformats.org/drawingml/2006/main" noGrp="1"/>
          </p:cNvSpPr>
          <p:nvPr/>
        </p:nvSpPr>
        <p:spPr>
          <a:xfrm xmlns:a="http://schemas.openxmlformats.org/drawingml/2006/main">
            <a:off x="1841500" y="2616200"/>
            <a:ext cx="1333500" cy="266700"/>
          </a:xfrm>
          <a:prstGeom xmlns:a="http://schemas.openxmlformats.org/drawingml/2006/main" prst="roundRect">
            <a:avLst>
              <a:gd name="adj" fmla="val 14286"/>
            </a:avLst>
          </a:prstGeom>
          <a:solidFill xmlns:a="http://schemas.openxmlformats.org/drawingml/2006/main">
            <a:srgbClr val="E1EFD9"/>
          </a:solidFill>
          <a:ln xmlns:a="http://schemas.openxmlformats.org/drawingml/2006/main" w="8890">
            <a:solidFill>
              <a:srgbClr val="161616"/>
            </a:solidFill>
            <a:prstDash val="solid"/>
          </a:ln>
        </p:spPr>
      </p:sp>
      <p:sp>
        <p:nvSpPr>
          <p:cNvPr id="60" name="Figure_4_Paired_Comparison-060">
            <a:extLst xmlns:a="http://schemas.openxmlformats.org/drawingml/2006/main">
              <a:ext uri="{FF2B5EF4-FFF2-40B4-BE49-F238E27FC236}">
                <a16:creationId xmlns:a16="http://schemas.microsoft.com/office/drawing/2014/main" id="{9ED6C90C-C984-4A45-B625-8403F5AC1B8D}"/>
              </a:ext>
            </a:extLst>
          </p:cNvPr>
          <p:cNvSpPr>
            <a:spLocks xmlns:a="http://schemas.openxmlformats.org/drawingml/2006/main" noGrp="1"/>
          </p:cNvSpPr>
          <p:nvPr/>
        </p:nvSpPr>
        <p:spPr>
          <a:xfrm xmlns:a="http://schemas.openxmlformats.org/drawingml/2006/main">
            <a:off x="1892300" y="2679700"/>
            <a:ext cx="12319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00" b="0">
                <a:solidFill>
                  <a:srgbClr val="161616"/>
                </a:solidFill>
                <a:latin typeface="DejaVu Sans"/>
                <a:ea typeface="DejaVu Sans"/>
                <a:cs typeface="DejaVu Sans"/>
              </a:defRPr>
            </a:defPPr>
            <a:lvl1pPr algn="ctr">
              <a:defRPr sz="700" b="0">
                <a:solidFill>
                  <a:srgbClr val="161616"/>
                </a:solidFill>
                <a:latin typeface="DejaVu Sans"/>
                <a:ea typeface="DejaVu Sans"/>
                <a:cs typeface="DejaVu Sans"/>
              </a:defRPr>
            </a:lvl1pPr>
            <a:lvl2pPr algn="ctr">
              <a:defRPr sz="700" b="0">
                <a:solidFill>
                  <a:srgbClr val="161616"/>
                </a:solidFill>
                <a:latin typeface="DejaVu Sans"/>
                <a:ea typeface="DejaVu Sans"/>
                <a:cs typeface="DejaVu Sans"/>
              </a:defRPr>
            </a:lvl2pPr>
            <a:lvl3pPr algn="ctr">
              <a:defRPr sz="700" b="0">
                <a:solidFill>
                  <a:srgbClr val="161616"/>
                </a:solidFill>
                <a:latin typeface="DejaVu Sans"/>
                <a:ea typeface="DejaVu Sans"/>
                <a:cs typeface="DejaVu Sans"/>
              </a:defRPr>
            </a:lvl3pPr>
            <a:lvl4pPr algn="ctr">
              <a:defRPr sz="700" b="0">
                <a:solidFill>
                  <a:srgbClr val="161616"/>
                </a:solidFill>
                <a:latin typeface="DejaVu Sans"/>
                <a:ea typeface="DejaVu Sans"/>
                <a:cs typeface="DejaVu Sans"/>
              </a:defRPr>
            </a:lvl4pPr>
            <a:lvl5pPr algn="ctr">
              <a:defRPr sz="700" b="0">
                <a:solidFill>
                  <a:srgbClr val="161616"/>
                </a:solidFill>
                <a:latin typeface="DejaVu Sans"/>
                <a:ea typeface="DejaVu Sans"/>
                <a:cs typeface="DejaVu Sans"/>
              </a:defRPr>
            </a:lvl5pPr>
            <a:lvl6pPr algn="ctr">
              <a:defRPr sz="700" b="0">
                <a:solidFill>
                  <a:srgbClr val="161616"/>
                </a:solidFill>
                <a:latin typeface="DejaVu Sans"/>
                <a:ea typeface="DejaVu Sans"/>
                <a:cs typeface="DejaVu Sans"/>
              </a:defRPr>
            </a:lvl6pPr>
            <a:lvl7pPr algn="ctr">
              <a:defRPr sz="700" b="0">
                <a:solidFill>
                  <a:srgbClr val="161616"/>
                </a:solidFill>
                <a:latin typeface="DejaVu Sans"/>
                <a:ea typeface="DejaVu Sans"/>
                <a:cs typeface="DejaVu Sans"/>
              </a:defRPr>
            </a:lvl7pPr>
            <a:lvl8pPr algn="ctr">
              <a:defRPr sz="700" b="0">
                <a:solidFill>
                  <a:srgbClr val="161616"/>
                </a:solidFill>
                <a:latin typeface="DejaVu Sans"/>
                <a:ea typeface="DejaVu Sans"/>
                <a:cs typeface="DejaVu Sans"/>
              </a:defRPr>
            </a:lvl8pPr>
            <a:lvl9pPr algn="ctr">
              <a:defRPr sz="700" b="0">
                <a:solidFill>
                  <a:srgbClr val="161616"/>
                </a:solidFill>
                <a:latin typeface="DejaVu Sans"/>
                <a:ea typeface="DejaVu Sans"/>
                <a:cs typeface="DejaVu Sans"/>
              </a:defRPr>
            </a:lvl9pPr>
          </a:lstStyle>
          <a:p xmlns:a="http://schemas.openxmlformats.org/drawingml/2006/main">
            <a:pPr algn="ctr">
              <a:defRPr sz="700" b="0">
                <a:solidFill>
                  <a:srgbClr val="161616"/>
                </a:solidFill>
                <a:latin typeface="DejaVu Sans"/>
                <a:ea typeface="DejaVu Sans"/>
                <a:cs typeface="DejaVu Sans"/>
              </a:defRPr>
            </a:pPr>
            <a:r>
              <a:rPr sz="700" b="0">
                <a:solidFill>
                  <a:srgbClr val="161616"/>
                </a:solidFill>
                <a:latin typeface="DejaVu Sans"/>
                <a:ea typeface="DejaVu Sans"/>
                <a:cs typeface="DejaVu Sans"/>
              </a:rPr>
              <a:t>Chain closure</a:t>
            </a:r>
          </a:p>
        </p:txBody>
      </p:sp>
      <p:sp>
        <p:nvSpPr>
          <p:cNvPr id="61" name="Figure_4_Paired_Comparison-061">
            <a:extLst xmlns:a="http://schemas.openxmlformats.org/drawingml/2006/main">
              <a:ext uri="{FF2B5EF4-FFF2-40B4-BE49-F238E27FC236}">
                <a16:creationId xmlns:a16="http://schemas.microsoft.com/office/drawing/2014/main" id="{6A3F8DEB-5793-4B73-A609-FA70EE3D5472}"/>
              </a:ext>
            </a:extLst>
          </p:cNvPr>
          <p:cNvSpPr>
            <a:spLocks xmlns:a="http://schemas.openxmlformats.org/drawingml/2006/main" noGrp="1"/>
          </p:cNvSpPr>
          <p:nvPr/>
        </p:nvSpPr>
        <p:spPr>
          <a:xfrm xmlns:a="http://schemas.openxmlformats.org/drawingml/2006/main">
            <a:off x="3200400" y="27432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17780">
            <a:solidFill>
              <a:srgbClr val="161616"/>
            </a:solidFill>
            <a:prstDash val="solid"/>
          </a:ln>
        </p:spPr>
      </p:sp>
      <p:sp>
        <p:nvSpPr>
          <p:cNvPr id="62" name="Figure_4_Paired_Comparison-062">
            <a:extLst xmlns:a="http://schemas.openxmlformats.org/drawingml/2006/main">
              <a:ext uri="{FF2B5EF4-FFF2-40B4-BE49-F238E27FC236}">
                <a16:creationId xmlns:a16="http://schemas.microsoft.com/office/drawing/2014/main" id="{F7377CF6-A6CE-45A9-8E00-592FCB55DEBA}"/>
              </a:ext>
            </a:extLst>
          </p:cNvPr>
          <p:cNvSpPr>
            <a:spLocks xmlns:a="http://schemas.openxmlformats.org/drawingml/2006/main" noGrp="1"/>
          </p:cNvSpPr>
          <p:nvPr/>
        </p:nvSpPr>
        <p:spPr>
          <a:xfrm xmlns:a="http://schemas.openxmlformats.org/drawingml/2006/main">
            <a:off x="3327400" y="27208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63" name="Figure_4_Paired_Comparison-063">
            <a:extLst xmlns:a="http://schemas.openxmlformats.org/drawingml/2006/main">
              <a:ext uri="{FF2B5EF4-FFF2-40B4-BE49-F238E27FC236}">
                <a16:creationId xmlns:a16="http://schemas.microsoft.com/office/drawing/2014/main" id="{05A33EB7-35EF-43D1-9E4D-D28C4DC239F9}"/>
              </a:ext>
            </a:extLst>
          </p:cNvPr>
          <p:cNvSpPr>
            <a:spLocks xmlns:a="http://schemas.openxmlformats.org/drawingml/2006/main" noGrp="1"/>
          </p:cNvSpPr>
          <p:nvPr/>
        </p:nvSpPr>
        <p:spPr>
          <a:xfrm xmlns:a="http://schemas.openxmlformats.org/drawingml/2006/main">
            <a:off x="3492500" y="2616200"/>
            <a:ext cx="444500" cy="190500"/>
          </a:xfrm>
          <a:prstGeom xmlns:a="http://schemas.openxmlformats.org/drawingml/2006/main" prst="roundRect">
            <a:avLst>
              <a:gd name="adj" fmla="val 13333"/>
            </a:avLst>
          </a:prstGeom>
          <a:solidFill xmlns:a="http://schemas.openxmlformats.org/drawingml/2006/main">
            <a:srgbClr val="E1EFD9"/>
          </a:solidFill>
          <a:ln xmlns:a="http://schemas.openxmlformats.org/drawingml/2006/main" w="10160">
            <a:solidFill>
              <a:srgbClr val="161616"/>
            </a:solidFill>
            <a:prstDash val="solid"/>
          </a:ln>
        </p:spPr>
      </p:sp>
      <p:sp>
        <p:nvSpPr>
          <p:cNvPr id="64" name="Figure_4_Paired_Comparison-064">
            <a:extLst xmlns:a="http://schemas.openxmlformats.org/drawingml/2006/main">
              <a:ext uri="{FF2B5EF4-FFF2-40B4-BE49-F238E27FC236}">
                <a16:creationId xmlns:a16="http://schemas.microsoft.com/office/drawing/2014/main" id="{FB9FBAA9-4676-47AB-B190-A73468B0C018}"/>
              </a:ext>
            </a:extLst>
          </p:cNvPr>
          <p:cNvSpPr>
            <a:spLocks xmlns:a="http://schemas.openxmlformats.org/drawingml/2006/main" noGrp="1"/>
          </p:cNvSpPr>
          <p:nvPr/>
        </p:nvSpPr>
        <p:spPr>
          <a:xfrm xmlns:a="http://schemas.openxmlformats.org/drawingml/2006/main">
            <a:off x="3454400" y="2654300"/>
            <a:ext cx="444500" cy="190500"/>
          </a:xfrm>
          <a:prstGeom xmlns:a="http://schemas.openxmlformats.org/drawingml/2006/main" prst="roundRect">
            <a:avLst>
              <a:gd name="adj" fmla="val 13333"/>
            </a:avLst>
          </a:prstGeom>
          <a:solidFill xmlns:a="http://schemas.openxmlformats.org/drawingml/2006/main">
            <a:srgbClr val="E1EFD9"/>
          </a:solidFill>
          <a:ln xmlns:a="http://schemas.openxmlformats.org/drawingml/2006/main" w="10160">
            <a:solidFill>
              <a:srgbClr val="161616"/>
            </a:solidFill>
            <a:prstDash val="solid"/>
          </a:ln>
        </p:spPr>
      </p:sp>
      <p:sp>
        <p:nvSpPr>
          <p:cNvPr id="65" name="Figure_4_Paired_Comparison-065">
            <a:extLst xmlns:a="http://schemas.openxmlformats.org/drawingml/2006/main">
              <a:ext uri="{FF2B5EF4-FFF2-40B4-BE49-F238E27FC236}">
                <a16:creationId xmlns:a16="http://schemas.microsoft.com/office/drawing/2014/main" id="{007DAB15-789D-47A7-8521-F0851F553E06}"/>
              </a:ext>
            </a:extLst>
          </p:cNvPr>
          <p:cNvSpPr>
            <a:spLocks xmlns:a="http://schemas.openxmlformats.org/drawingml/2006/main" noGrp="1"/>
          </p:cNvSpPr>
          <p:nvPr/>
        </p:nvSpPr>
        <p:spPr>
          <a:xfrm xmlns:a="http://schemas.openxmlformats.org/drawingml/2006/main">
            <a:off x="3492500" y="2686050"/>
            <a:ext cx="3683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20" b="0">
                <a:solidFill>
                  <a:srgbClr val="161616"/>
                </a:solidFill>
                <a:latin typeface="DejaVu Sans"/>
                <a:ea typeface="DejaVu Sans"/>
                <a:cs typeface="DejaVu Sans"/>
              </a:defRPr>
            </a:defPPr>
            <a:lvl1pPr algn="ctr">
              <a:defRPr sz="720" b="0">
                <a:solidFill>
                  <a:srgbClr val="161616"/>
                </a:solidFill>
                <a:latin typeface="DejaVu Sans"/>
                <a:ea typeface="DejaVu Sans"/>
                <a:cs typeface="DejaVu Sans"/>
              </a:defRPr>
            </a:lvl1pPr>
            <a:lvl2pPr algn="ctr">
              <a:defRPr sz="720" b="0">
                <a:solidFill>
                  <a:srgbClr val="161616"/>
                </a:solidFill>
                <a:latin typeface="DejaVu Sans"/>
                <a:ea typeface="DejaVu Sans"/>
                <a:cs typeface="DejaVu Sans"/>
              </a:defRPr>
            </a:lvl2pPr>
            <a:lvl3pPr algn="ctr">
              <a:defRPr sz="720" b="0">
                <a:solidFill>
                  <a:srgbClr val="161616"/>
                </a:solidFill>
                <a:latin typeface="DejaVu Sans"/>
                <a:ea typeface="DejaVu Sans"/>
                <a:cs typeface="DejaVu Sans"/>
              </a:defRPr>
            </a:lvl3pPr>
            <a:lvl4pPr algn="ctr">
              <a:defRPr sz="720" b="0">
                <a:solidFill>
                  <a:srgbClr val="161616"/>
                </a:solidFill>
                <a:latin typeface="DejaVu Sans"/>
                <a:ea typeface="DejaVu Sans"/>
                <a:cs typeface="DejaVu Sans"/>
              </a:defRPr>
            </a:lvl4pPr>
            <a:lvl5pPr algn="ctr">
              <a:defRPr sz="720" b="0">
                <a:solidFill>
                  <a:srgbClr val="161616"/>
                </a:solidFill>
                <a:latin typeface="DejaVu Sans"/>
                <a:ea typeface="DejaVu Sans"/>
                <a:cs typeface="DejaVu Sans"/>
              </a:defRPr>
            </a:lvl5pPr>
            <a:lvl6pPr algn="ctr">
              <a:defRPr sz="720" b="0">
                <a:solidFill>
                  <a:srgbClr val="161616"/>
                </a:solidFill>
                <a:latin typeface="DejaVu Sans"/>
                <a:ea typeface="DejaVu Sans"/>
                <a:cs typeface="DejaVu Sans"/>
              </a:defRPr>
            </a:lvl6pPr>
            <a:lvl7pPr algn="ctr">
              <a:defRPr sz="720" b="0">
                <a:solidFill>
                  <a:srgbClr val="161616"/>
                </a:solidFill>
                <a:latin typeface="DejaVu Sans"/>
                <a:ea typeface="DejaVu Sans"/>
                <a:cs typeface="DejaVu Sans"/>
              </a:defRPr>
            </a:lvl7pPr>
            <a:lvl8pPr algn="ctr">
              <a:defRPr sz="720" b="0">
                <a:solidFill>
                  <a:srgbClr val="161616"/>
                </a:solidFill>
                <a:latin typeface="DejaVu Sans"/>
                <a:ea typeface="DejaVu Sans"/>
                <a:cs typeface="DejaVu Sans"/>
              </a:defRPr>
            </a:lvl8pPr>
            <a:lvl9pPr algn="ctr">
              <a:defRPr sz="720" b="0">
                <a:solidFill>
                  <a:srgbClr val="161616"/>
                </a:solidFill>
                <a:latin typeface="DejaVu Sans"/>
                <a:ea typeface="DejaVu Sans"/>
                <a:cs typeface="DejaVu Sans"/>
              </a:defRPr>
            </a:lvl9pPr>
          </a:lstStyle>
          <a:p xmlns:a="http://schemas.openxmlformats.org/drawingml/2006/main">
            <a:pPr algn="ctr">
              <a:defRPr sz="720" b="0">
                <a:solidFill>
                  <a:srgbClr val="161616"/>
                </a:solidFill>
                <a:latin typeface="DejaVu Sans"/>
                <a:ea typeface="DejaVu Sans"/>
                <a:cs typeface="DejaVu Sans"/>
              </a:defRPr>
            </a:pPr>
            <a:r>
              <a:rPr sz="720" b="0">
                <a:solidFill>
                  <a:srgbClr val="161616"/>
                </a:solidFill>
                <a:latin typeface="DejaVu Sans"/>
                <a:ea typeface="DejaVu Sans"/>
                <a:cs typeface="DejaVu Sans"/>
              </a:rPr>
              <a:t>S</a:t>
            </a:r>
          </a:p>
        </p:txBody>
      </p:sp>
      <p:sp>
        <p:nvSpPr>
          <p:cNvPr id="66" name="Figure_4_Paired_Comparison-066">
            <a:extLst xmlns:a="http://schemas.openxmlformats.org/drawingml/2006/main">
              <a:ext uri="{FF2B5EF4-FFF2-40B4-BE49-F238E27FC236}">
                <a16:creationId xmlns:a16="http://schemas.microsoft.com/office/drawing/2014/main" id="{AAE38217-628F-4AC5-90E8-E4F18BBC3C37}"/>
              </a:ext>
            </a:extLst>
          </p:cNvPr>
          <p:cNvSpPr>
            <a:spLocks xmlns:a="http://schemas.openxmlformats.org/drawingml/2006/main" noGrp="1"/>
          </p:cNvSpPr>
          <p:nvPr/>
        </p:nvSpPr>
        <p:spPr>
          <a:xfrm xmlns:a="http://schemas.openxmlformats.org/drawingml/2006/main">
            <a:off x="1574800" y="3136900"/>
            <a:ext cx="203200" cy="127"/>
          </a:xfrm>
          <a:custGeom xmlns:a="http://schemas.openxmlformats.org/drawingml/2006/main">
            <a:pathLst>
              <a:path w="203200" h="127">
                <a:moveTo>
                  <a:pt x="0" y="0"/>
                </a:moveTo>
                <a:lnTo>
                  <a:pt x="203200" y="0"/>
                </a:lnTo>
              </a:path>
            </a:pathLst>
          </a:custGeom>
          <a:noFill xmlns:a="http://schemas.openxmlformats.org/drawingml/2006/main"/>
          <a:ln xmlns:a="http://schemas.openxmlformats.org/drawingml/2006/main" w="17780">
            <a:solidFill>
              <a:srgbClr val="161616"/>
            </a:solidFill>
            <a:prstDash val="solid"/>
          </a:ln>
        </p:spPr>
      </p:sp>
      <p:sp>
        <p:nvSpPr>
          <p:cNvPr id="67" name="Figure_4_Paired_Comparison-067">
            <a:extLst xmlns:a="http://schemas.openxmlformats.org/drawingml/2006/main">
              <a:ext uri="{FF2B5EF4-FFF2-40B4-BE49-F238E27FC236}">
                <a16:creationId xmlns:a16="http://schemas.microsoft.com/office/drawing/2014/main" id="{84DD0059-5982-4750-A099-32F94BFC69B4}"/>
              </a:ext>
            </a:extLst>
          </p:cNvPr>
          <p:cNvSpPr>
            <a:spLocks xmlns:a="http://schemas.openxmlformats.org/drawingml/2006/main" noGrp="1"/>
          </p:cNvSpPr>
          <p:nvPr/>
        </p:nvSpPr>
        <p:spPr>
          <a:xfrm xmlns:a="http://schemas.openxmlformats.org/drawingml/2006/main">
            <a:off x="1727200" y="31145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68" name="Figure_4_Paired_Comparison-068">
            <a:extLst xmlns:a="http://schemas.openxmlformats.org/drawingml/2006/main">
              <a:ext uri="{FF2B5EF4-FFF2-40B4-BE49-F238E27FC236}">
                <a16:creationId xmlns:a16="http://schemas.microsoft.com/office/drawing/2014/main" id="{995AEA7B-979D-4848-B1FD-8C683510B398}"/>
              </a:ext>
            </a:extLst>
          </p:cNvPr>
          <p:cNvSpPr>
            <a:spLocks xmlns:a="http://schemas.openxmlformats.org/drawingml/2006/main" noGrp="1"/>
          </p:cNvSpPr>
          <p:nvPr/>
        </p:nvSpPr>
        <p:spPr>
          <a:xfrm xmlns:a="http://schemas.openxmlformats.org/drawingml/2006/main">
            <a:off x="1841500" y="3022600"/>
            <a:ext cx="1333500" cy="266700"/>
          </a:xfrm>
          <a:prstGeom xmlns:a="http://schemas.openxmlformats.org/drawingml/2006/main" prst="roundRect">
            <a:avLst>
              <a:gd name="adj" fmla="val 14286"/>
            </a:avLst>
          </a:prstGeom>
          <a:solidFill xmlns:a="http://schemas.openxmlformats.org/drawingml/2006/main">
            <a:srgbClr val="FDE694"/>
          </a:solidFill>
          <a:ln xmlns:a="http://schemas.openxmlformats.org/drawingml/2006/main" w="8890">
            <a:solidFill>
              <a:srgbClr val="161616"/>
            </a:solidFill>
            <a:prstDash val="solid"/>
          </a:ln>
        </p:spPr>
      </p:sp>
      <p:sp>
        <p:nvSpPr>
          <p:cNvPr id="69" name="Figure_4_Paired_Comparison-069">
            <a:extLst xmlns:a="http://schemas.openxmlformats.org/drawingml/2006/main">
              <a:ext uri="{FF2B5EF4-FFF2-40B4-BE49-F238E27FC236}">
                <a16:creationId xmlns:a16="http://schemas.microsoft.com/office/drawing/2014/main" id="{CF1174FC-7871-4E11-885D-37F2AD354861}"/>
              </a:ext>
            </a:extLst>
          </p:cNvPr>
          <p:cNvSpPr>
            <a:spLocks xmlns:a="http://schemas.openxmlformats.org/drawingml/2006/main" noGrp="1"/>
          </p:cNvSpPr>
          <p:nvPr/>
        </p:nvSpPr>
        <p:spPr>
          <a:xfrm xmlns:a="http://schemas.openxmlformats.org/drawingml/2006/main">
            <a:off x="1892300" y="3086100"/>
            <a:ext cx="1231900" cy="14351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00" b="1">
                <a:solidFill>
                  <a:srgbClr val="161616"/>
                </a:solidFill>
                <a:latin typeface="DejaVu Sans"/>
                <a:ea typeface="DejaVu Sans"/>
                <a:cs typeface="DejaVu Sans"/>
              </a:defRPr>
            </a:defPPr>
            <a:lvl1pPr algn="ctr">
              <a:defRPr sz="700" b="1">
                <a:solidFill>
                  <a:srgbClr val="161616"/>
                </a:solidFill>
                <a:latin typeface="DejaVu Sans"/>
                <a:ea typeface="DejaVu Sans"/>
                <a:cs typeface="DejaVu Sans"/>
              </a:defRPr>
            </a:lvl1pPr>
            <a:lvl2pPr algn="ctr">
              <a:defRPr sz="700" b="1">
                <a:solidFill>
                  <a:srgbClr val="161616"/>
                </a:solidFill>
                <a:latin typeface="DejaVu Sans"/>
                <a:ea typeface="DejaVu Sans"/>
                <a:cs typeface="DejaVu Sans"/>
              </a:defRPr>
            </a:lvl2pPr>
            <a:lvl3pPr algn="ctr">
              <a:defRPr sz="700" b="1">
                <a:solidFill>
                  <a:srgbClr val="161616"/>
                </a:solidFill>
                <a:latin typeface="DejaVu Sans"/>
                <a:ea typeface="DejaVu Sans"/>
                <a:cs typeface="DejaVu Sans"/>
              </a:defRPr>
            </a:lvl3pPr>
            <a:lvl4pPr algn="ctr">
              <a:defRPr sz="700" b="1">
                <a:solidFill>
                  <a:srgbClr val="161616"/>
                </a:solidFill>
                <a:latin typeface="DejaVu Sans"/>
                <a:ea typeface="DejaVu Sans"/>
                <a:cs typeface="DejaVu Sans"/>
              </a:defRPr>
            </a:lvl4pPr>
            <a:lvl5pPr algn="ctr">
              <a:defRPr sz="700" b="1">
                <a:solidFill>
                  <a:srgbClr val="161616"/>
                </a:solidFill>
                <a:latin typeface="DejaVu Sans"/>
                <a:ea typeface="DejaVu Sans"/>
                <a:cs typeface="DejaVu Sans"/>
              </a:defRPr>
            </a:lvl5pPr>
            <a:lvl6pPr algn="ctr">
              <a:defRPr sz="700" b="1">
                <a:solidFill>
                  <a:srgbClr val="161616"/>
                </a:solidFill>
                <a:latin typeface="DejaVu Sans"/>
                <a:ea typeface="DejaVu Sans"/>
                <a:cs typeface="DejaVu Sans"/>
              </a:defRPr>
            </a:lvl6pPr>
            <a:lvl7pPr algn="ctr">
              <a:defRPr sz="700" b="1">
                <a:solidFill>
                  <a:srgbClr val="161616"/>
                </a:solidFill>
                <a:latin typeface="DejaVu Sans"/>
                <a:ea typeface="DejaVu Sans"/>
                <a:cs typeface="DejaVu Sans"/>
              </a:defRPr>
            </a:lvl7pPr>
            <a:lvl8pPr algn="ctr">
              <a:defRPr sz="700" b="1">
                <a:solidFill>
                  <a:srgbClr val="161616"/>
                </a:solidFill>
                <a:latin typeface="DejaVu Sans"/>
                <a:ea typeface="DejaVu Sans"/>
                <a:cs typeface="DejaVu Sans"/>
              </a:defRPr>
            </a:lvl8pPr>
            <a:lvl9pPr algn="ctr">
              <a:defRPr sz="700" b="1">
                <a:solidFill>
                  <a:srgbClr val="161616"/>
                </a:solidFill>
                <a:latin typeface="DejaVu Sans"/>
                <a:ea typeface="DejaVu Sans"/>
                <a:cs typeface="DejaVu Sans"/>
              </a:defRPr>
            </a:lvl9pPr>
          </a:lstStyle>
          <a:p xmlns:a="http://schemas.openxmlformats.org/drawingml/2006/main">
            <a:pPr algn="ctr">
              <a:defRPr sz="700" b="1">
                <a:solidFill>
                  <a:srgbClr val="161616"/>
                </a:solidFill>
                <a:latin typeface="DejaVu Sans"/>
                <a:ea typeface="DejaVu Sans"/>
                <a:cs typeface="DejaVu Sans"/>
              </a:defRPr>
            </a:pPr>
            <a:r>
              <a:rPr sz="700" b="1">
                <a:solidFill>
                  <a:srgbClr val="161616"/>
                </a:solidFill>
                <a:latin typeface="DejaVu Sans"/>
                <a:ea typeface="DejaVu Sans"/>
                <a:cs typeface="DejaVu Sans"/>
              </a:rPr>
              <a:t>Joint preservation</a:t>
            </a:r>
          </a:p>
        </p:txBody>
      </p:sp>
      <p:sp>
        <p:nvSpPr>
          <p:cNvPr id="70" name="Figure_4_Paired_Comparison-070">
            <a:extLst xmlns:a="http://schemas.openxmlformats.org/drawingml/2006/main">
              <a:ext uri="{FF2B5EF4-FFF2-40B4-BE49-F238E27FC236}">
                <a16:creationId xmlns:a16="http://schemas.microsoft.com/office/drawing/2014/main" id="{83961B91-5AFA-427B-B8E8-2E498F5585D5}"/>
              </a:ext>
            </a:extLst>
          </p:cNvPr>
          <p:cNvSpPr>
            <a:spLocks xmlns:a="http://schemas.openxmlformats.org/drawingml/2006/main" noGrp="1"/>
          </p:cNvSpPr>
          <p:nvPr/>
        </p:nvSpPr>
        <p:spPr>
          <a:xfrm xmlns:a="http://schemas.openxmlformats.org/drawingml/2006/main">
            <a:off x="3200400" y="31496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17780">
            <a:solidFill>
              <a:srgbClr val="161616"/>
            </a:solidFill>
            <a:prstDash val="solid"/>
          </a:ln>
        </p:spPr>
      </p:sp>
      <p:sp>
        <p:nvSpPr>
          <p:cNvPr id="71" name="Figure_4_Paired_Comparison-071">
            <a:extLst xmlns:a="http://schemas.openxmlformats.org/drawingml/2006/main">
              <a:ext uri="{FF2B5EF4-FFF2-40B4-BE49-F238E27FC236}">
                <a16:creationId xmlns:a16="http://schemas.microsoft.com/office/drawing/2014/main" id="{A19F3115-9140-4802-80BB-170E385BEE33}"/>
              </a:ext>
            </a:extLst>
          </p:cNvPr>
          <p:cNvSpPr>
            <a:spLocks xmlns:a="http://schemas.openxmlformats.org/drawingml/2006/main" noGrp="1"/>
          </p:cNvSpPr>
          <p:nvPr/>
        </p:nvSpPr>
        <p:spPr>
          <a:xfrm xmlns:a="http://schemas.openxmlformats.org/drawingml/2006/main">
            <a:off x="3327400" y="31272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72" name="Figure_4_Paired_Comparison-072">
            <a:extLst xmlns:a="http://schemas.openxmlformats.org/drawingml/2006/main">
              <a:ext uri="{FF2B5EF4-FFF2-40B4-BE49-F238E27FC236}">
                <a16:creationId xmlns:a16="http://schemas.microsoft.com/office/drawing/2014/main" id="{E9BA5134-93EE-4564-91B9-8FD6F2A6E455}"/>
              </a:ext>
            </a:extLst>
          </p:cNvPr>
          <p:cNvSpPr>
            <a:spLocks xmlns:a="http://schemas.openxmlformats.org/drawingml/2006/main" noGrp="1"/>
          </p:cNvSpPr>
          <p:nvPr/>
        </p:nvSpPr>
        <p:spPr>
          <a:xfrm xmlns:a="http://schemas.openxmlformats.org/drawingml/2006/main">
            <a:off x="3492500" y="3022600"/>
            <a:ext cx="444500" cy="190500"/>
          </a:xfrm>
          <a:prstGeom xmlns:a="http://schemas.openxmlformats.org/drawingml/2006/main" prst="roundRect">
            <a:avLst>
              <a:gd name="adj" fmla="val 13333"/>
            </a:avLst>
          </a:prstGeom>
          <a:solidFill xmlns:a="http://schemas.openxmlformats.org/drawingml/2006/main">
            <a:srgbClr val="FDE694"/>
          </a:solidFill>
          <a:ln xmlns:a="http://schemas.openxmlformats.org/drawingml/2006/main" w="10160">
            <a:solidFill>
              <a:srgbClr val="161616"/>
            </a:solidFill>
            <a:prstDash val="solid"/>
          </a:ln>
        </p:spPr>
      </p:sp>
      <p:sp>
        <p:nvSpPr>
          <p:cNvPr id="73" name="Figure_4_Paired_Comparison-073">
            <a:extLst xmlns:a="http://schemas.openxmlformats.org/drawingml/2006/main">
              <a:ext uri="{FF2B5EF4-FFF2-40B4-BE49-F238E27FC236}">
                <a16:creationId xmlns:a16="http://schemas.microsoft.com/office/drawing/2014/main" id="{714D7C6B-4F42-4008-BFC3-AEA521FC9999}"/>
              </a:ext>
            </a:extLst>
          </p:cNvPr>
          <p:cNvSpPr>
            <a:spLocks xmlns:a="http://schemas.openxmlformats.org/drawingml/2006/main" noGrp="1"/>
          </p:cNvSpPr>
          <p:nvPr/>
        </p:nvSpPr>
        <p:spPr>
          <a:xfrm xmlns:a="http://schemas.openxmlformats.org/drawingml/2006/main">
            <a:off x="3454400" y="3060700"/>
            <a:ext cx="444500" cy="190500"/>
          </a:xfrm>
          <a:prstGeom xmlns:a="http://schemas.openxmlformats.org/drawingml/2006/main" prst="roundRect">
            <a:avLst>
              <a:gd name="adj" fmla="val 13333"/>
            </a:avLst>
          </a:prstGeom>
          <a:solidFill xmlns:a="http://schemas.openxmlformats.org/drawingml/2006/main">
            <a:srgbClr val="FDE694"/>
          </a:solidFill>
          <a:ln xmlns:a="http://schemas.openxmlformats.org/drawingml/2006/main" w="10160">
            <a:solidFill>
              <a:srgbClr val="161616"/>
            </a:solidFill>
            <a:prstDash val="solid"/>
          </a:ln>
        </p:spPr>
      </p:sp>
      <p:sp>
        <p:nvSpPr>
          <p:cNvPr id="74" name="Figure_4_Paired_Comparison-074">
            <a:extLst xmlns:a="http://schemas.openxmlformats.org/drawingml/2006/main">
              <a:ext uri="{FF2B5EF4-FFF2-40B4-BE49-F238E27FC236}">
                <a16:creationId xmlns:a16="http://schemas.microsoft.com/office/drawing/2014/main" id="{579AA5D3-DE14-4199-A196-71C7F4DA38A6}"/>
              </a:ext>
            </a:extLst>
          </p:cNvPr>
          <p:cNvSpPr>
            <a:spLocks xmlns:a="http://schemas.openxmlformats.org/drawingml/2006/main" noGrp="1"/>
          </p:cNvSpPr>
          <p:nvPr/>
        </p:nvSpPr>
        <p:spPr>
          <a:xfrm xmlns:a="http://schemas.openxmlformats.org/drawingml/2006/main">
            <a:off x="3492500" y="3092450"/>
            <a:ext cx="3683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20" b="0">
                <a:solidFill>
                  <a:srgbClr val="161616"/>
                </a:solidFill>
                <a:latin typeface="DejaVu Sans"/>
                <a:ea typeface="DejaVu Sans"/>
                <a:cs typeface="DejaVu Sans"/>
              </a:defRPr>
            </a:defPPr>
            <a:lvl1pPr algn="ctr">
              <a:defRPr sz="720" b="0">
                <a:solidFill>
                  <a:srgbClr val="161616"/>
                </a:solidFill>
                <a:latin typeface="DejaVu Sans"/>
                <a:ea typeface="DejaVu Sans"/>
                <a:cs typeface="DejaVu Sans"/>
              </a:defRPr>
            </a:lvl1pPr>
            <a:lvl2pPr algn="ctr">
              <a:defRPr sz="720" b="0">
                <a:solidFill>
                  <a:srgbClr val="161616"/>
                </a:solidFill>
                <a:latin typeface="DejaVu Sans"/>
                <a:ea typeface="DejaVu Sans"/>
                <a:cs typeface="DejaVu Sans"/>
              </a:defRPr>
            </a:lvl2pPr>
            <a:lvl3pPr algn="ctr">
              <a:defRPr sz="720" b="0">
                <a:solidFill>
                  <a:srgbClr val="161616"/>
                </a:solidFill>
                <a:latin typeface="DejaVu Sans"/>
                <a:ea typeface="DejaVu Sans"/>
                <a:cs typeface="DejaVu Sans"/>
              </a:defRPr>
            </a:lvl3pPr>
            <a:lvl4pPr algn="ctr">
              <a:defRPr sz="720" b="0">
                <a:solidFill>
                  <a:srgbClr val="161616"/>
                </a:solidFill>
                <a:latin typeface="DejaVu Sans"/>
                <a:ea typeface="DejaVu Sans"/>
                <a:cs typeface="DejaVu Sans"/>
              </a:defRPr>
            </a:lvl4pPr>
            <a:lvl5pPr algn="ctr">
              <a:defRPr sz="720" b="0">
                <a:solidFill>
                  <a:srgbClr val="161616"/>
                </a:solidFill>
                <a:latin typeface="DejaVu Sans"/>
                <a:ea typeface="DejaVu Sans"/>
                <a:cs typeface="DejaVu Sans"/>
              </a:defRPr>
            </a:lvl5pPr>
            <a:lvl6pPr algn="ctr">
              <a:defRPr sz="720" b="0">
                <a:solidFill>
                  <a:srgbClr val="161616"/>
                </a:solidFill>
                <a:latin typeface="DejaVu Sans"/>
                <a:ea typeface="DejaVu Sans"/>
                <a:cs typeface="DejaVu Sans"/>
              </a:defRPr>
            </a:lvl6pPr>
            <a:lvl7pPr algn="ctr">
              <a:defRPr sz="720" b="0">
                <a:solidFill>
                  <a:srgbClr val="161616"/>
                </a:solidFill>
                <a:latin typeface="DejaVu Sans"/>
                <a:ea typeface="DejaVu Sans"/>
                <a:cs typeface="DejaVu Sans"/>
              </a:defRPr>
            </a:lvl7pPr>
            <a:lvl8pPr algn="ctr">
              <a:defRPr sz="720" b="0">
                <a:solidFill>
                  <a:srgbClr val="161616"/>
                </a:solidFill>
                <a:latin typeface="DejaVu Sans"/>
                <a:ea typeface="DejaVu Sans"/>
                <a:cs typeface="DejaVu Sans"/>
              </a:defRPr>
            </a:lvl8pPr>
            <a:lvl9pPr algn="ctr">
              <a:defRPr sz="720" b="0">
                <a:solidFill>
                  <a:srgbClr val="161616"/>
                </a:solidFill>
                <a:latin typeface="DejaVu Sans"/>
                <a:ea typeface="DejaVu Sans"/>
                <a:cs typeface="DejaVu Sans"/>
              </a:defRPr>
            </a:lvl9pPr>
          </a:lstStyle>
          <a:p xmlns:a="http://schemas.openxmlformats.org/drawingml/2006/main">
            <a:pPr algn="ctr">
              <a:defRPr sz="720" b="0">
                <a:solidFill>
                  <a:srgbClr val="161616"/>
                </a:solidFill>
                <a:latin typeface="DejaVu Sans"/>
                <a:ea typeface="DejaVu Sans"/>
                <a:cs typeface="DejaVu Sans"/>
              </a:defRPr>
            </a:pPr>
            <a:r>
              <a:rPr sz="720" b="0">
                <a:solidFill>
                  <a:srgbClr val="161616"/>
                </a:solidFill>
                <a:latin typeface="DejaVu Sans"/>
                <a:ea typeface="DejaVu Sans"/>
                <a:cs typeface="DejaVu Sans"/>
              </a:rPr>
              <a:t>S</a:t>
            </a:r>
          </a:p>
        </p:txBody>
      </p:sp>
      <p:sp>
        <p:nvSpPr>
          <p:cNvPr id="75" name="Figure_4_Paired_Comparison-075">
            <a:extLst xmlns:a="http://schemas.openxmlformats.org/drawingml/2006/main">
              <a:ext uri="{FF2B5EF4-FFF2-40B4-BE49-F238E27FC236}">
                <a16:creationId xmlns:a16="http://schemas.microsoft.com/office/drawing/2014/main" id="{6580C9BF-CD47-460D-A580-323A13CB8071}"/>
              </a:ext>
            </a:extLst>
          </p:cNvPr>
          <p:cNvSpPr>
            <a:spLocks xmlns:a="http://schemas.openxmlformats.org/drawingml/2006/main" noGrp="1"/>
          </p:cNvSpPr>
          <p:nvPr/>
        </p:nvSpPr>
        <p:spPr>
          <a:xfrm xmlns:a="http://schemas.openxmlformats.org/drawingml/2006/main">
            <a:off x="1346200" y="3086100"/>
            <a:ext cx="393700" cy="342900"/>
          </a:xfrm>
          <a:custGeom xmlns:a="http://schemas.openxmlformats.org/drawingml/2006/main">
            <a:pathLst>
              <a:path w="393700" h="342900">
                <a:moveTo>
                  <a:pt x="0" y="0"/>
                </a:moveTo>
                <a:lnTo>
                  <a:pt x="63500" y="0"/>
                </a:lnTo>
                <a:lnTo>
                  <a:pt x="63500" y="342900"/>
                </a:lnTo>
                <a:lnTo>
                  <a:pt x="393700" y="342900"/>
                </a:lnTo>
                <a:lnTo>
                  <a:pt x="393700" y="241300"/>
                </a:lnTo>
              </a:path>
            </a:pathLst>
          </a:custGeom>
          <a:noFill xmlns:a="http://schemas.openxmlformats.org/drawingml/2006/main"/>
          <a:ln xmlns:a="http://schemas.openxmlformats.org/drawingml/2006/main" w="12700">
            <a:solidFill>
              <a:srgbClr val="161616"/>
            </a:solidFill>
            <a:prstDash val="dash"/>
          </a:ln>
        </p:spPr>
      </p:sp>
      <p:sp>
        <p:nvSpPr>
          <p:cNvPr id="76" name="Figure_4_Paired_Comparison-076">
            <a:extLst xmlns:a="http://schemas.openxmlformats.org/drawingml/2006/main">
              <a:ext uri="{FF2B5EF4-FFF2-40B4-BE49-F238E27FC236}">
                <a16:creationId xmlns:a16="http://schemas.microsoft.com/office/drawing/2014/main" id="{EF366E24-0FEF-4E17-A088-BCB8680325DA}"/>
              </a:ext>
            </a:extLst>
          </p:cNvPr>
          <p:cNvSpPr>
            <a:spLocks xmlns:a="http://schemas.openxmlformats.org/drawingml/2006/main" noGrp="1"/>
          </p:cNvSpPr>
          <p:nvPr/>
        </p:nvSpPr>
        <p:spPr>
          <a:xfrm xmlns:a="http://schemas.openxmlformats.org/drawingml/2006/main">
            <a:off x="3441700" y="3365500"/>
            <a:ext cx="7747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90" b="0">
                <a:solidFill>
                  <a:srgbClr val="161616"/>
                </a:solidFill>
                <a:latin typeface="DejaVu Sans"/>
                <a:ea typeface="DejaVu Sans"/>
                <a:cs typeface="DejaVu Sans"/>
              </a:defRPr>
            </a:defPPr>
            <a:lvl1pPr algn="ctr">
              <a:defRPr sz="690" b="0">
                <a:solidFill>
                  <a:srgbClr val="161616"/>
                </a:solidFill>
                <a:latin typeface="DejaVu Sans"/>
                <a:ea typeface="DejaVu Sans"/>
                <a:cs typeface="DejaVu Sans"/>
              </a:defRPr>
            </a:lvl1pPr>
            <a:lvl2pPr algn="ctr">
              <a:defRPr sz="690" b="0">
                <a:solidFill>
                  <a:srgbClr val="161616"/>
                </a:solidFill>
                <a:latin typeface="DejaVu Sans"/>
                <a:ea typeface="DejaVu Sans"/>
                <a:cs typeface="DejaVu Sans"/>
              </a:defRPr>
            </a:lvl2pPr>
            <a:lvl3pPr algn="ctr">
              <a:defRPr sz="690" b="0">
                <a:solidFill>
                  <a:srgbClr val="161616"/>
                </a:solidFill>
                <a:latin typeface="DejaVu Sans"/>
                <a:ea typeface="DejaVu Sans"/>
                <a:cs typeface="DejaVu Sans"/>
              </a:defRPr>
            </a:lvl3pPr>
            <a:lvl4pPr algn="ctr">
              <a:defRPr sz="690" b="0">
                <a:solidFill>
                  <a:srgbClr val="161616"/>
                </a:solidFill>
                <a:latin typeface="DejaVu Sans"/>
                <a:ea typeface="DejaVu Sans"/>
                <a:cs typeface="DejaVu Sans"/>
              </a:defRPr>
            </a:lvl4pPr>
            <a:lvl5pPr algn="ctr">
              <a:defRPr sz="690" b="0">
                <a:solidFill>
                  <a:srgbClr val="161616"/>
                </a:solidFill>
                <a:latin typeface="DejaVu Sans"/>
                <a:ea typeface="DejaVu Sans"/>
                <a:cs typeface="DejaVu Sans"/>
              </a:defRPr>
            </a:lvl5pPr>
            <a:lvl6pPr algn="ctr">
              <a:defRPr sz="690" b="0">
                <a:solidFill>
                  <a:srgbClr val="161616"/>
                </a:solidFill>
                <a:latin typeface="DejaVu Sans"/>
                <a:ea typeface="DejaVu Sans"/>
                <a:cs typeface="DejaVu Sans"/>
              </a:defRPr>
            </a:lvl6pPr>
            <a:lvl7pPr algn="ctr">
              <a:defRPr sz="690" b="0">
                <a:solidFill>
                  <a:srgbClr val="161616"/>
                </a:solidFill>
                <a:latin typeface="DejaVu Sans"/>
                <a:ea typeface="DejaVu Sans"/>
                <a:cs typeface="DejaVu Sans"/>
              </a:defRPr>
            </a:lvl7pPr>
            <a:lvl8pPr algn="ctr">
              <a:defRPr sz="690" b="0">
                <a:solidFill>
                  <a:srgbClr val="161616"/>
                </a:solidFill>
                <a:latin typeface="DejaVu Sans"/>
                <a:ea typeface="DejaVu Sans"/>
                <a:cs typeface="DejaVu Sans"/>
              </a:defRPr>
            </a:lvl8pPr>
            <a:lvl9pPr algn="ctr">
              <a:defRPr sz="690" b="0">
                <a:solidFill>
                  <a:srgbClr val="161616"/>
                </a:solidFill>
                <a:latin typeface="DejaVu Sans"/>
                <a:ea typeface="DejaVu Sans"/>
                <a:cs typeface="DejaVu Sans"/>
              </a:defRPr>
            </a:lvl9pPr>
          </a:lstStyle>
          <a:p xmlns:a="http://schemas.openxmlformats.org/drawingml/2006/main">
            <a:pPr algn="ctr">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Source cap</a:t>
            </a:r>
          </a:p>
        </p:txBody>
      </p:sp>
      <mc:AlternateContent xmlns:mc="http://schemas.openxmlformats.org/markup-compatibility/2006" xmlns:a14="http://schemas.microsoft.com/office/drawing/2010/main" xmlns:m="http://schemas.openxmlformats.org/officeDocument/2006/math">
        <mc:Choice Requires="a14">
          <p:sp>
            <p:nvSpPr>
              <p:cNvPr id="77" name="Figure_4_Paired_Comparison-077">
                <a:extLst xmlns:a="http://schemas.openxmlformats.org/drawingml/2006/main">
                  <a:ext uri="{FF2B5EF4-FFF2-40B4-BE49-F238E27FC236}">
                    <a16:creationId xmlns:a16="http://schemas.microsoft.com/office/drawing/2014/main" id="{2497913F-D20F-4568-803E-DE5E757F4E08}"/>
                  </a:ext>
                </a:extLst>
              </p:cNvPr>
              <p:cNvSpPr>
                <a:spLocks xmlns:a="http://schemas.openxmlformats.org/drawingml/2006/main" noGrp="1"/>
              </p:cNvSpPr>
              <p:nvPr/>
            </p:nvSpPr>
            <p:spPr>
              <a:xfrm xmlns:a="http://schemas.openxmlformats.org/drawingml/2006/main">
                <a:off x="4241800" y="647700"/>
                <a:ext cx="1574800" cy="260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870" b="0">
                    <a:solidFill>
                      <a:srgbClr val="161616"/>
                    </a:solidFill>
                    <a:latin typeface="Latin Modern Math"/>
                    <a:ea typeface="Latin Modern Math"/>
                    <a:cs typeface="Latin Modern Math"/>
                  </a:defRPr>
                </a:defPPr>
                <a:lvl1pPr algn="ctr">
                  <a:defRPr sz="870" b="0">
                    <a:solidFill>
                      <a:srgbClr val="161616"/>
                    </a:solidFill>
                    <a:latin typeface="Latin Modern Math"/>
                    <a:ea typeface="Latin Modern Math"/>
                    <a:cs typeface="Latin Modern Math"/>
                  </a:defRPr>
                </a:lvl1pPr>
                <a:lvl2pPr algn="ctr">
                  <a:defRPr sz="870" b="0">
                    <a:solidFill>
                      <a:srgbClr val="161616"/>
                    </a:solidFill>
                    <a:latin typeface="Latin Modern Math"/>
                    <a:ea typeface="Latin Modern Math"/>
                    <a:cs typeface="Latin Modern Math"/>
                  </a:defRPr>
                </a:lvl2pPr>
                <a:lvl3pPr algn="ctr">
                  <a:defRPr sz="870" b="0">
                    <a:solidFill>
                      <a:srgbClr val="161616"/>
                    </a:solidFill>
                    <a:latin typeface="Latin Modern Math"/>
                    <a:ea typeface="Latin Modern Math"/>
                    <a:cs typeface="Latin Modern Math"/>
                  </a:defRPr>
                </a:lvl3pPr>
                <a:lvl4pPr algn="ctr">
                  <a:defRPr sz="870" b="0">
                    <a:solidFill>
                      <a:srgbClr val="161616"/>
                    </a:solidFill>
                    <a:latin typeface="Latin Modern Math"/>
                    <a:ea typeface="Latin Modern Math"/>
                    <a:cs typeface="Latin Modern Math"/>
                  </a:defRPr>
                </a:lvl4pPr>
                <a:lvl5pPr algn="ctr">
                  <a:defRPr sz="870" b="0">
                    <a:solidFill>
                      <a:srgbClr val="161616"/>
                    </a:solidFill>
                    <a:latin typeface="Latin Modern Math"/>
                    <a:ea typeface="Latin Modern Math"/>
                    <a:cs typeface="Latin Modern Math"/>
                  </a:defRPr>
                </a:lvl5pPr>
                <a:lvl6pPr algn="ctr">
                  <a:defRPr sz="870" b="0">
                    <a:solidFill>
                      <a:srgbClr val="161616"/>
                    </a:solidFill>
                    <a:latin typeface="Latin Modern Math"/>
                    <a:ea typeface="Latin Modern Math"/>
                    <a:cs typeface="Latin Modern Math"/>
                  </a:defRPr>
                </a:lvl6pPr>
                <a:lvl7pPr algn="ctr">
                  <a:defRPr sz="870" b="0">
                    <a:solidFill>
                      <a:srgbClr val="161616"/>
                    </a:solidFill>
                    <a:latin typeface="Latin Modern Math"/>
                    <a:ea typeface="Latin Modern Math"/>
                    <a:cs typeface="Latin Modern Math"/>
                  </a:defRPr>
                </a:lvl7pPr>
                <a:lvl8pPr algn="ctr">
                  <a:defRPr sz="870" b="0">
                    <a:solidFill>
                      <a:srgbClr val="161616"/>
                    </a:solidFill>
                    <a:latin typeface="Latin Modern Math"/>
                    <a:ea typeface="Latin Modern Math"/>
                    <a:cs typeface="Latin Modern Math"/>
                  </a:defRPr>
                </a:lvl8pPr>
                <a:lvl9pPr algn="ctr">
                  <a:defRPr sz="870" b="0">
                    <a:solidFill>
                      <a:srgbClr val="161616"/>
                    </a:solidFill>
                    <a:latin typeface="Latin Modern Math"/>
                    <a:ea typeface="Latin Modern Math"/>
                    <a:cs typeface="Latin Modern Math"/>
                  </a:defRPr>
                </a:lvl9pPr>
              </a:lstStyle>
              <ns0:p xmlns:ns0="http://schemas.openxmlformats.org/drawingml/2006/main">
                <ns0:pPr algn="ctr">
                  <ns0:buNone/>
                </ns0:pPr>
                <a14:m>
                  <m:oMathPara>
                    <m:oMathParaPr>
                      <m:jc m:val="center"/>
                    </m:oMathParaPr>
                    <m:oMath>
                      <m:r>
                        <m:rPr>
                          <m:sty m:val="i"/>
                        </m:rPr>
                        <ns0:rPr lang="en-US" sz="870" b="0" i="0">
                          <ns0:solidFill>
                            <ns0:srgbClr val="161616"/>
                          </ns0:solidFill>
                          <ns0:latin typeface="Latin Modern Math"/>
                        </ns0:rPr>
                        <m:t>C</m:t>
                      </m:r>
                      <m:r>
                        <m:rPr>
                          <m:sty m:val="i"/>
                        </m:rPr>
                        <ns0:rPr lang="en-US" sz="870" b="0" i="0">
                          <ns0:solidFill>
                            <ns0:srgbClr val="161616"/>
                          </ns0:solidFill>
                          <ns0:latin typeface="Latin Modern Math"/>
                        </ns0:rPr>
                        <m:t>(</m:t>
                      </m:r>
                      <m:sSub>
                        <m:sSubPr>
                          <m:ctrlPr>
                            <ns0:rPr lang="en-US" sz="870" b="0" i="0">
                              <ns0:solidFill>
                                <ns0:srgbClr val="161616"/>
                              </ns0:solidFill>
                              <ns0:latin typeface="Latin Modern Math"/>
                            </ns0:rPr>
                          </m:ctrlPr>
                        </m:sSubPr>
                        <m:e>
                          <m:r>
                            <m:rPr>
                              <m:sty m:val="i"/>
                            </m:rPr>
                            <ns0:rPr lang="en-US" sz="870" b="0" i="0">
                              <ns0:solidFill>
                                <ns0:srgbClr val="161616"/>
                              </ns0:solidFill>
                              <ns0:latin typeface="Latin Modern Math"/>
                            </ns0:rPr>
                            <m:t>S</m:t>
                          </m:r>
                        </m:e>
                        <m:sub>
                          <m:r>
                            <m:rPr>
                              <m:sty m:val="i"/>
                            </m:rPr>
                            <ns0:rPr lang="en-US" sz="870" b="0" i="0">
                              <ns0:solidFill>
                                <ns0:srgbClr val="161616"/>
                              </ns0:solidFill>
                              <ns0:latin typeface="Latin Modern Math"/>
                            </ns0:rPr>
                            <m:t>m</m:t>
                          </m:r>
                        </m:sub>
                      </m:sSub>
                      <m:r>
                        <m:rPr>
                          <m:sty m:val="i"/>
                        </m:rPr>
                        <ns0:rPr lang="en-US" sz="870" b="0" i="0">
                          <ns0:solidFill>
                            <ns0:srgbClr val="161616"/>
                          </ns0:solidFill>
                          <ns0:latin typeface="Latin Modern Math"/>
                        </ns0:rPr>
                        <m:t>)</m:t>
                      </m:r>
                      <m:r>
                        <m:rPr>
                          <m:sty m:val="i"/>
                        </m:rPr>
                        <ns0:rPr lang="en-US" sz="870" b="0" i="0">
                          <ns0:solidFill>
                            <ns0:srgbClr val="161616"/>
                          </ns0:solidFill>
                          <ns0:latin typeface="Latin Modern Math"/>
                        </ns0:rPr>
                        <m:t>≤</m:t>
                      </m:r>
                      <m:r>
                        <m:rPr>
                          <m:sty m:val="i"/>
                        </m:rPr>
                        <ns0:rPr lang="en-US" sz="870" b="0" i="0">
                          <ns0:solidFill>
                            <ns0:srgbClr val="161616"/>
                          </ns0:solidFill>
                          <ns0:latin typeface="Latin Modern Math"/>
                        </ns0:rPr>
                        <m:t>256</m:t>
                      </m:r>
                    </m:oMath>
                  </m:oMathPara>
                </a14:m>
                <ns0:endParaRPr lang="en-US" sz="870">
                  <ns0:latin typeface="Latin Modern Math"/>
                </ns0:endParaRPr>
              </ns0:p>
            </p:txBody>
          </p:sp>
        </mc:Choice>
        <mc:Fallback>
          <p:sp>
            <p:nvSpPr>
              <p:cNvPr id="77" name="Figure_4_Paired_Comparison-077" descr="Vector display fallback for the editable Office Math equation: C(S_m)\leq256">
                <a:extLst xmlns:a="http://schemas.openxmlformats.org/drawingml/2006/main">
                  <a:ext uri="{FF2B5EF4-FFF2-40B4-BE49-F238E27FC236}">
                    <a16:creationId xmlns:a16="http://schemas.microsoft.com/office/drawing/2014/main" id="{2497913F-D20F-4568-803E-DE5E757F4E08}"/>
                  </a:ext>
                </a:extLst>
              </p:cNvPr>
              <p:cNvSpPr>
                <a:spLocks xmlns:a="http://schemas.openxmlformats.org/drawingml/2006/main" noGrp="1"/>
              </p:cNvSpPr>
              <p:nvPr/>
            </p:nvSpPr>
            <p:spPr>
              <a:xfrm xmlns:a="http://schemas.openxmlformats.org/drawingml/2006/main">
                <a:off x="4241800" y="647700"/>
                <a:ext cx="1574800" cy="260350"/>
              </a:xfrm>
              <ns0:custGeom xmlns:ns0="http://schemas.openxmlformats.org/drawingml/2006/main">
                <ns0:avLst/>
                <ns0:gdLst/>
                <ns0:ahLst/>
                <ns0:cxnLst/>
                <ns0:rect l="l" t="t" r="r" b="b"/>
                <ns0:pathLst>
                  <ns0:path w="1574800" h="260350" fill="norm" stroke="0" extrusionOk="0">
                    <ns0:moveTo>
                      <ns0:pt x="590485" y="81409"/>
                    </ns0:moveTo>
                    <ns0:lnTo>
                      <ns0:pt x="586393" y="103507"/>
                    </ns0:lnTo>
                    <ns0:lnTo>
                      <ns0:pt x="584408" y="103179"/>
                    </ns0:lnTo>
                    <ns0:quadBezTo>
                      <ns0:pt x="582405" y="85173"/>
                      <ns0:pt x="567938" y="85173"/>
                    </ns0:quadBezTo>
                    <ns0:quadBezTo>
                      <ns0:pt x="555887" y="85173"/>
                      <ns0:pt x="545943" y="95894"/>
                    </ns0:quadBezTo>
                    <ns0:quadBezTo>
                      <ns0:pt x="540091" y="102074"/>
                      <ns0:pt x="537052" y="110913"/>
                    </ns0:quadBezTo>
                    <ns0:quadBezTo>
                      <ns0:pt x="534014" y="119752"/>
                      <ns0:pt x="534014" y="129144"/>
                    </ns0:quadBezTo>
                    <ns0:quadBezTo>
                      <ns0:pt x="534014" y="151795"/>
                      <ns0:pt x="553350" y="151795"/>
                    </ns0:quadBezTo>
                    <ns0:quadBezTo>
                      <ns0:pt x="560203" y="151795"/>
                      <ns0:pt x="565883" y="148929"/>
                    </ns0:quadBezTo>
                    <ns0:quadBezTo>
                      <ns0:pt x="571580" y="146046"/>
                      <ns0:pt x="578659" y="138657"/>
                    </ns0:quadBezTo>
                    <ns0:lnTo>
                      <ns0:pt x="580644" y="140314"/>
                    </ns0:lnTo>
                    <ns0:quadBezTo>
                      <ns0:pt x="573238" y="149032"/>
                      <ns0:pt x="566108" y="152899"/>
                    </ns0:quadBezTo>
                    <ns0:quadBezTo>
                      <ns0:pt x="558995" y="156767"/>
                      <ns0:pt x="550484" y="156767"/>
                    </ns0:quadBezTo>
                    <ns0:quadBezTo>
                      <ns0:pt x="537553" y="156767"/>
                      <ns0:pt x="529594" y="149101"/>
                    </ns0:quadBezTo>
                    <ns0:quadBezTo>
                      <ns0:pt x="521635" y="141419"/>
                      <ns0:pt x="521635" y="127936"/>
                    </ns0:quadBezTo>
                    <ns0:quadBezTo>
                      <ns0:pt x="521635" y="116559"/>
                      <ns0:pt x="527264" y="106235"/>
                    </ns0:quadBezTo>
                    <ns0:quadBezTo>
                      <ns0:pt x="532909" y="95894"/>
                      <ns0:pt x="542301" y="89264"/>
                    </ns0:quadBezTo>
                    <ns0:quadBezTo>
                      <ns0:pt x="553574" y="81202"/>
                      <ns0:pt x="566505" y="81202"/>
                    </ns0:quadBezTo>
                    <ns0:quadBezTo>
                      <ns0:pt x="574118" y="81202"/>
                      <ns0:pt x="579436" y="83066"/>
                    </ns0:quadBezTo>
                    <ns0:quadBezTo>
                      <ns0:pt x="581645" y="83843"/>
                      <ns0:pt x="583959" y="83843"/>
                    </ns0:quadBezTo>
                    <ns0:quadBezTo>
                      <ns0:pt x="586945" y="83843"/>
                      <ns0:pt x="588154" y="81409"/>
                    </ns0:quadBezTo>
                    <ns0:lnTo>
                      <ns0:pt x="590485" y="81409"/>
                    </ns0:lnTo>
                    <ns0:close/>
                    <ns0:moveTo>
                      <ns0:pt x="622066" y="172563"/>
                    </ns0:moveTo>
                    <ns0:lnTo>
                      <ns0:pt x="620737" y="174341"/>
                    </ns0:lnTo>
                    <ns0:quadBezTo>
                      <ns0:pt x="607910" y="167039"/>
                      <ns0:pt x="600831" y="154229"/>
                    </ns0:quadBezTo>
                    <ns0:quadBezTo>
                      <ns0:pt x="593770" y="141419"/>
                      <ns0:pt x="593770" y="126934"/>
                    </ns0:quadBezTo>
                    <ns0:quadBezTo>
                      <ns0:pt x="593770" y="96325"/>
                      <ns0:pt x="621065" y="80097"/>
                    </ns0:quadBezTo>
                    <ns0:lnTo>
                      <ns0:pt x="622066" y="81858"/>
                    </ns0:lnTo>
                    <ns0:quadBezTo>
                      <ns0:pt x="610793" y="91474"/>
                      <ns0:pt x="607029" y="100814"/>
                    </ns0:quadBezTo>
                    <ns0:quadBezTo>
                      <ns0:pt x="603283" y="110136"/>
                      <ns0:pt x="603283" y="126606"/>
                    </ns0:quadBezTo>
                    <ns0:quadBezTo>
                      <ns0:pt x="603283" y="142955"/>
                      <ns0:pt x="607150" y="153124"/>
                    </ns0:quadBezTo>
                    <ns0:quadBezTo>
                      <ns0:pt x="611017" y="163292"/>
                      <ns0:pt x="622066" y="172563"/>
                    </ns0:quadBezTo>
                    <ns0:close/>
                    <ns0:moveTo>
                      <ns0:pt x="681600" y="81081"/>
                    </ns0:moveTo>
                    <ns0:lnTo>
                      <ns0:pt x="677181" y="103179"/>
                    </ns0:lnTo>
                    <ns0:lnTo>
                      <ns0:pt x="675195" y="102851"/>
                    </ns0:lnTo>
                    <ns0:quadBezTo>
                      <ns0:pt x="675195" y="93684"/>
                      <ns0:pt x="672433" y="89264"/>
                    </ns0:quadBezTo>
                    <ns0:quadBezTo>
                      <ns0:pt x="669671" y="84845"/>
                      <ns0:pt x="662040" y="84845"/>
                    </ns0:quadBezTo>
                    <ns0:quadBezTo>
                      <ns0:pt x="656308" y="84845"/>
                      <ns0:pt x="652994" y="87779"/>
                    </ns0:quadBezTo>
                    <ns0:quadBezTo>
                      <ns0:pt x="649679" y="90697"/>
                      <ns0:pt x="649679" y="95894"/>
                    </ns0:quadBezTo>
                    <ns0:quadBezTo>
                      <ns0:pt x="649679" y="100089"/>
                      <ns0:pt x="651440" y="102903"/>
                    </ns0:quadBezTo>
                    <ns0:quadBezTo>
                      <ns0:pt x="653201" y="105717"/>
                      <ns0:pt x="660607" y="113123"/>
                    </ns0:quadBezTo>
                    <ns0:quadBezTo>
                      <ns0:pt x="668013" y="120633"/>
                      <ns0:pt x="670551" y="125173"/>
                    </ns0:quadBezTo>
                    <ns0:quadBezTo>
                      <ns0:pt x="673089" y="129697"/>
                      <ns0:pt x="673089" y="135221"/>
                    </ns0:quadBezTo>
                    <ns0:quadBezTo>
                      <ns0:pt x="673089" y="144613"/>
                      <ns0:pt x="666736" y="150690"/>
                    </ns0:quadBezTo>
                    <ns0:quadBezTo>
                      <ns0:pt x="660383" y="156767"/>
                      <ns0:pt x="650784" y="156767"/>
                    </ns0:quadBezTo>
                    <ns0:quadBezTo>
                      <ns0:pt x="646571" y="156767"/>
                      <ns0:pt x="639286" y="154229"/>
                    </ns0:quadBezTo>
                    <ns0:quadBezTo>
                      <ns0:pt x="635747" y="152899"/>
                      <ns0:pt x="634090" y="152899"/>
                    </ns0:quadBezTo>
                    <ns0:quadBezTo>
                      <ns0:pt x="630447" y="152899"/>
                      <ns0:pt x="629342" y="156439"/>
                    </ns0:quadBezTo>
                    <ns0:lnTo>
                      <ns0:pt x="627357" y="156439"/>
                    </ns0:lnTo>
                    <ns0:lnTo>
                      <ns0:pt x="631103" y="131682"/>
                    </ns0:lnTo>
                    <ns0:lnTo>
                      <ns0:pt x="633313" y="131906"/>
                    </ns0:lnTo>
                    <ns0:quadBezTo>
                      <ns0:pt x="633106" y="132908"/>
                      <ns0:pt x="633106" y="134444"/>
                    </ns0:quadBezTo>
                    <ns0:quadBezTo>
                      <ns0:pt x="633106" y="142524"/>
                      <ns0:pt x="637577" y="147720"/>
                    </ns0:quadBezTo>
                    <ns0:quadBezTo>
                      <ns0:pt x="642048" y="152899"/>
                      <ns0:pt x="649006" y="152899"/>
                    </ns0:quadBezTo>
                    <ns0:quadBezTo>
                      <ns0:pt x="655411" y="152899"/>
                      <ns0:pt x="659450" y="148981"/>
                    </ns0:quadBezTo>
                    <ns0:quadBezTo>
                      <ns0:pt x="663490" y="145062"/>
                      <ns0:pt x="663490" y="138760"/>
                    </ns0:quadBezTo>
                    <ns0:quadBezTo>
                      <ns0:pt x="663490" y="135117"/>
                      <ns0:pt x="662040" y="132200"/>
                    </ns0:quadBezTo>
                    <ns0:quadBezTo>
                      <ns0:pt x="660607" y="129265"/>
                      <ns0:pt x="656861" y="125173"/>
                    </ns0:quadBezTo>
                    <ns0:lnTo>
                      <ns0:pt x="652545" y="120529"/>
                    </ns0:lnTo>
                    <ns0:quadBezTo>
                      <ns0:pt x="652217" y="120201"/>
                      <ns0:pt x="650663" y="118492"/>
                    </ns0:quadBezTo>
                    <ns0:quadBezTo>
                      <ns0:pt x="649127" y="116766"/>
                      <ns0:pt x="648229" y="115885"/>
                    </ns0:quadBezTo>
                    <ns0:quadBezTo>
                      <ns0:pt x="643257" y="110585"/>
                      <ns0:pt x="641599" y="107219"/>
                    </ns0:quadBezTo>
                    <ns0:quadBezTo>
                      <ns0:pt x="639942" y="103852"/>
                      <ns0:pt x="639942" y="99312"/>
                    </ns0:quadBezTo>
                    <ns0:quadBezTo>
                      <ns0:pt x="639942" y="90921"/>
                      <ns0:pt x="645639" y="86070"/>
                    </ns0:quadBezTo>
                    <ns0:quadBezTo>
                      <ns0:pt x="651336" y="81202"/>
                      <ns0:pt x="659623" y="81202"/>
                    </ns0:quadBezTo>
                    <ns0:quadBezTo>
                      <ns0:pt x="665355" y="81202"/>
                      <ns0:pt x="669015" y="82738"/>
                    </ns0:quadBezTo>
                    <ns0:quadBezTo>
                      <ns0:pt x="672209" y="83964"/>
                      <ns0:pt x="674090" y="83964"/>
                    </ns0:quadBezTo>
                    <ns0:quadBezTo>
                      <ns0:pt x="675972" y="83964"/>
                      <ns0:pt x="676956" y="83412"/>
                    </ns0:quadBezTo>
                    <ns0:quadBezTo>
                      <ns0:pt x="677958" y="82859"/>
                      <ns0:pt x="679062" y="81081"/>
                    </ns0:quadBezTo>
                    <ns0:lnTo>
                      <ns0:pt x="681600" y="81081"/>
                    </ns0:lnTo>
                    <ns0:close/>
                    <ns0:moveTo>
                      <ns0:pt x="735491" y="161781"/>
                    </ns0:moveTo>
                    <ns0:lnTo>
                      <ns0:pt x="735105" y="162325"/>
                    </ns0:lnTo>
                    <ns0:quadBezTo>
                      <ns0:pt x="729147" y="170603"/>
                      <ns0:pt x="723962" y="170603"/>
                    </ns0:quadBezTo>
                    <ns0:quadBezTo>
                      <ns0:pt x="720869" y="170603"/>
                      <ns0:pt x="720869" y="167038"/>
                    </ns0:quadBezTo>
                    <ns0:quadBezTo>
                      <ns0:pt x="720869" y="165878"/>
                      <ns0:pt x="721872" y="161938"/>
                    </ns0:quadBezTo>
                    <ns0:lnTo>
                      <ns0:pt x="726355" y="144379"/>
                    </ns0:lnTo>
                    <ns0:quadBezTo>
                      <ns0:pt x="726899" y="142216"/>
                      <ns0:pt x="726899" y="141442"/>
                    </ns0:quadBezTo>
                    <ns0:quadBezTo>
                      <ns0:pt x="726899" y="140741"/>
                      <ns0:pt x="726428" y="140282"/>
                    </ns0:quadBezTo>
                    <ns0:quadBezTo>
                      <ns0:pt x="725969" y="139811"/>
                      <ns0:pt x="725352" y="139811"/>
                    </ns0:quadBezTo>
                    <ns0:quadBezTo>
                      <ns0:pt x="721715" y="139811"/>
                      <ns0:pt x="715225" y="148862"/>
                    </ns0:quadBezTo>
                    <ns0:quadBezTo>
                      <ns0:pt x="712361" y="152887"/>
                      <ns0:pt x="710730" y="156947"/>
                    </ns0:quadBezTo>
                    <ns0:quadBezTo>
                      <ns0:pt x="709110" y="161008"/>
                      <ns0:pt x="706875" y="169902"/>
                    </ns0:quadBezTo>
                    <ns0:lnTo>
                      <ns0:pt x="701074" y="169902"/>
                    </ns0:lnTo>
                    <ns0:lnTo>
                      <ns0:pt x="703152" y="162712"/>
                    </ns0:lnTo>
                    <ns0:quadBezTo>
                      <ns0:pt x="708421" y="144536"/>
                      <ns0:pt x="708421" y="141745"/>
                    </ns0:quadBezTo>
                    <ns0:quadBezTo>
                      <ns0:pt x="708421" y="139811"/>
                      <ns0:pt x="706717" y="139811"/>
                    </ns0:quadBezTo>
                    <ns0:quadBezTo>
                      <ns0:pt x="704784" y="139811"/>
                      <ns0:pt x="701606" y="142868"/>
                    </ns0:quadBezTo>
                    <ns0:quadBezTo>
                      <ns0:pt x="698439" y="145926"/>
                      <ns0:pt x="695188" y="150881"/>
                    </ns0:quadBezTo>
                    <ns0:quadBezTo>
                      <ns0:pt x="693255" y="153890"/>
                      <ns0:pt x="691901" y="157298"/>
                    </ns0:quadBezTo>
                    <ns0:quadBezTo>
                      <ns0:pt x="690548" y="160694"/>
                      <ns0:pt x="687768" y="169902"/>
                    </ns0:quadBezTo>
                    <ns0:lnTo>
                      <ns0:pt x="681968" y="169902"/>
                    </ns0:lnTo>
                    <ns0:lnTo>
                      <ns0:pt x="685291" y="158760"/>
                    </ns0:lnTo>
                    <ns0:quadBezTo>
                      <ns0:pt x="689545" y="144609"/>
                      <ns0:pt x="689545" y="141128"/>
                    </ns0:quadBezTo>
                    <ns0:quadBezTo>
                      <ns0:pt x="689545" y="139424"/>
                      <ns0:pt x="686379" y="139424"/>
                    </ns0:quadBezTo>
                    <ns0:lnTo>
                      <ns0:pt x="684445" y="139424"/>
                    </ns0:lnTo>
                    <ns0:lnTo>
                      <ns0:pt x="684445" y="138192"/>
                    </ns0:lnTo>
                    <ns0:lnTo>
                      <ns0:pt x="696965" y="135799"/>
                    </ns0:lnTo>
                    <ns0:lnTo>
                      <ns0:pt x="697207" y="135944"/>
                    </ns0:lnTo>
                    <ns0:lnTo>
                      <ns0:pt x="692711" y="152113"/>
                    </ns0:lnTo>
                    <ns0:quadBezTo>
                      <ns0:pt x="702766" y="135799"/>
                      <ns0:pt x="709727" y="135799"/>
                    </ns0:quadBezTo>
                    <ns0:quadBezTo>
                      <ns0:pt x="711974" y="135799"/>
                      <ns0:pt x="713171" y="137031"/>
                    </ns0:quadBezTo>
                    <ns0:quadBezTo>
                      <ns0:pt x="714367" y="138264"/>
                      <ns0:pt x="714367" y="140439"/>
                    </ns0:quadBezTo>
                    <ns0:quadBezTo>
                      <ns0:pt x="714367" y="143376"/>
                      <ns0:pt x="711273" y="152186"/>
                    </ns0:quadBezTo>
                    <ns0:quadBezTo>
                      <ns0:pt x="715382" y="145696"/>
                      <ns0:pt x="718125" y="142409"/>
                    </ns0:quadBezTo>
                    <ns0:quadBezTo>
                      <ns0:pt x="720869" y="139122"/>
                      <ns0:pt x="723648" y="137346"/>
                    </ns0:quadBezTo>
                    <ns0:quadBezTo>
                      <ns0:pt x="726126" y="135799"/>
                      <ns0:pt x="728531" y="135799"/>
                    </ns0:quadBezTo>
                    <ns0:quadBezTo>
                      <ns0:pt x="730609" y="135799"/>
                      <ns0:pt x="731806" y="137152"/>
                    </ns0:quadBezTo>
                    <ns0:quadBezTo>
                      <ns0:pt x="733014" y="138506"/>
                      <ns0:pt x="733014" y="140669"/>
                    </ns0:quadBezTo>
                    <ns0:quadBezTo>
                      <ns0:pt x="733014" y="141672"/>
                      <ns0:pt x="732784" y="142832"/>
                    </ns0:quadBezTo>
                    <ns0:lnTo>
                      <ns0:pt x="727515" y="162240"/>
                    </ns0:lnTo>
                    <ns0:quadBezTo>
                      <ns0:pt x="726742" y="165189"/>
                      <ns0:pt x="726742" y="165721"/>
                    </ns0:quadBezTo>
                    <ns0:quadBezTo>
                      <ns0:pt x="726742" y="166966"/>
                      <ns0:pt x="727673" y="166966"/>
                    </ns0:quadBezTo>
                    <ns0:quadBezTo>
                      <ns0:pt x="729376" y="166966"/>
                      <ns0:pt x="732700" y="162869"/>
                    </ns0:quadBezTo>
                    <ns0:lnTo>
                      <ns0:pt x="734331" y="160851"/>
                    </ns0:lnTo>
                    <ns0:lnTo>
                      <ns0:pt x="735491" y="161781"/>
                    </ns0:lnTo>
                    <ns0:close/>
                    <ns0:moveTo>
                      <ns0:pt x="745451" y="81858"/>
                    </ns0:moveTo>
                    <ns0:lnTo>
                      <ns0:pt x="746763" y="80097"/>
                    </ns0:lnTo>
                    <ns0:quadBezTo>
                      <ns0:pt x="759366" y="87607"/>
                      <ns0:pt x="766548" y="100434"/>
                    </ns0:quadBezTo>
                    <ns0:quadBezTo>
                      <ns0:pt x="773730" y="113244"/>
                      <ns0:pt x="773730" y="127487"/>
                    </ns0:quadBezTo>
                    <ns0:quadBezTo>
                      <ns0:pt x="773730" y="157647"/>
                      <ns0:pt x="746435" y="174341"/>
                    </ns0:quadBezTo>
                    <ns0:lnTo>
                      <ns0:pt x="745451" y="172563"/>
                    </ns0:lnTo>
                    <ns0:quadBezTo>
                      <ns0:pt x="756828" y="163172"/>
                      <ns0:pt x="760523" y="153849"/>
                    </ns0:quadBezTo>
                    <ns0:quadBezTo>
                      <ns0:pt x="764234" y="144509"/>
                      <ns0:pt x="764234" y="127815"/>
                    </ns0:quadBezTo>
                    <ns0:quadBezTo>
                      <ns0:pt x="764234" y="111034"/>
                      <ns0:pt x="760523" y="100917"/>
                    </ns0:quadBezTo>
                    <ns0:quadBezTo>
                      <ns0:pt x="756828" y="90801"/>
                      <ns0:pt x="745451" y="81858"/>
                    </ns0:quadBezTo>
                    <ns0:close/>
                    <ns0:moveTo>
                      <ns0:pt x="864796" y="149153"/>
                    </ns0:moveTo>
                    <ns0:lnTo>
                      <ns0:pt x="802369" y="118976"/>
                    </ns0:lnTo>
                    <ns0:lnTo>
                      <ns0:pt x="802369" y="117871"/>
                    </ns0:lnTo>
                    <ns0:lnTo>
                      <ns0:pt x="864796" y="87486"/>
                    </ns0:lnTo>
                    <ns0:lnTo>
                      <ns0:pt x="864796" y="94668"/>
                    </ns0:lnTo>
                    <ns0:lnTo>
                      <ns0:pt x="817061" y="118423"/>
                    </ns0:lnTo>
                    <ns0:lnTo>
                      <ns0:pt x="864796" y="142178"/>
                    </ns0:lnTo>
                    <ns0:lnTo>
                      <ns0:pt x="864796" y="149153"/>
                    </ns0:lnTo>
                    <ns0:close/>
                    <ns0:moveTo>
                      <ns0:pt x="864796" y="166158"/>
                    </ns0:moveTo>
                    <ns0:lnTo>
                      <ns0:pt x="802369" y="166158"/>
                    </ns0:lnTo>
                    <ns0:lnTo>
                      <ns0:pt x="802369" y="158873"/>
                    </ns0:lnTo>
                    <ns0:lnTo>
                      <ns0:pt x="864796" y="158873"/>
                    </ns0:lnTo>
                    <ns0:lnTo>
                      <ns0:pt x="864796" y="166158"/>
                    </ns0:lnTo>
                    <ns0:close/>
                    <ns0:moveTo>
                      <ns0:pt x="939837" y="139641"/>
                    </ns0:moveTo>
                    <ns0:lnTo>
                      <ns0:pt x="933864" y="154781"/>
                    </ns0:lnTo>
                    <ns0:lnTo>
                      <ns0:pt x="890669" y="154781"/>
                    </ns0:lnTo>
                    <ns0:lnTo>
                      <ns0:pt x="890669" y="153452"/>
                    </ns0:lnTo>
                    <ns0:lnTo>
                      <ns0:pt x="910333" y="132580"/>
                    </ns0:lnTo>
                    <ns0:quadBezTo>
                      <ns0:pt x="918067" y="124500"/>
                      <ns0:pt x="921382" y="117767"/>
                    </ns0:quadBezTo>
                    <ns0:quadBezTo>
                      <ns0:pt x="924696" y="111034"/>
                      <ns0:pt x="924696" y="103852"/>
                    </ns0:quadBezTo>
                    <ns0:quadBezTo>
                      <ns0:pt x="924696" y="96446"/>
                      <ns0:pt x="920605" y="92354"/>
                    </ns0:quadBezTo>
                    <ns0:quadBezTo>
                      <ns0:pt x="916513" y="88263"/>
                      <ns0:pt x="909331" y="88263"/>
                    </ns0:quadBezTo>
                    <ns0:quadBezTo>
                      <ns0:pt x="903375" y="88263"/>
                      <ns0:pt x="899888" y="91370"/>
                    </ns0:quadBezTo>
                    <ns0:quadBezTo>
                      <ns0:pt x="896401" y="94461"/>
                      <ns0:pt x="893086" y="102627"/>
                    </ns0:quadBezTo>
                    <ns0:lnTo>
                      <ns0:pt x="890773" y="102074"/>
                    </ns0:lnTo>
                    <ns0:quadBezTo>
                      <ns0:pt x="892654" y="91802"/>
                      <ns0:pt x="898334" y="85949"/>
                    </ns0:quadBezTo>
                    <ns0:quadBezTo>
                      <ns0:pt x="904031" y="80097"/>
                      <ns0:pt x="913751" y="80097"/>
                    </ns0:quadBezTo>
                    <ns0:quadBezTo>
                      <ns0:pt x="922918" y="80097"/>
                      <ns0:pt x="928546" y="85621"/>
                    </ns0:quadBezTo>
                    <ns0:quadBezTo>
                      <ns0:pt x="934192" y="91146"/>
                      <ns0:pt x="934192" y="99536"/>
                    </ns0:quadBezTo>
                    <ns0:quadBezTo>
                      <ns0:pt x="934192" y="112018"/>
                      <ns0:pt x="920052" y="126934"/>
                    </ns0:quadBezTo>
                    <ns0:lnTo>
                      <ns0:pt x="901822" y="146391"/>
                    </ns0:lnTo>
                    <ns0:lnTo>
                      <ns0:pt x="927683" y="146391"/>
                    </ns0:lnTo>
                    <ns0:quadBezTo>
                      <ns0:pt x="931326" y="146391"/>
                      <ns0:pt x="933467" y="144958"/>
                    </ns0:quadBezTo>
                    <ns0:quadBezTo>
                      <ns0:pt x="935625" y="143508"/>
                      <ns0:pt x="938283" y="138985"/>
                    </ns0:quadBezTo>
                    <ns0:lnTo>
                      <ns0:pt x="939837" y="139641"/>
                    </ns0:lnTo>
                    <ns0:close/>
                    <ns0:moveTo>
                      <ns0:pt x="991411" y="79544"/>
                    </ns0:moveTo>
                    <ns0:lnTo>
                      <ns0:pt x="987441" y="88936"/>
                    </ns0:lnTo>
                    <ns0:quadBezTo>
                      <ns0:pt x="986767" y="90369"/>
                      <ns0:pt x="984454" y="90369"/>
                    </ns0:quadBezTo>
                    <ns0:lnTo>
                      <ns0:pt x="963012" y="90369"/>
                    </ns0:lnTo>
                    <ns0:lnTo>
                      <ns0:pt x="958592" y="99761"/>
                    </ns0:lnTo>
                    <ns0:quadBezTo>
                      <ns0:pt x="970746" y="102074"/>
                      <ns0:pt x="976167" y="104785"/>
                    </ns0:quadBezTo>
                    <ns0:quadBezTo>
                      <ns0:pt x="981588" y="107495"/>
                      <ns0:pt x="986215" y="113900"/>
                    </ns0:quadBezTo>
                    <ns0:quadBezTo>
                      <ns0:pt x="990082" y="119200"/>
                      <ns0:pt x="990082" y="127936"/>
                    </ns0:quadBezTo>
                    <ns0:quadBezTo>
                      <ns0:pt x="990082" y="135894"/>
                      <ns0:pt x="987492" y="141315"/>
                    </ns0:quadBezTo>
                    <ns0:quadBezTo>
                      <ns0:pt x="984903" y="146719"/>
                      <ns0:pt x="979257" y="150914"/>
                    </ns0:quadBezTo>
                    <ns0:quadBezTo>
                      <ns0:pt x="971748" y="156335"/>
                      <ns0:pt x="960474" y="156335"/>
                    </ns0:quadBezTo>
                    <ns0:quadBezTo>
                      <ns0:pt x="954173" y="156335"/>
                      <ns0:pt x="950306" y="154453"/>
                    </ns0:quadBezTo>
                    <ns0:quadBezTo>
                      <ns0:pt x="946438" y="152571"/>
                      <ns0:pt x="946438" y="149481"/>
                    </ns0:quadBezTo>
                    <ns0:quadBezTo>
                      <ns0:pt x="946438" y="145286"/>
                      <ns0:pt x="951410" y="145286"/>
                    </ns0:quadBezTo>
                    <ns0:quadBezTo>
                      <ns0:pt x="955398" y="145286"/>
                      <ns0:pt x="959594" y="148704"/>
                    </ns0:quadBezTo>
                    <ns0:quadBezTo>
                      <ns0:pt x="963910" y="152243"/>
                      <ns0:pt x="967432" y="152243"/>
                    </ns0:quadBezTo>
                    <ns0:quadBezTo>
                      <ns0:pt x="973180" y="152243"/>
                      <ns0:pt x="977755" y="146494"/>
                    </ns0:quadBezTo>
                    <ns0:quadBezTo>
                      <ns0:pt x="982348" y="140746"/>
                      <ns0:pt x="982348" y="133564"/>
                    </ns0:quadBezTo>
                    <ns0:quadBezTo>
                      <ns0:pt x="982348" y="122964"/>
                      <ns0:pt x="974959" y="116990"/>
                    </ns0:quadBezTo>
                    <ns0:quadBezTo>
                      <ns0:pt x="965343" y="109256"/>
                      <ns0:pt x="951410" y="109256"/>
                    </ns0:quadBezTo>
                    <ns0:quadBezTo>
                      <ns0:pt x="950098" y="109256"/>
                      <ns0:pt x="950098" y="108375"/>
                    </ns0:quadBezTo>
                    <ns0:lnTo>
                      <ns0:pt x="950202" y="107823"/>
                    </ns0:lnTo>
                    <ns0:lnTo>
                      <ns0:pt x="962252" y="81633"/>
                    </ns0:lnTo>
                    <ns0:lnTo>
                      <ns0:pt x="985110" y="81633"/>
                    </ns0:lnTo>
                    <ns0:quadBezTo>
                      <ns0:pt x="986992" y="81633"/>
                      <ns0:pt x="988045" y="81081"/>
                    </ns0:quadBezTo>
                    <ns0:quadBezTo>
                      <ns0:pt x="989098" y="80529"/>
                      <ns0:pt x="990427" y="78768"/>
                    </ns0:quadBezTo>
                    <ns0:lnTo>
                      <ns0:pt x="991411" y="79544"/>
                    </ns0:lnTo>
                    <ns0:close/>
                    <ns0:moveTo>
                      <ns0:pt x="1047854" y="79199"/>
                    </ns0:moveTo>
                    <ns0:lnTo>
                      <ns0:pt x="1048079" y="80977"/>
                    </ns0:lnTo>
                    <ns0:quadBezTo>
                      <ns0:pt x="1035044" y="83066"/>
                      <ns0:pt x="1026309" y="91526"/>
                    </ns0:quadBezTo>
                    <ns0:quadBezTo>
                      <ns0:pt x="1017590" y="99985"/>
                      <ns0:pt x="1015380" y="112467"/>
                    </ns0:quadBezTo>
                    <ns0:quadBezTo>
                      <ns0:pt x="1021785" y="107495"/>
                      <ns0:pt x="1029416" y="107495"/>
                    </ns0:quadBezTo>
                    <ns0:quadBezTo>
                      <ns0:pt x="1039136" y="107495"/>
                      <ns0:pt x="1044712" y="113693"/>
                    </ns0:quadBezTo>
                    <ns0:quadBezTo>
                      <ns0:pt x="1050288" y="119873"/>
                      <ns0:pt x="1050288" y="130577"/>
                    </ns0:quadBezTo>
                    <ns0:quadBezTo>
                      <ns0:pt x="1050288" y="141419"/>
                      <ns0:pt x="1044660" y="148255"/>
                    </ns0:quadBezTo>
                    <ns0:quadBezTo>
                      <ns0:pt x="1038134" y="156335"/>
                      <ns0:pt x="1027085" y="156335"/>
                    </ns0:quadBezTo>
                    <ns0:quadBezTo>
                      <ns0:pt x="1013602" y="156335"/>
                      <ns0:pt x="1007525" y="145165"/>
                    </ns0:quadBezTo>
                    <ns0:quadBezTo>
                      <ns0:pt x="1002346" y="135670"/>
                      <ns0:pt x="1002346" y="123948"/>
                    </ns0:quadBezTo>
                    <ns0:quadBezTo>
                      <ns0:pt x="1002346" y="105838"/>
                      <ns0:pt x="1014379" y="93459"/>
                    </ns0:quadBezTo>
                    <ns0:quadBezTo>
                      <ns0:pt x="1021233" y="86381"/>
                      <ns0:pt x="1028467" y="83463"/>
                    </ns0:quadBezTo>
                    <ns0:quadBezTo>
                      <ns0:pt x="1035700" y="80529"/>
                      <ns0:pt x="1047854" y="79199"/>
                    </ns0:quadBezTo>
                    <ns0:close/>
                    <ns0:moveTo>
                      <ns0:pt x="1040344" y="134013"/>
                    </ns0:moveTo>
                    <ns0:quadBezTo>
                      <ns0:pt x="1040344" y="112571"/>
                      <ns0:pt x="1025428" y="112571"/>
                    </ns0:quadBezTo>
                    <ns0:quadBezTo>
                      <ns0:pt x="1019904" y="112571"/>
                      <ns0:pt x="1016261" y="115506"/>
                    </ns0:quadBezTo>
                    <ns0:quadBezTo>
                      <ns0:pt x="1012618" y="118423"/>
                      <ns0:pt x="1012618" y="125398"/>
                    </ns0:quadBezTo>
                    <ns0:quadBezTo>
                      <ns0:pt x="1012618" y="138311"/>
                      <ns0:pt x="1016641" y="145769"/>
                    </ns0:quadBezTo>
                    <ns0:quadBezTo>
                      <ns0:pt x="1020680" y="153227"/>
                      <ns0:pt x="1028311" y="153227"/>
                    </ns0:quadBezTo>
                    <ns0:quadBezTo>
                      <ns0:pt x="1034164" y="153227"/>
                      <ns0:pt x="1037254" y="147979"/>
                    </ns0:quadBezTo>
                    <ns0:quadBezTo>
                      <ns0:pt x="1040344" y="142731"/>
                      <ns0:pt x="1040344" y="134013"/>
                    </ns0:quadBezTo>
                    <ns0:close/>
                  </ns0:path>
                </ns0:pathLst>
              </ns0:custGeom>
              <ns0:solidFill xmlns:ns0="http://schemas.openxmlformats.org/drawingml/2006/main">
                <ns0:srgbClr val="161616"/>
              </ns0:solidFill>
              <ns0:ln xmlns:ns0="http://schemas.openxmlformats.org/drawingml/2006/main" w="0">
                <ns0:noFill/>
              </ns0:ln>
            </p:spPr>
          </p:sp>
        </mc:Fallback>
      </mc:AlternateContent>
      <p:sp>
        <p:nvSpPr>
          <p:cNvPr id="78" name="Figure_4_Paired_Comparison-078">
            <a:extLst xmlns:a="http://schemas.openxmlformats.org/drawingml/2006/main">
              <a:ext uri="{FF2B5EF4-FFF2-40B4-BE49-F238E27FC236}">
                <a16:creationId xmlns:a16="http://schemas.microsoft.com/office/drawing/2014/main" id="{55BB9038-8837-4FED-A214-E01260B0A656}"/>
              </a:ext>
            </a:extLst>
          </p:cNvPr>
          <p:cNvSpPr>
            <a:spLocks xmlns:a="http://schemas.openxmlformats.org/drawingml/2006/main" noGrp="1"/>
          </p:cNvSpPr>
          <p:nvPr/>
        </p:nvSpPr>
        <p:spPr>
          <a:xfrm xmlns:a="http://schemas.openxmlformats.org/drawingml/2006/main">
            <a:off x="4140200" y="901700"/>
            <a:ext cx="127" cy="2235200"/>
          </a:xfrm>
          <a:custGeom xmlns:a="http://schemas.openxmlformats.org/drawingml/2006/main">
            <a:pathLst>
              <a:path w="127" h="2235200">
                <a:moveTo>
                  <a:pt x="0" y="0"/>
                </a:moveTo>
                <a:lnTo>
                  <a:pt x="0" y="2235200"/>
                </a:lnTo>
              </a:path>
            </a:pathLst>
          </a:custGeom>
          <a:noFill xmlns:a="http://schemas.openxmlformats.org/drawingml/2006/main"/>
          <a:ln xmlns:a="http://schemas.openxmlformats.org/drawingml/2006/main" w="19050">
            <a:solidFill>
              <a:srgbClr val="161616"/>
            </a:solidFill>
            <a:prstDash val="solid"/>
          </a:ln>
        </p:spPr>
      </p:sp>
      <p:sp>
        <p:nvSpPr>
          <p:cNvPr id="79" name="Figure_4_Paired_Comparison-079">
            <a:extLst xmlns:a="http://schemas.openxmlformats.org/drawingml/2006/main">
              <a:ext uri="{FF2B5EF4-FFF2-40B4-BE49-F238E27FC236}">
                <a16:creationId xmlns:a16="http://schemas.microsoft.com/office/drawing/2014/main" id="{51B5D5F4-44E2-4A2E-93E8-4D1EBF5F9DB6}"/>
              </a:ext>
            </a:extLst>
          </p:cNvPr>
          <p:cNvSpPr>
            <a:spLocks xmlns:a="http://schemas.openxmlformats.org/drawingml/2006/main" noGrp="1"/>
          </p:cNvSpPr>
          <p:nvPr/>
        </p:nvSpPr>
        <p:spPr>
          <a:xfrm xmlns:a="http://schemas.openxmlformats.org/drawingml/2006/main">
            <a:off x="3949700" y="914400"/>
            <a:ext cx="190500" cy="127"/>
          </a:xfrm>
          <a:custGeom xmlns:a="http://schemas.openxmlformats.org/drawingml/2006/main">
            <a:pathLst>
              <a:path w="190500" h="127">
                <a:moveTo>
                  <a:pt x="0" y="0"/>
                </a:moveTo>
                <a:lnTo>
                  <a:pt x="190500" y="0"/>
                </a:lnTo>
              </a:path>
            </a:pathLst>
          </a:custGeom>
          <a:noFill xmlns:a="http://schemas.openxmlformats.org/drawingml/2006/main"/>
          <a:ln xmlns:a="http://schemas.openxmlformats.org/drawingml/2006/main" w="16510">
            <a:solidFill>
              <a:srgbClr val="161616"/>
            </a:solidFill>
            <a:prstDash val="solid"/>
          </a:ln>
        </p:spPr>
      </p:sp>
      <p:sp>
        <p:nvSpPr>
          <p:cNvPr id="80" name="Figure_4_Paired_Comparison-080">
            <a:extLst xmlns:a="http://schemas.openxmlformats.org/drawingml/2006/main">
              <a:ext uri="{FF2B5EF4-FFF2-40B4-BE49-F238E27FC236}">
                <a16:creationId xmlns:a16="http://schemas.microsoft.com/office/drawing/2014/main" id="{0F16A93F-EBBA-403F-9A09-460E31EF39AB}"/>
              </a:ext>
            </a:extLst>
          </p:cNvPr>
          <p:cNvSpPr>
            <a:spLocks xmlns:a="http://schemas.openxmlformats.org/drawingml/2006/main" noGrp="1"/>
          </p:cNvSpPr>
          <p:nvPr/>
        </p:nvSpPr>
        <p:spPr>
          <a:xfrm xmlns:a="http://schemas.openxmlformats.org/drawingml/2006/main">
            <a:off x="3949700" y="1320800"/>
            <a:ext cx="190500" cy="127"/>
          </a:xfrm>
          <a:custGeom xmlns:a="http://schemas.openxmlformats.org/drawingml/2006/main">
            <a:pathLst>
              <a:path w="190500" h="127">
                <a:moveTo>
                  <a:pt x="0" y="0"/>
                </a:moveTo>
                <a:lnTo>
                  <a:pt x="190500" y="0"/>
                </a:lnTo>
              </a:path>
            </a:pathLst>
          </a:custGeom>
          <a:noFill xmlns:a="http://schemas.openxmlformats.org/drawingml/2006/main"/>
          <a:ln xmlns:a="http://schemas.openxmlformats.org/drawingml/2006/main" w="16510">
            <a:solidFill>
              <a:srgbClr val="161616"/>
            </a:solidFill>
            <a:prstDash val="solid"/>
          </a:ln>
        </p:spPr>
      </p:sp>
      <p:sp>
        <p:nvSpPr>
          <p:cNvPr id="81" name="Figure_4_Paired_Comparison-081">
            <a:extLst xmlns:a="http://schemas.openxmlformats.org/drawingml/2006/main">
              <a:ext uri="{FF2B5EF4-FFF2-40B4-BE49-F238E27FC236}">
                <a16:creationId xmlns:a16="http://schemas.microsoft.com/office/drawing/2014/main" id="{608FD044-6060-40C9-9FFA-34E0B35917BC}"/>
              </a:ext>
            </a:extLst>
          </p:cNvPr>
          <p:cNvSpPr>
            <a:spLocks xmlns:a="http://schemas.openxmlformats.org/drawingml/2006/main" noGrp="1"/>
          </p:cNvSpPr>
          <p:nvPr/>
        </p:nvSpPr>
        <p:spPr>
          <a:xfrm xmlns:a="http://schemas.openxmlformats.org/drawingml/2006/main">
            <a:off x="3949700" y="1727200"/>
            <a:ext cx="190500" cy="127"/>
          </a:xfrm>
          <a:custGeom xmlns:a="http://schemas.openxmlformats.org/drawingml/2006/main">
            <a:pathLst>
              <a:path w="190500" h="127">
                <a:moveTo>
                  <a:pt x="0" y="0"/>
                </a:moveTo>
                <a:lnTo>
                  <a:pt x="190500" y="0"/>
                </a:lnTo>
              </a:path>
            </a:pathLst>
          </a:custGeom>
          <a:noFill xmlns:a="http://schemas.openxmlformats.org/drawingml/2006/main"/>
          <a:ln xmlns:a="http://schemas.openxmlformats.org/drawingml/2006/main" w="16510">
            <a:solidFill>
              <a:srgbClr val="161616"/>
            </a:solidFill>
            <a:prstDash val="solid"/>
          </a:ln>
        </p:spPr>
      </p:sp>
      <p:sp>
        <p:nvSpPr>
          <p:cNvPr id="82" name="Figure_4_Paired_Comparison-082">
            <a:extLst xmlns:a="http://schemas.openxmlformats.org/drawingml/2006/main">
              <a:ext uri="{FF2B5EF4-FFF2-40B4-BE49-F238E27FC236}">
                <a16:creationId xmlns:a16="http://schemas.microsoft.com/office/drawing/2014/main" id="{29E21241-FF31-438F-99B8-437EA36A3F4E}"/>
              </a:ext>
            </a:extLst>
          </p:cNvPr>
          <p:cNvSpPr>
            <a:spLocks xmlns:a="http://schemas.openxmlformats.org/drawingml/2006/main" noGrp="1"/>
          </p:cNvSpPr>
          <p:nvPr/>
        </p:nvSpPr>
        <p:spPr>
          <a:xfrm xmlns:a="http://schemas.openxmlformats.org/drawingml/2006/main">
            <a:off x="3949700" y="2336800"/>
            <a:ext cx="190500" cy="127"/>
          </a:xfrm>
          <a:custGeom xmlns:a="http://schemas.openxmlformats.org/drawingml/2006/main">
            <a:pathLst>
              <a:path w="190500" h="127">
                <a:moveTo>
                  <a:pt x="0" y="0"/>
                </a:moveTo>
                <a:lnTo>
                  <a:pt x="190500" y="0"/>
                </a:lnTo>
              </a:path>
            </a:pathLst>
          </a:custGeom>
          <a:noFill xmlns:a="http://schemas.openxmlformats.org/drawingml/2006/main"/>
          <a:ln xmlns:a="http://schemas.openxmlformats.org/drawingml/2006/main" w="16510">
            <a:solidFill>
              <a:srgbClr val="161616"/>
            </a:solidFill>
            <a:prstDash val="solid"/>
          </a:ln>
        </p:spPr>
      </p:sp>
      <p:sp>
        <p:nvSpPr>
          <p:cNvPr id="83" name="Figure_4_Paired_Comparison-083">
            <a:extLst xmlns:a="http://schemas.openxmlformats.org/drawingml/2006/main">
              <a:ext uri="{FF2B5EF4-FFF2-40B4-BE49-F238E27FC236}">
                <a16:creationId xmlns:a16="http://schemas.microsoft.com/office/drawing/2014/main" id="{A3BD5C10-1111-4EEB-A96B-1CDAE49618FF}"/>
              </a:ext>
            </a:extLst>
          </p:cNvPr>
          <p:cNvSpPr>
            <a:spLocks xmlns:a="http://schemas.openxmlformats.org/drawingml/2006/main" noGrp="1"/>
          </p:cNvSpPr>
          <p:nvPr/>
        </p:nvSpPr>
        <p:spPr>
          <a:xfrm xmlns:a="http://schemas.openxmlformats.org/drawingml/2006/main">
            <a:off x="3949700" y="2743200"/>
            <a:ext cx="190500" cy="127"/>
          </a:xfrm>
          <a:custGeom xmlns:a="http://schemas.openxmlformats.org/drawingml/2006/main">
            <a:pathLst>
              <a:path w="190500" h="127">
                <a:moveTo>
                  <a:pt x="0" y="0"/>
                </a:moveTo>
                <a:lnTo>
                  <a:pt x="190500" y="0"/>
                </a:lnTo>
              </a:path>
            </a:pathLst>
          </a:custGeom>
          <a:noFill xmlns:a="http://schemas.openxmlformats.org/drawingml/2006/main"/>
          <a:ln xmlns:a="http://schemas.openxmlformats.org/drawingml/2006/main" w="16510">
            <a:solidFill>
              <a:srgbClr val="161616"/>
            </a:solidFill>
            <a:prstDash val="solid"/>
          </a:ln>
        </p:spPr>
      </p:sp>
      <p:sp>
        <p:nvSpPr>
          <p:cNvPr id="84" name="Figure_4_Paired_Comparison-084">
            <a:extLst xmlns:a="http://schemas.openxmlformats.org/drawingml/2006/main">
              <a:ext uri="{FF2B5EF4-FFF2-40B4-BE49-F238E27FC236}">
                <a16:creationId xmlns:a16="http://schemas.microsoft.com/office/drawing/2014/main" id="{0D566BBE-1534-44AC-A546-A9E9EEF0F59B}"/>
              </a:ext>
            </a:extLst>
          </p:cNvPr>
          <p:cNvSpPr>
            <a:spLocks xmlns:a="http://schemas.openxmlformats.org/drawingml/2006/main" noGrp="1"/>
          </p:cNvSpPr>
          <p:nvPr/>
        </p:nvSpPr>
        <p:spPr>
          <a:xfrm xmlns:a="http://schemas.openxmlformats.org/drawingml/2006/main">
            <a:off x="3949700" y="3149600"/>
            <a:ext cx="190500" cy="127"/>
          </a:xfrm>
          <a:custGeom xmlns:a="http://schemas.openxmlformats.org/drawingml/2006/main">
            <a:pathLst>
              <a:path w="190500" h="127">
                <a:moveTo>
                  <a:pt x="0" y="0"/>
                </a:moveTo>
                <a:lnTo>
                  <a:pt x="190500" y="0"/>
                </a:lnTo>
              </a:path>
            </a:pathLst>
          </a:custGeom>
          <a:noFill xmlns:a="http://schemas.openxmlformats.org/drawingml/2006/main"/>
          <a:ln xmlns:a="http://schemas.openxmlformats.org/drawingml/2006/main" w="16510">
            <a:solidFill>
              <a:srgbClr val="161616"/>
            </a:solidFill>
            <a:prstDash val="solid"/>
          </a:ln>
        </p:spPr>
      </p:sp>
      <p:sp>
        <p:nvSpPr>
          <p:cNvPr id="85" name="Figure_4_Paired_Comparison-085">
            <a:extLst xmlns:a="http://schemas.openxmlformats.org/drawingml/2006/main">
              <a:ext uri="{FF2B5EF4-FFF2-40B4-BE49-F238E27FC236}">
                <a16:creationId xmlns:a16="http://schemas.microsoft.com/office/drawing/2014/main" id="{A8CFE218-CFAD-4DA7-A5A4-AE1553A646BB}"/>
              </a:ext>
            </a:extLst>
          </p:cNvPr>
          <p:cNvSpPr>
            <a:spLocks xmlns:a="http://schemas.openxmlformats.org/drawingml/2006/main" noGrp="1"/>
          </p:cNvSpPr>
          <p:nvPr/>
        </p:nvSpPr>
        <p:spPr>
          <a:xfrm xmlns:a="http://schemas.openxmlformats.org/drawingml/2006/main">
            <a:off x="4140200" y="19431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22860">
            <a:solidFill>
              <a:srgbClr val="161616"/>
            </a:solidFill>
            <a:prstDash val="solid"/>
          </a:ln>
        </p:spPr>
      </p:sp>
      <p:sp>
        <p:nvSpPr>
          <p:cNvPr id="86" name="Figure_4_Paired_Comparison-086">
            <a:extLst xmlns:a="http://schemas.openxmlformats.org/drawingml/2006/main">
              <a:ext uri="{FF2B5EF4-FFF2-40B4-BE49-F238E27FC236}">
                <a16:creationId xmlns:a16="http://schemas.microsoft.com/office/drawing/2014/main" id="{DC869B58-8DB9-4ED6-970B-193A657382C6}"/>
              </a:ext>
            </a:extLst>
          </p:cNvPr>
          <p:cNvSpPr>
            <a:spLocks xmlns:a="http://schemas.openxmlformats.org/drawingml/2006/main" noGrp="1"/>
          </p:cNvSpPr>
          <p:nvPr/>
        </p:nvSpPr>
        <p:spPr>
          <a:xfrm xmlns:a="http://schemas.openxmlformats.org/drawingml/2006/main">
            <a:off x="4267200" y="19207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87" name="Figure_4_Paired_Comparison-087">
            <a:extLst xmlns:a="http://schemas.openxmlformats.org/drawingml/2006/main">
              <a:ext uri="{FF2B5EF4-FFF2-40B4-BE49-F238E27FC236}">
                <a16:creationId xmlns:a16="http://schemas.microsoft.com/office/drawing/2014/main" id="{9629643B-5659-44FB-9AB2-2DA10A86727A}"/>
              </a:ext>
            </a:extLst>
          </p:cNvPr>
          <p:cNvSpPr>
            <a:spLocks xmlns:a="http://schemas.openxmlformats.org/drawingml/2006/main" noGrp="1"/>
          </p:cNvSpPr>
          <p:nvPr/>
        </p:nvSpPr>
        <p:spPr>
          <a:xfrm xmlns:a="http://schemas.openxmlformats.org/drawingml/2006/main">
            <a:off x="4381500" y="1447800"/>
            <a:ext cx="1447800" cy="939800"/>
          </a:xfrm>
          <a:prstGeom xmlns:a="http://schemas.openxmlformats.org/drawingml/2006/main" prst="roundRect">
            <a:avLst>
              <a:gd name="adj" fmla="val 6757"/>
            </a:avLst>
          </a:prstGeom>
          <a:solidFill xmlns:a="http://schemas.openxmlformats.org/drawingml/2006/main">
            <a:srgbClr val="E1EFD9"/>
          </a:solidFill>
          <a:ln xmlns:a="http://schemas.openxmlformats.org/drawingml/2006/main" w="11430">
            <a:solidFill>
              <a:srgbClr val="161616"/>
            </a:solidFill>
            <a:prstDash val="solid"/>
          </a:ln>
        </p:spPr>
      </p:sp>
      <p:sp>
        <p:nvSpPr>
          <p:cNvPr id="88" name="Figure_4_Paired_Comparison-088">
            <a:extLst xmlns:a="http://schemas.openxmlformats.org/drawingml/2006/main">
              <a:ext uri="{FF2B5EF4-FFF2-40B4-BE49-F238E27FC236}">
                <a16:creationId xmlns:a16="http://schemas.microsoft.com/office/drawing/2014/main" id="{2E7D76E6-A36C-48C6-A36D-7FC059D98EAF}"/>
              </a:ext>
            </a:extLst>
          </p:cNvPr>
          <p:cNvSpPr>
            <a:spLocks xmlns:a="http://schemas.openxmlformats.org/drawingml/2006/main" noGrp="1"/>
          </p:cNvSpPr>
          <p:nvPr/>
        </p:nvSpPr>
        <p:spPr>
          <a:xfrm xmlns:a="http://schemas.openxmlformats.org/drawingml/2006/main">
            <a:off x="4457700" y="1549400"/>
            <a:ext cx="1295400" cy="15595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70" b="1">
                <a:solidFill>
                  <a:srgbClr val="161616"/>
                </a:solidFill>
                <a:latin typeface="DejaVu Sans"/>
                <a:ea typeface="DejaVu Sans"/>
                <a:cs typeface="DejaVu Sans"/>
              </a:defRPr>
            </a:defPPr>
            <a:lvl1pPr algn="ctr">
              <a:defRPr sz="770" b="1">
                <a:solidFill>
                  <a:srgbClr val="161616"/>
                </a:solidFill>
                <a:latin typeface="DejaVu Sans"/>
                <a:ea typeface="DejaVu Sans"/>
                <a:cs typeface="DejaVu Sans"/>
              </a:defRPr>
            </a:lvl1pPr>
            <a:lvl2pPr algn="ctr">
              <a:defRPr sz="770" b="1">
                <a:solidFill>
                  <a:srgbClr val="161616"/>
                </a:solidFill>
                <a:latin typeface="DejaVu Sans"/>
                <a:ea typeface="DejaVu Sans"/>
                <a:cs typeface="DejaVu Sans"/>
              </a:defRPr>
            </a:lvl2pPr>
            <a:lvl3pPr algn="ctr">
              <a:defRPr sz="770" b="1">
                <a:solidFill>
                  <a:srgbClr val="161616"/>
                </a:solidFill>
                <a:latin typeface="DejaVu Sans"/>
                <a:ea typeface="DejaVu Sans"/>
                <a:cs typeface="DejaVu Sans"/>
              </a:defRPr>
            </a:lvl3pPr>
            <a:lvl4pPr algn="ctr">
              <a:defRPr sz="770" b="1">
                <a:solidFill>
                  <a:srgbClr val="161616"/>
                </a:solidFill>
                <a:latin typeface="DejaVu Sans"/>
                <a:ea typeface="DejaVu Sans"/>
                <a:cs typeface="DejaVu Sans"/>
              </a:defRPr>
            </a:lvl4pPr>
            <a:lvl5pPr algn="ctr">
              <a:defRPr sz="770" b="1">
                <a:solidFill>
                  <a:srgbClr val="161616"/>
                </a:solidFill>
                <a:latin typeface="DejaVu Sans"/>
                <a:ea typeface="DejaVu Sans"/>
                <a:cs typeface="DejaVu Sans"/>
              </a:defRPr>
            </a:lvl5pPr>
            <a:lvl6pPr algn="ctr">
              <a:defRPr sz="770" b="1">
                <a:solidFill>
                  <a:srgbClr val="161616"/>
                </a:solidFill>
                <a:latin typeface="DejaVu Sans"/>
                <a:ea typeface="DejaVu Sans"/>
                <a:cs typeface="DejaVu Sans"/>
              </a:defRPr>
            </a:lvl6pPr>
            <a:lvl7pPr algn="ctr">
              <a:defRPr sz="770" b="1">
                <a:solidFill>
                  <a:srgbClr val="161616"/>
                </a:solidFill>
                <a:latin typeface="DejaVu Sans"/>
                <a:ea typeface="DejaVu Sans"/>
                <a:cs typeface="DejaVu Sans"/>
              </a:defRPr>
            </a:lvl7pPr>
            <a:lvl8pPr algn="ctr">
              <a:defRPr sz="770" b="1">
                <a:solidFill>
                  <a:srgbClr val="161616"/>
                </a:solidFill>
                <a:latin typeface="DejaVu Sans"/>
                <a:ea typeface="DejaVu Sans"/>
                <a:cs typeface="DejaVu Sans"/>
              </a:defRPr>
            </a:lvl8pPr>
            <a:lvl9pPr algn="ctr">
              <a:defRPr sz="770" b="1">
                <a:solidFill>
                  <a:srgbClr val="161616"/>
                </a:solidFill>
                <a:latin typeface="DejaVu Sans"/>
                <a:ea typeface="DejaVu Sans"/>
                <a:cs typeface="DejaVu Sans"/>
              </a:defRPr>
            </a:lvl9pPr>
          </a:lstStyle>
          <a:p xmlns:a="http://schemas.openxmlformats.org/drawingml/2006/main">
            <a:pPr algn="ctr">
              <a:defRPr sz="770" b="1">
                <a:solidFill>
                  <a:srgbClr val="161616"/>
                </a:solidFill>
                <a:latin typeface="DejaVu Sans"/>
                <a:ea typeface="DejaVu Sans"/>
                <a:cs typeface="DejaVu Sans"/>
              </a:defRPr>
            </a:pPr>
            <a:r>
              <a:rPr sz="770" b="1">
                <a:solidFill>
                  <a:srgbClr val="161616"/>
                </a:solidFill>
                <a:latin typeface="DejaVu Sans"/>
                <a:ea typeface="DejaVu Sans"/>
                <a:cs typeface="DejaVu Sans"/>
              </a:rPr>
              <a:t>Fixed 8B reader</a:t>
            </a:r>
          </a:p>
        </p:txBody>
      </p:sp>
      <p:sp>
        <p:nvSpPr>
          <p:cNvPr id="89" name="Figure_4_Paired_Comparison-089">
            <a:extLst xmlns:a="http://schemas.openxmlformats.org/drawingml/2006/main">
              <a:ext uri="{FF2B5EF4-FFF2-40B4-BE49-F238E27FC236}">
                <a16:creationId xmlns:a16="http://schemas.microsoft.com/office/drawing/2014/main" id="{8E2A770B-DCA6-49AF-A34D-A426C3CAD775}"/>
              </a:ext>
            </a:extLst>
          </p:cNvPr>
          <p:cNvSpPr>
            <a:spLocks xmlns:a="http://schemas.openxmlformats.org/drawingml/2006/main" noGrp="1"/>
          </p:cNvSpPr>
          <p:nvPr/>
        </p:nvSpPr>
        <p:spPr>
          <a:xfrm xmlns:a="http://schemas.openxmlformats.org/drawingml/2006/main">
            <a:off x="4457700" y="1790700"/>
            <a:ext cx="12954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Same prompt</a:t>
            </a:r>
          </a:p>
        </p:txBody>
      </p:sp>
      <p:sp>
        <p:nvSpPr>
          <p:cNvPr id="90" name="Figure_4_Paired_Comparison-090">
            <a:extLst xmlns:a="http://schemas.openxmlformats.org/drawingml/2006/main">
              <a:ext uri="{FF2B5EF4-FFF2-40B4-BE49-F238E27FC236}">
                <a16:creationId xmlns:a16="http://schemas.microsoft.com/office/drawing/2014/main" id="{454A7E6E-A087-4552-9DCE-170332366132}"/>
              </a:ext>
            </a:extLst>
          </p:cNvPr>
          <p:cNvSpPr>
            <a:spLocks xmlns:a="http://schemas.openxmlformats.org/drawingml/2006/main" noGrp="1"/>
          </p:cNvSpPr>
          <p:nvPr/>
        </p:nvSpPr>
        <p:spPr>
          <a:xfrm xmlns:a="http://schemas.openxmlformats.org/drawingml/2006/main">
            <a:off x="4457700" y="1955800"/>
            <a:ext cx="12954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Same decoding</a:t>
            </a:r>
          </a:p>
        </p:txBody>
      </p:sp>
      <p:sp>
        <p:nvSpPr>
          <p:cNvPr id="91" name="Figure_4_Paired_Comparison-091">
            <a:extLst xmlns:a="http://schemas.openxmlformats.org/drawingml/2006/main">
              <a:ext uri="{FF2B5EF4-FFF2-40B4-BE49-F238E27FC236}">
                <a16:creationId xmlns:a16="http://schemas.microsoft.com/office/drawing/2014/main" id="{06D8F72E-0C95-4465-BD7A-BA9ADB5BC164}"/>
              </a:ext>
            </a:extLst>
          </p:cNvPr>
          <p:cNvSpPr>
            <a:spLocks xmlns:a="http://schemas.openxmlformats.org/drawingml/2006/main" noGrp="1"/>
          </p:cNvSpPr>
          <p:nvPr/>
        </p:nvSpPr>
        <p:spPr>
          <a:xfrm xmlns:a="http://schemas.openxmlformats.org/drawingml/2006/main">
            <a:off x="4457700" y="2120900"/>
            <a:ext cx="12954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80" b="0">
                <a:solidFill>
                  <a:srgbClr val="161616"/>
                </a:solidFill>
                <a:latin typeface="DejaVu Sans"/>
                <a:ea typeface="DejaVu Sans"/>
                <a:cs typeface="DejaVu Sans"/>
              </a:defRPr>
            </a:defPPr>
            <a:lvl1pPr algn="ctr">
              <a:defRPr sz="680" b="0">
                <a:solidFill>
                  <a:srgbClr val="161616"/>
                </a:solidFill>
                <a:latin typeface="DejaVu Sans"/>
                <a:ea typeface="DejaVu Sans"/>
                <a:cs typeface="DejaVu Sans"/>
              </a:defRPr>
            </a:lvl1pPr>
            <a:lvl2pPr algn="ctr">
              <a:defRPr sz="680" b="0">
                <a:solidFill>
                  <a:srgbClr val="161616"/>
                </a:solidFill>
                <a:latin typeface="DejaVu Sans"/>
                <a:ea typeface="DejaVu Sans"/>
                <a:cs typeface="DejaVu Sans"/>
              </a:defRPr>
            </a:lvl2pPr>
            <a:lvl3pPr algn="ctr">
              <a:defRPr sz="680" b="0">
                <a:solidFill>
                  <a:srgbClr val="161616"/>
                </a:solidFill>
                <a:latin typeface="DejaVu Sans"/>
                <a:ea typeface="DejaVu Sans"/>
                <a:cs typeface="DejaVu Sans"/>
              </a:defRPr>
            </a:lvl3pPr>
            <a:lvl4pPr algn="ctr">
              <a:defRPr sz="680" b="0">
                <a:solidFill>
                  <a:srgbClr val="161616"/>
                </a:solidFill>
                <a:latin typeface="DejaVu Sans"/>
                <a:ea typeface="DejaVu Sans"/>
                <a:cs typeface="DejaVu Sans"/>
              </a:defRPr>
            </a:lvl4pPr>
            <a:lvl5pPr algn="ctr">
              <a:defRPr sz="680" b="0">
                <a:solidFill>
                  <a:srgbClr val="161616"/>
                </a:solidFill>
                <a:latin typeface="DejaVu Sans"/>
                <a:ea typeface="DejaVu Sans"/>
                <a:cs typeface="DejaVu Sans"/>
              </a:defRPr>
            </a:lvl5pPr>
            <a:lvl6pPr algn="ctr">
              <a:defRPr sz="680" b="0">
                <a:solidFill>
                  <a:srgbClr val="161616"/>
                </a:solidFill>
                <a:latin typeface="DejaVu Sans"/>
                <a:ea typeface="DejaVu Sans"/>
                <a:cs typeface="DejaVu Sans"/>
              </a:defRPr>
            </a:lvl6pPr>
            <a:lvl7pPr algn="ctr">
              <a:defRPr sz="680" b="0">
                <a:solidFill>
                  <a:srgbClr val="161616"/>
                </a:solidFill>
                <a:latin typeface="DejaVu Sans"/>
                <a:ea typeface="DejaVu Sans"/>
                <a:cs typeface="DejaVu Sans"/>
              </a:defRPr>
            </a:lvl7pPr>
            <a:lvl8pPr algn="ctr">
              <a:defRPr sz="680" b="0">
                <a:solidFill>
                  <a:srgbClr val="161616"/>
                </a:solidFill>
                <a:latin typeface="DejaVu Sans"/>
                <a:ea typeface="DejaVu Sans"/>
                <a:cs typeface="DejaVu Sans"/>
              </a:defRPr>
            </a:lvl8pPr>
            <a:lvl9pPr algn="ctr">
              <a:defRPr sz="680" b="0">
                <a:solidFill>
                  <a:srgbClr val="161616"/>
                </a:solidFill>
                <a:latin typeface="DejaVu Sans"/>
                <a:ea typeface="DejaVu Sans"/>
                <a:cs typeface="DejaVu Sans"/>
              </a:defRPr>
            </a:lvl9pPr>
          </a:lstStyle>
          <a:p xmlns:a="http://schemas.openxmlformats.org/drawingml/2006/main">
            <a:pPr algn="ctr">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One readout per packet</a:t>
            </a:r>
          </a:p>
        </p:txBody>
      </p:sp>
      <p:sp>
        <p:nvSpPr>
          <p:cNvPr id="92" name="Figure_4_Paired_Comparison-092">
            <a:extLst xmlns:a="http://schemas.openxmlformats.org/drawingml/2006/main">
              <a:ext uri="{FF2B5EF4-FFF2-40B4-BE49-F238E27FC236}">
                <a16:creationId xmlns:a16="http://schemas.microsoft.com/office/drawing/2014/main" id="{FE75D5D2-6F27-4687-B089-165F11FDF8F1}"/>
              </a:ext>
            </a:extLst>
          </p:cNvPr>
          <p:cNvSpPr>
            <a:spLocks xmlns:a="http://schemas.openxmlformats.org/drawingml/2006/main" noGrp="1"/>
          </p:cNvSpPr>
          <p:nvPr/>
        </p:nvSpPr>
        <p:spPr>
          <a:xfrm xmlns:a="http://schemas.openxmlformats.org/drawingml/2006/main">
            <a:off x="4356100" y="2628900"/>
            <a:ext cx="14732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Original selected text</a:t>
            </a:r>
          </a:p>
        </p:txBody>
      </p:sp>
      <p:sp>
        <p:nvSpPr>
          <p:cNvPr id="93" name="Figure_4_Paired_Comparison-093">
            <a:extLst xmlns:a="http://schemas.openxmlformats.org/drawingml/2006/main">
              <a:ext uri="{FF2B5EF4-FFF2-40B4-BE49-F238E27FC236}">
                <a16:creationId xmlns:a16="http://schemas.microsoft.com/office/drawing/2014/main" id="{C462D1DB-EA53-452B-8CB1-C24E129F9182}"/>
              </a:ext>
            </a:extLst>
          </p:cNvPr>
          <p:cNvSpPr>
            <a:spLocks xmlns:a="http://schemas.openxmlformats.org/drawingml/2006/main" noGrp="1"/>
          </p:cNvSpPr>
          <p:nvPr/>
        </p:nvSpPr>
        <p:spPr>
          <a:xfrm xmlns:a="http://schemas.openxmlformats.org/drawingml/2006/main">
            <a:off x="4356100" y="2819400"/>
            <a:ext cx="14732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and source identifiers</a:t>
            </a:r>
          </a:p>
        </p:txBody>
      </p:sp>
      <p:sp>
        <p:nvSpPr>
          <p:cNvPr id="94" name="Figure_4_Paired_Comparison-094">
            <a:extLst xmlns:a="http://schemas.openxmlformats.org/drawingml/2006/main">
              <a:ext uri="{FF2B5EF4-FFF2-40B4-BE49-F238E27FC236}">
                <a16:creationId xmlns:a16="http://schemas.microsoft.com/office/drawing/2014/main" id="{E7A1A9B1-2477-405D-9843-444C7F2A5CE1}"/>
              </a:ext>
            </a:extLst>
          </p:cNvPr>
          <p:cNvSpPr>
            <a:spLocks xmlns:a="http://schemas.openxmlformats.org/drawingml/2006/main" noGrp="1"/>
          </p:cNvSpPr>
          <p:nvPr/>
        </p:nvSpPr>
        <p:spPr>
          <a:xfrm xmlns:a="http://schemas.openxmlformats.org/drawingml/2006/main">
            <a:off x="88900" y="36195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b</a:t>
            </a:r>
          </a:p>
        </p:txBody>
      </p:sp>
      <p:sp>
        <p:nvSpPr>
          <p:cNvPr id="95" name="Figure_4_Paired_Comparison-095">
            <a:extLst xmlns:a="http://schemas.openxmlformats.org/drawingml/2006/main">
              <a:ext uri="{FF2B5EF4-FFF2-40B4-BE49-F238E27FC236}">
                <a16:creationId xmlns:a16="http://schemas.microsoft.com/office/drawing/2014/main" id="{04AD0E4C-8846-4878-BEBC-2E1F79FA570F}"/>
              </a:ext>
            </a:extLst>
          </p:cNvPr>
          <p:cNvSpPr>
            <a:spLocks xmlns:a="http://schemas.openxmlformats.org/drawingml/2006/main" noGrp="1"/>
          </p:cNvSpPr>
          <p:nvPr/>
        </p:nvSpPr>
        <p:spPr>
          <a:xfrm xmlns:a="http://schemas.openxmlformats.org/drawingml/2006/main">
            <a:off x="254000" y="3625850"/>
            <a:ext cx="56007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Paired evaluation with separate denominators</a:t>
            </a:r>
          </a:p>
        </p:txBody>
      </p:sp>
      <p:sp>
        <p:nvSpPr>
          <p:cNvPr id="96" name="Figure_4_Paired_Comparison-096">
            <a:extLst xmlns:a="http://schemas.openxmlformats.org/drawingml/2006/main">
              <a:ext uri="{FF2B5EF4-FFF2-40B4-BE49-F238E27FC236}">
                <a16:creationId xmlns:a16="http://schemas.microsoft.com/office/drawing/2014/main" id="{8E7CCE47-F52D-4985-B400-425FC7F656F4}"/>
              </a:ext>
            </a:extLst>
          </p:cNvPr>
          <p:cNvSpPr>
            <a:spLocks xmlns:a="http://schemas.openxmlformats.org/drawingml/2006/main" noGrp="1"/>
          </p:cNvSpPr>
          <p:nvPr/>
        </p:nvSpPr>
        <p:spPr>
          <a:xfrm xmlns:a="http://schemas.openxmlformats.org/drawingml/2006/main">
            <a:off x="76200" y="3822700"/>
            <a:ext cx="2819400" cy="215900"/>
          </a:xfrm>
          <a:prstGeom xmlns:a="http://schemas.openxmlformats.org/drawingml/2006/main" prst="roundRect">
            <a:avLst>
              <a:gd name="adj" fmla="val 17647"/>
            </a:avLst>
          </a:prstGeom>
          <a:solidFill xmlns:a="http://schemas.openxmlformats.org/drawingml/2006/main">
            <a:srgbClr val="FAE4D5"/>
          </a:solidFill>
          <a:ln xmlns:a="http://schemas.openxmlformats.org/drawingml/2006/main" w="8890">
            <a:solidFill>
              <a:srgbClr val="161616"/>
            </a:solidFill>
            <a:prstDash val="solid"/>
          </a:ln>
        </p:spPr>
      </p:sp>
      <p:sp>
        <p:nvSpPr>
          <p:cNvPr id="97" name="Figure_4_Paired_Comparison-097">
            <a:extLst xmlns:a="http://schemas.openxmlformats.org/drawingml/2006/main">
              <a:ext uri="{FF2B5EF4-FFF2-40B4-BE49-F238E27FC236}">
                <a16:creationId xmlns:a16="http://schemas.microsoft.com/office/drawing/2014/main" id="{157D496B-79CC-4AE3-9DF1-E96A62AF4422}"/>
              </a:ext>
            </a:extLst>
          </p:cNvPr>
          <p:cNvSpPr>
            <a:spLocks xmlns:a="http://schemas.openxmlformats.org/drawingml/2006/main" noGrp="1"/>
          </p:cNvSpPr>
          <p:nvPr/>
        </p:nvSpPr>
        <p:spPr>
          <a:xfrm xmlns:a="http://schemas.openxmlformats.org/drawingml/2006/main">
            <a:off x="127000" y="3873500"/>
            <a:ext cx="27178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80" b="0">
                <a:solidFill>
                  <a:srgbClr val="161616"/>
                </a:solidFill>
                <a:latin typeface="DejaVu Sans"/>
                <a:ea typeface="DejaVu Sans"/>
                <a:cs typeface="DejaVu Sans"/>
              </a:defRPr>
            </a:defPPr>
            <a:lvl1pPr algn="ctr">
              <a:defRPr sz="680" b="0">
                <a:solidFill>
                  <a:srgbClr val="161616"/>
                </a:solidFill>
                <a:latin typeface="DejaVu Sans"/>
                <a:ea typeface="DejaVu Sans"/>
                <a:cs typeface="DejaVu Sans"/>
              </a:defRPr>
            </a:lvl1pPr>
            <a:lvl2pPr algn="ctr">
              <a:defRPr sz="680" b="0">
                <a:solidFill>
                  <a:srgbClr val="161616"/>
                </a:solidFill>
                <a:latin typeface="DejaVu Sans"/>
                <a:ea typeface="DejaVu Sans"/>
                <a:cs typeface="DejaVu Sans"/>
              </a:defRPr>
            </a:lvl2pPr>
            <a:lvl3pPr algn="ctr">
              <a:defRPr sz="680" b="0">
                <a:solidFill>
                  <a:srgbClr val="161616"/>
                </a:solidFill>
                <a:latin typeface="DejaVu Sans"/>
                <a:ea typeface="DejaVu Sans"/>
                <a:cs typeface="DejaVu Sans"/>
              </a:defRPr>
            </a:lvl3pPr>
            <a:lvl4pPr algn="ctr">
              <a:defRPr sz="680" b="0">
                <a:solidFill>
                  <a:srgbClr val="161616"/>
                </a:solidFill>
                <a:latin typeface="DejaVu Sans"/>
                <a:ea typeface="DejaVu Sans"/>
                <a:cs typeface="DejaVu Sans"/>
              </a:defRPr>
            </a:lvl4pPr>
            <a:lvl5pPr algn="ctr">
              <a:defRPr sz="680" b="0">
                <a:solidFill>
                  <a:srgbClr val="161616"/>
                </a:solidFill>
                <a:latin typeface="DejaVu Sans"/>
                <a:ea typeface="DejaVu Sans"/>
                <a:cs typeface="DejaVu Sans"/>
              </a:defRPr>
            </a:lvl5pPr>
            <a:lvl6pPr algn="ctr">
              <a:defRPr sz="680" b="0">
                <a:solidFill>
                  <a:srgbClr val="161616"/>
                </a:solidFill>
                <a:latin typeface="DejaVu Sans"/>
                <a:ea typeface="DejaVu Sans"/>
                <a:cs typeface="DejaVu Sans"/>
              </a:defRPr>
            </a:lvl6pPr>
            <a:lvl7pPr algn="ctr">
              <a:defRPr sz="680" b="0">
                <a:solidFill>
                  <a:srgbClr val="161616"/>
                </a:solidFill>
                <a:latin typeface="DejaVu Sans"/>
                <a:ea typeface="DejaVu Sans"/>
                <a:cs typeface="DejaVu Sans"/>
              </a:defRPr>
            </a:lvl7pPr>
            <a:lvl8pPr algn="ctr">
              <a:defRPr sz="680" b="0">
                <a:solidFill>
                  <a:srgbClr val="161616"/>
                </a:solidFill>
                <a:latin typeface="DejaVu Sans"/>
                <a:ea typeface="DejaVu Sans"/>
                <a:cs typeface="DejaVu Sans"/>
              </a:defRPr>
            </a:lvl8pPr>
            <a:lvl9pPr algn="ctr">
              <a:defRPr sz="680" b="0">
                <a:solidFill>
                  <a:srgbClr val="161616"/>
                </a:solidFill>
                <a:latin typeface="DejaVu Sans"/>
                <a:ea typeface="DejaVu Sans"/>
                <a:cs typeface="DejaVu Sans"/>
              </a:defRPr>
            </a:lvl9pPr>
          </a:lstStyle>
          <a:p xmlns:a="http://schemas.openxmlformats.org/drawingml/2006/main">
            <a:pPr algn="ctr">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Conflict identification: 200 assigned cases</a:t>
            </a:r>
          </a:p>
        </p:txBody>
      </p:sp>
      <p:sp>
        <p:nvSpPr>
          <p:cNvPr id="98" name="Figure_4_Paired_Comparison-098">
            <a:extLst xmlns:a="http://schemas.openxmlformats.org/drawingml/2006/main">
              <a:ext uri="{FF2B5EF4-FFF2-40B4-BE49-F238E27FC236}">
                <a16:creationId xmlns:a16="http://schemas.microsoft.com/office/drawing/2014/main" id="{603EE529-A3EB-4B54-8A49-181FFCBD2F14}"/>
              </a:ext>
            </a:extLst>
          </p:cNvPr>
          <p:cNvSpPr>
            <a:spLocks xmlns:a="http://schemas.openxmlformats.org/drawingml/2006/main" noGrp="1"/>
          </p:cNvSpPr>
          <p:nvPr/>
        </p:nvSpPr>
        <p:spPr>
          <a:xfrm xmlns:a="http://schemas.openxmlformats.org/drawingml/2006/main">
            <a:off x="3048000" y="3822700"/>
            <a:ext cx="2806700" cy="215900"/>
          </a:xfrm>
          <a:prstGeom xmlns:a="http://schemas.openxmlformats.org/drawingml/2006/main" prst="roundRect">
            <a:avLst>
              <a:gd name="adj" fmla="val 17647"/>
            </a:avLst>
          </a:prstGeom>
          <a:solidFill xmlns:a="http://schemas.openxmlformats.org/drawingml/2006/main">
            <a:srgbClr val="DAE2F5"/>
          </a:solidFill>
          <a:ln xmlns:a="http://schemas.openxmlformats.org/drawingml/2006/main" w="8890">
            <a:solidFill>
              <a:srgbClr val="161616"/>
            </a:solidFill>
            <a:prstDash val="solid"/>
          </a:ln>
        </p:spPr>
      </p:sp>
      <p:sp>
        <p:nvSpPr>
          <p:cNvPr id="99" name="Figure_4_Paired_Comparison-099">
            <a:extLst xmlns:a="http://schemas.openxmlformats.org/drawingml/2006/main">
              <a:ext uri="{FF2B5EF4-FFF2-40B4-BE49-F238E27FC236}">
                <a16:creationId xmlns:a16="http://schemas.microsoft.com/office/drawing/2014/main" id="{923A9EFB-97F7-4191-BFDA-1789C0A7E207}"/>
              </a:ext>
            </a:extLst>
          </p:cNvPr>
          <p:cNvSpPr>
            <a:spLocks xmlns:a="http://schemas.openxmlformats.org/drawingml/2006/main" noGrp="1"/>
          </p:cNvSpPr>
          <p:nvPr/>
        </p:nvSpPr>
        <p:spPr>
          <a:xfrm xmlns:a="http://schemas.openxmlformats.org/drawingml/2006/main">
            <a:off x="3098800" y="3873500"/>
            <a:ext cx="2705100" cy="13639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60" b="0">
                <a:solidFill>
                  <a:srgbClr val="161616"/>
                </a:solidFill>
                <a:latin typeface="DejaVu Sans"/>
                <a:ea typeface="DejaVu Sans"/>
                <a:cs typeface="DejaVu Sans"/>
              </a:defRPr>
            </a:defPPr>
            <a:lvl1pPr algn="ctr">
              <a:defRPr sz="660" b="0">
                <a:solidFill>
                  <a:srgbClr val="161616"/>
                </a:solidFill>
                <a:latin typeface="DejaVu Sans"/>
                <a:ea typeface="DejaVu Sans"/>
                <a:cs typeface="DejaVu Sans"/>
              </a:defRPr>
            </a:lvl1pPr>
            <a:lvl2pPr algn="ctr">
              <a:defRPr sz="660" b="0">
                <a:solidFill>
                  <a:srgbClr val="161616"/>
                </a:solidFill>
                <a:latin typeface="DejaVu Sans"/>
                <a:ea typeface="DejaVu Sans"/>
                <a:cs typeface="DejaVu Sans"/>
              </a:defRPr>
            </a:lvl2pPr>
            <a:lvl3pPr algn="ctr">
              <a:defRPr sz="660" b="0">
                <a:solidFill>
                  <a:srgbClr val="161616"/>
                </a:solidFill>
                <a:latin typeface="DejaVu Sans"/>
                <a:ea typeface="DejaVu Sans"/>
                <a:cs typeface="DejaVu Sans"/>
              </a:defRPr>
            </a:lvl3pPr>
            <a:lvl4pPr algn="ctr">
              <a:defRPr sz="660" b="0">
                <a:solidFill>
                  <a:srgbClr val="161616"/>
                </a:solidFill>
                <a:latin typeface="DejaVu Sans"/>
                <a:ea typeface="DejaVu Sans"/>
                <a:cs typeface="DejaVu Sans"/>
              </a:defRPr>
            </a:lvl4pPr>
            <a:lvl5pPr algn="ctr">
              <a:defRPr sz="660" b="0">
                <a:solidFill>
                  <a:srgbClr val="161616"/>
                </a:solidFill>
                <a:latin typeface="DejaVu Sans"/>
                <a:ea typeface="DejaVu Sans"/>
                <a:cs typeface="DejaVu Sans"/>
              </a:defRPr>
            </a:lvl5pPr>
            <a:lvl6pPr algn="ctr">
              <a:defRPr sz="660" b="0">
                <a:solidFill>
                  <a:srgbClr val="161616"/>
                </a:solidFill>
                <a:latin typeface="DejaVu Sans"/>
                <a:ea typeface="DejaVu Sans"/>
                <a:cs typeface="DejaVu Sans"/>
              </a:defRPr>
            </a:lvl6pPr>
            <a:lvl7pPr algn="ctr">
              <a:defRPr sz="660" b="0">
                <a:solidFill>
                  <a:srgbClr val="161616"/>
                </a:solidFill>
                <a:latin typeface="DejaVu Sans"/>
                <a:ea typeface="DejaVu Sans"/>
                <a:cs typeface="DejaVu Sans"/>
              </a:defRPr>
            </a:lvl7pPr>
            <a:lvl8pPr algn="ctr">
              <a:defRPr sz="660" b="0">
                <a:solidFill>
                  <a:srgbClr val="161616"/>
                </a:solidFill>
                <a:latin typeface="DejaVu Sans"/>
                <a:ea typeface="DejaVu Sans"/>
                <a:cs typeface="DejaVu Sans"/>
              </a:defRPr>
            </a:lvl8pPr>
            <a:lvl9pPr algn="ctr">
              <a:defRPr sz="660" b="0">
                <a:solidFill>
                  <a:srgbClr val="161616"/>
                </a:solidFill>
                <a:latin typeface="DejaVu Sans"/>
                <a:ea typeface="DejaVu Sans"/>
                <a:cs typeface="DejaVu Sans"/>
              </a:defRPr>
            </a:lvl9pPr>
          </a:lstStyle>
          <a:p xmlns:a="http://schemas.openxmlformats.org/drawingml/2006/main">
            <a:pPr algn="ctr">
              <a:defRPr sz="660" b="0">
                <a:solidFill>
                  <a:srgbClr val="161616"/>
                </a:solidFill>
                <a:latin typeface="DejaVu Sans"/>
                <a:ea typeface="DejaVu Sans"/>
                <a:cs typeface="DejaVu Sans"/>
              </a:defRPr>
            </a:pPr>
            <a:r>
              <a:rPr sz="660" b="0">
                <a:solidFill>
                  <a:srgbClr val="161616"/>
                </a:solidFill>
                <a:latin typeface="DejaVu Sans"/>
                <a:ea typeface="DejaVu Sans"/>
                <a:cs typeface="DejaVu Sans"/>
              </a:rPr>
              <a:t>Ordinary EM, F1 and false conflicts: 100 cases</a:t>
            </a:r>
          </a:p>
        </p:txBody>
      </p:sp>
    </p:spTree>
    <p:extLst>
      <p:ext uri="{BB962C8B-B14F-4D97-AF65-F5344CB8AC3E}">
        <p14:creationId xmlns:p14="http://schemas.microsoft.com/office/powerpoint/2010/main" val="15927089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 name="Figure_5_Source_Intervention_Design-001">
            <a:extLst xmlns:a="http://schemas.openxmlformats.org/drawingml/2006/main">
              <a:ext uri="{FF2B5EF4-FFF2-40B4-BE49-F238E27FC236}">
                <a16:creationId xmlns:a16="http://schemas.microsoft.com/office/drawing/2014/main" id="{B219C3EC-CAE1-48EC-A2C2-2E1902AB1A94}"/>
              </a:ext>
            </a:extLst>
          </p:cNvPr>
          <p:cNvSpPr>
            <a:spLocks xmlns:a="http://schemas.openxmlformats.org/drawingml/2006/main" noGrp="1"/>
          </p:cNvSpPr>
          <p:nvPr/>
        </p:nvSpPr>
        <p:spPr>
          <a:xfrm xmlns:a="http://schemas.openxmlformats.org/drawingml/2006/main">
            <a:off x="76200" y="368300"/>
            <a:ext cx="5778500" cy="393700"/>
          </a:xfrm>
          <a:prstGeom xmlns:a="http://schemas.openxmlformats.org/drawingml/2006/main" prst="roundRect">
            <a:avLst>
              <a:gd name="adj" fmla="val 16129"/>
            </a:avLst>
          </a:prstGeom>
          <a:solidFill xmlns:a="http://schemas.openxmlformats.org/drawingml/2006/main">
            <a:srgbClr val="F7EAE9"/>
          </a:solidFill>
          <a:ln xmlns:a="http://schemas.openxmlformats.org/drawingml/2006/main" w="10160">
            <a:solidFill>
              <a:srgbClr val="161616"/>
            </a:solidFill>
            <a:prstDash val="solid"/>
          </a:ln>
        </p:spPr>
      </p:sp>
      <p:sp>
        <p:nvSpPr>
          <p:cNvPr id="2" name="Figure_5_Source_Intervention_Design-002">
            <a:extLst xmlns:a="http://schemas.openxmlformats.org/drawingml/2006/main">
              <a:ext uri="{FF2B5EF4-FFF2-40B4-BE49-F238E27FC236}">
                <a16:creationId xmlns:a16="http://schemas.microsoft.com/office/drawing/2014/main" id="{5BA04FD9-5FCD-45DF-8113-15A736AB599A}"/>
              </a:ext>
            </a:extLst>
          </p:cNvPr>
          <p:cNvSpPr>
            <a:spLocks xmlns:a="http://schemas.openxmlformats.org/drawingml/2006/main" noGrp="1"/>
          </p:cNvSpPr>
          <p:nvPr/>
        </p:nvSpPr>
        <p:spPr>
          <a:xfrm xmlns:a="http://schemas.openxmlformats.org/drawingml/2006/main">
            <a:off x="177800" y="482600"/>
            <a:ext cx="5575300" cy="1577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80" b="1">
                <a:solidFill>
                  <a:srgbClr val="161616"/>
                </a:solidFill>
                <a:latin typeface="DejaVu Sans"/>
                <a:ea typeface="DejaVu Sans"/>
                <a:cs typeface="DejaVu Sans"/>
              </a:defRPr>
            </a:defPPr>
            <a:lvl1pPr algn="l">
              <a:defRPr sz="780" b="1">
                <a:solidFill>
                  <a:srgbClr val="161616"/>
                </a:solidFill>
                <a:latin typeface="DejaVu Sans"/>
                <a:ea typeface="DejaVu Sans"/>
                <a:cs typeface="DejaVu Sans"/>
              </a:defRPr>
            </a:lvl1pPr>
            <a:lvl2pPr algn="l">
              <a:defRPr sz="780" b="1">
                <a:solidFill>
                  <a:srgbClr val="161616"/>
                </a:solidFill>
                <a:latin typeface="DejaVu Sans"/>
                <a:ea typeface="DejaVu Sans"/>
                <a:cs typeface="DejaVu Sans"/>
              </a:defRPr>
            </a:lvl2pPr>
            <a:lvl3pPr algn="l">
              <a:defRPr sz="780" b="1">
                <a:solidFill>
                  <a:srgbClr val="161616"/>
                </a:solidFill>
                <a:latin typeface="DejaVu Sans"/>
                <a:ea typeface="DejaVu Sans"/>
                <a:cs typeface="DejaVu Sans"/>
              </a:defRPr>
            </a:lvl3pPr>
            <a:lvl4pPr algn="l">
              <a:defRPr sz="780" b="1">
                <a:solidFill>
                  <a:srgbClr val="161616"/>
                </a:solidFill>
                <a:latin typeface="DejaVu Sans"/>
                <a:ea typeface="DejaVu Sans"/>
                <a:cs typeface="DejaVu Sans"/>
              </a:defRPr>
            </a:lvl4pPr>
            <a:lvl5pPr algn="l">
              <a:defRPr sz="780" b="1">
                <a:solidFill>
                  <a:srgbClr val="161616"/>
                </a:solidFill>
                <a:latin typeface="DejaVu Sans"/>
                <a:ea typeface="DejaVu Sans"/>
                <a:cs typeface="DejaVu Sans"/>
              </a:defRPr>
            </a:lvl5pPr>
            <a:lvl6pPr algn="l">
              <a:defRPr sz="780" b="1">
                <a:solidFill>
                  <a:srgbClr val="161616"/>
                </a:solidFill>
                <a:latin typeface="DejaVu Sans"/>
                <a:ea typeface="DejaVu Sans"/>
                <a:cs typeface="DejaVu Sans"/>
              </a:defRPr>
            </a:lvl6pPr>
            <a:lvl7pPr algn="l">
              <a:defRPr sz="780" b="1">
                <a:solidFill>
                  <a:srgbClr val="161616"/>
                </a:solidFill>
                <a:latin typeface="DejaVu Sans"/>
                <a:ea typeface="DejaVu Sans"/>
                <a:cs typeface="DejaVu Sans"/>
              </a:defRPr>
            </a:lvl7pPr>
            <a:lvl8pPr algn="l">
              <a:defRPr sz="780" b="1">
                <a:solidFill>
                  <a:srgbClr val="161616"/>
                </a:solidFill>
                <a:latin typeface="DejaVu Sans"/>
                <a:ea typeface="DejaVu Sans"/>
                <a:cs typeface="DejaVu Sans"/>
              </a:defRPr>
            </a:lvl8pPr>
            <a:lvl9pPr algn="l">
              <a:defRPr sz="780" b="1">
                <a:solidFill>
                  <a:srgbClr val="161616"/>
                </a:solidFill>
                <a:latin typeface="DejaVu Sans"/>
                <a:ea typeface="DejaVu Sans"/>
                <a:cs typeface="DejaVu Sans"/>
              </a:defRPr>
            </a:lvl9pPr>
          </a:lstStyle>
          <a:p xmlns:a="http://schemas.openxmlformats.org/drawingml/2006/main">
            <a:pPr algn="l">
              <a:defRPr sz="780" b="1">
                <a:solidFill>
                  <a:srgbClr val="161616"/>
                </a:solidFill>
                <a:latin typeface="DejaVu Sans"/>
                <a:ea typeface="DejaVu Sans"/>
                <a:cs typeface="DejaVu Sans"/>
              </a:defRPr>
            </a:pPr>
            <a:r>
              <a:rPr sz="780" b="1">
                <a:solidFill>
                  <a:srgbClr val="161616"/>
                </a:solidFill>
                <a:latin typeface="DejaVu Sans"/>
                <a:ea typeface="DejaVu Sans"/>
                <a:cs typeface="DejaVu Sans"/>
              </a:rPr>
              <a:t>Replacement text comes from the same original candidate pool</a:t>
            </a:r>
          </a:p>
        </p:txBody>
      </p:sp>
      <p:sp>
        <p:nvSpPr>
          <p:cNvPr id="3" name="Figure_5_Source_Intervention_Design-003">
            <a:extLst xmlns:a="http://schemas.openxmlformats.org/drawingml/2006/main">
              <a:ext uri="{FF2B5EF4-FFF2-40B4-BE49-F238E27FC236}">
                <a16:creationId xmlns:a16="http://schemas.microsoft.com/office/drawing/2014/main" id="{9BFEC43D-95B4-491A-A6D3-8DF47FBB4D19}"/>
              </a:ext>
            </a:extLst>
          </p:cNvPr>
          <p:cNvSpPr>
            <a:spLocks xmlns:a="http://schemas.openxmlformats.org/drawingml/2006/main" noGrp="1"/>
          </p:cNvSpPr>
          <p:nvPr/>
        </p:nvSpPr>
        <p:spPr>
          <a:xfrm xmlns:a="http://schemas.openxmlformats.org/drawingml/2006/main">
            <a:off x="88900" y="8890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a</a:t>
            </a:r>
          </a:p>
        </p:txBody>
      </p:sp>
      <p:sp>
        <p:nvSpPr>
          <p:cNvPr id="4" name="Figure_5_Source_Intervention_Design-004">
            <a:extLst xmlns:a="http://schemas.openxmlformats.org/drawingml/2006/main">
              <a:ext uri="{FF2B5EF4-FFF2-40B4-BE49-F238E27FC236}">
                <a16:creationId xmlns:a16="http://schemas.microsoft.com/office/drawing/2014/main" id="{F0DBD5BC-6B93-4846-94AE-349DC9E55334}"/>
              </a:ext>
            </a:extLst>
          </p:cNvPr>
          <p:cNvSpPr>
            <a:spLocks xmlns:a="http://schemas.openxmlformats.org/drawingml/2006/main" noGrp="1"/>
          </p:cNvSpPr>
          <p:nvPr/>
        </p:nvSpPr>
        <p:spPr>
          <a:xfrm xmlns:a="http://schemas.openxmlformats.org/drawingml/2006/main">
            <a:off x="254000" y="895350"/>
            <a:ext cx="56007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Bridge dependency: 16 matched questions</a:t>
            </a:r>
          </a:p>
        </p:txBody>
      </p:sp>
      <p:sp>
        <p:nvSpPr>
          <p:cNvPr id="5" name="Figure_5_Source_Intervention_Design-005">
            <a:extLst xmlns:a="http://schemas.openxmlformats.org/drawingml/2006/main">
              <a:ext uri="{FF2B5EF4-FFF2-40B4-BE49-F238E27FC236}">
                <a16:creationId xmlns:a16="http://schemas.microsoft.com/office/drawing/2014/main" id="{3295462D-96E9-4FAC-A255-AAB172A4509B}"/>
              </a:ext>
            </a:extLst>
          </p:cNvPr>
          <p:cNvSpPr>
            <a:spLocks xmlns:a="http://schemas.openxmlformats.org/drawingml/2006/main" noGrp="1"/>
          </p:cNvSpPr>
          <p:nvPr/>
        </p:nvSpPr>
        <p:spPr>
          <a:xfrm xmlns:a="http://schemas.openxmlformats.org/drawingml/2006/main">
            <a:off x="165100" y="1155700"/>
            <a:ext cx="1714500" cy="1577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80" b="1">
                <a:solidFill>
                  <a:srgbClr val="161616"/>
                </a:solidFill>
                <a:latin typeface="DejaVu Sans"/>
                <a:ea typeface="DejaVu Sans"/>
                <a:cs typeface="DejaVu Sans"/>
              </a:defRPr>
            </a:defPPr>
            <a:lvl1pPr algn="ctr">
              <a:defRPr sz="780" b="1">
                <a:solidFill>
                  <a:srgbClr val="161616"/>
                </a:solidFill>
                <a:latin typeface="DejaVu Sans"/>
                <a:ea typeface="DejaVu Sans"/>
                <a:cs typeface="DejaVu Sans"/>
              </a:defRPr>
            </a:lvl1pPr>
            <a:lvl2pPr algn="ctr">
              <a:defRPr sz="780" b="1">
                <a:solidFill>
                  <a:srgbClr val="161616"/>
                </a:solidFill>
                <a:latin typeface="DejaVu Sans"/>
                <a:ea typeface="DejaVu Sans"/>
                <a:cs typeface="DejaVu Sans"/>
              </a:defRPr>
            </a:lvl2pPr>
            <a:lvl3pPr algn="ctr">
              <a:defRPr sz="780" b="1">
                <a:solidFill>
                  <a:srgbClr val="161616"/>
                </a:solidFill>
                <a:latin typeface="DejaVu Sans"/>
                <a:ea typeface="DejaVu Sans"/>
                <a:cs typeface="DejaVu Sans"/>
              </a:defRPr>
            </a:lvl3pPr>
            <a:lvl4pPr algn="ctr">
              <a:defRPr sz="780" b="1">
                <a:solidFill>
                  <a:srgbClr val="161616"/>
                </a:solidFill>
                <a:latin typeface="DejaVu Sans"/>
                <a:ea typeface="DejaVu Sans"/>
                <a:cs typeface="DejaVu Sans"/>
              </a:defRPr>
            </a:lvl4pPr>
            <a:lvl5pPr algn="ctr">
              <a:defRPr sz="780" b="1">
                <a:solidFill>
                  <a:srgbClr val="161616"/>
                </a:solidFill>
                <a:latin typeface="DejaVu Sans"/>
                <a:ea typeface="DejaVu Sans"/>
                <a:cs typeface="DejaVu Sans"/>
              </a:defRPr>
            </a:lvl5pPr>
            <a:lvl6pPr algn="ctr">
              <a:defRPr sz="780" b="1">
                <a:solidFill>
                  <a:srgbClr val="161616"/>
                </a:solidFill>
                <a:latin typeface="DejaVu Sans"/>
                <a:ea typeface="DejaVu Sans"/>
                <a:cs typeface="DejaVu Sans"/>
              </a:defRPr>
            </a:lvl6pPr>
            <a:lvl7pPr algn="ctr">
              <a:defRPr sz="780" b="1">
                <a:solidFill>
                  <a:srgbClr val="161616"/>
                </a:solidFill>
                <a:latin typeface="DejaVu Sans"/>
                <a:ea typeface="DejaVu Sans"/>
                <a:cs typeface="DejaVu Sans"/>
              </a:defRPr>
            </a:lvl7pPr>
            <a:lvl8pPr algn="ctr">
              <a:defRPr sz="780" b="1">
                <a:solidFill>
                  <a:srgbClr val="161616"/>
                </a:solidFill>
                <a:latin typeface="DejaVu Sans"/>
                <a:ea typeface="DejaVu Sans"/>
                <a:cs typeface="DejaVu Sans"/>
              </a:defRPr>
            </a:lvl8pPr>
            <a:lvl9pPr algn="ctr">
              <a:defRPr sz="780" b="1">
                <a:solidFill>
                  <a:srgbClr val="161616"/>
                </a:solidFill>
                <a:latin typeface="DejaVu Sans"/>
                <a:ea typeface="DejaVu Sans"/>
                <a:cs typeface="DejaVu Sans"/>
              </a:defRPr>
            </a:lvl9pPr>
          </a:lstStyle>
          <a:p xmlns:a="http://schemas.openxmlformats.org/drawingml/2006/main">
            <a:pPr algn="ctr">
              <a:defRPr sz="780" b="1">
                <a:solidFill>
                  <a:srgbClr val="161616"/>
                </a:solidFill>
                <a:latin typeface="DejaVu Sans"/>
                <a:ea typeface="DejaVu Sans"/>
                <a:cs typeface="DejaVu Sans"/>
              </a:defRPr>
            </a:pPr>
            <a:r>
              <a:rPr sz="780" b="1">
                <a:solidFill>
                  <a:srgbClr val="161616"/>
                </a:solidFill>
                <a:latin typeface="DejaVu Sans"/>
                <a:ea typeface="DejaVu Sans"/>
                <a:cs typeface="DejaVu Sans"/>
              </a:rPr>
              <a:t>Intact</a:t>
            </a:r>
          </a:p>
        </p:txBody>
      </p:sp>
      <p:sp>
        <p:nvSpPr>
          <p:cNvPr id="6" name="Figure_5_Source_Intervention_Design-006">
            <a:extLst xmlns:a="http://schemas.openxmlformats.org/drawingml/2006/main">
              <a:ext uri="{FF2B5EF4-FFF2-40B4-BE49-F238E27FC236}">
                <a16:creationId xmlns:a16="http://schemas.microsoft.com/office/drawing/2014/main" id="{24326238-1F3B-4202-AB06-F3838979C64A}"/>
              </a:ext>
            </a:extLst>
          </p:cNvPr>
          <p:cNvSpPr>
            <a:spLocks xmlns:a="http://schemas.openxmlformats.org/drawingml/2006/main" noGrp="1"/>
          </p:cNvSpPr>
          <p:nvPr/>
        </p:nvSpPr>
        <p:spPr>
          <a:xfrm xmlns:a="http://schemas.openxmlformats.org/drawingml/2006/main">
            <a:off x="2120900" y="1155700"/>
            <a:ext cx="1714500" cy="1577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80" b="1">
                <a:solidFill>
                  <a:srgbClr val="161616"/>
                </a:solidFill>
                <a:latin typeface="DejaVu Sans"/>
                <a:ea typeface="DejaVu Sans"/>
                <a:cs typeface="DejaVu Sans"/>
              </a:defRPr>
            </a:defPPr>
            <a:lvl1pPr algn="ctr">
              <a:defRPr sz="780" b="1">
                <a:solidFill>
                  <a:srgbClr val="161616"/>
                </a:solidFill>
                <a:latin typeface="DejaVu Sans"/>
                <a:ea typeface="DejaVu Sans"/>
                <a:cs typeface="DejaVu Sans"/>
              </a:defRPr>
            </a:lvl1pPr>
            <a:lvl2pPr algn="ctr">
              <a:defRPr sz="780" b="1">
                <a:solidFill>
                  <a:srgbClr val="161616"/>
                </a:solidFill>
                <a:latin typeface="DejaVu Sans"/>
                <a:ea typeface="DejaVu Sans"/>
                <a:cs typeface="DejaVu Sans"/>
              </a:defRPr>
            </a:lvl2pPr>
            <a:lvl3pPr algn="ctr">
              <a:defRPr sz="780" b="1">
                <a:solidFill>
                  <a:srgbClr val="161616"/>
                </a:solidFill>
                <a:latin typeface="DejaVu Sans"/>
                <a:ea typeface="DejaVu Sans"/>
                <a:cs typeface="DejaVu Sans"/>
              </a:defRPr>
            </a:lvl3pPr>
            <a:lvl4pPr algn="ctr">
              <a:defRPr sz="780" b="1">
                <a:solidFill>
                  <a:srgbClr val="161616"/>
                </a:solidFill>
                <a:latin typeface="DejaVu Sans"/>
                <a:ea typeface="DejaVu Sans"/>
                <a:cs typeface="DejaVu Sans"/>
              </a:defRPr>
            </a:lvl4pPr>
            <a:lvl5pPr algn="ctr">
              <a:defRPr sz="780" b="1">
                <a:solidFill>
                  <a:srgbClr val="161616"/>
                </a:solidFill>
                <a:latin typeface="DejaVu Sans"/>
                <a:ea typeface="DejaVu Sans"/>
                <a:cs typeface="DejaVu Sans"/>
              </a:defRPr>
            </a:lvl5pPr>
            <a:lvl6pPr algn="ctr">
              <a:defRPr sz="780" b="1">
                <a:solidFill>
                  <a:srgbClr val="161616"/>
                </a:solidFill>
                <a:latin typeface="DejaVu Sans"/>
                <a:ea typeface="DejaVu Sans"/>
                <a:cs typeface="DejaVu Sans"/>
              </a:defRPr>
            </a:lvl6pPr>
            <a:lvl7pPr algn="ctr">
              <a:defRPr sz="780" b="1">
                <a:solidFill>
                  <a:srgbClr val="161616"/>
                </a:solidFill>
                <a:latin typeface="DejaVu Sans"/>
                <a:ea typeface="DejaVu Sans"/>
                <a:cs typeface="DejaVu Sans"/>
              </a:defRPr>
            </a:lvl7pPr>
            <a:lvl8pPr algn="ctr">
              <a:defRPr sz="780" b="1">
                <a:solidFill>
                  <a:srgbClr val="161616"/>
                </a:solidFill>
                <a:latin typeface="DejaVu Sans"/>
                <a:ea typeface="DejaVu Sans"/>
                <a:cs typeface="DejaVu Sans"/>
              </a:defRPr>
            </a:lvl8pPr>
            <a:lvl9pPr algn="ctr">
              <a:defRPr sz="780" b="1">
                <a:solidFill>
                  <a:srgbClr val="161616"/>
                </a:solidFill>
                <a:latin typeface="DejaVu Sans"/>
                <a:ea typeface="DejaVu Sans"/>
                <a:cs typeface="DejaVu Sans"/>
              </a:defRPr>
            </a:lvl9pPr>
          </a:lstStyle>
          <a:p xmlns:a="http://schemas.openxmlformats.org/drawingml/2006/main">
            <a:pPr algn="ctr">
              <a:defRPr sz="780" b="1">
                <a:solidFill>
                  <a:srgbClr val="161616"/>
                </a:solidFill>
                <a:latin typeface="DejaVu Sans"/>
                <a:ea typeface="DejaVu Sans"/>
                <a:cs typeface="DejaVu Sans"/>
              </a:defRPr>
            </a:pPr>
            <a:r>
              <a:rPr sz="780" b="1">
                <a:solidFill>
                  <a:srgbClr val="161616"/>
                </a:solidFill>
                <a:latin typeface="DejaVu Sans"/>
                <a:ea typeface="DejaVu Sans"/>
                <a:cs typeface="DejaVu Sans"/>
              </a:rPr>
              <a:t>Sham</a:t>
            </a:r>
          </a:p>
        </p:txBody>
      </p:sp>
      <p:sp>
        <p:nvSpPr>
          <p:cNvPr id="7" name="Figure_5_Source_Intervention_Design-007">
            <a:extLst xmlns:a="http://schemas.openxmlformats.org/drawingml/2006/main">
              <a:ext uri="{FF2B5EF4-FFF2-40B4-BE49-F238E27FC236}">
                <a16:creationId xmlns:a16="http://schemas.microsoft.com/office/drawing/2014/main" id="{2A4E4EF4-505D-442A-875A-0ACDE1E5307F}"/>
              </a:ext>
            </a:extLst>
          </p:cNvPr>
          <p:cNvSpPr>
            <a:spLocks xmlns:a="http://schemas.openxmlformats.org/drawingml/2006/main" noGrp="1"/>
          </p:cNvSpPr>
          <p:nvPr/>
        </p:nvSpPr>
        <p:spPr>
          <a:xfrm xmlns:a="http://schemas.openxmlformats.org/drawingml/2006/main">
            <a:off x="4076700" y="1155700"/>
            <a:ext cx="1714500" cy="15773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80" b="1">
                <a:solidFill>
                  <a:srgbClr val="161616"/>
                </a:solidFill>
                <a:latin typeface="DejaVu Sans"/>
                <a:ea typeface="DejaVu Sans"/>
                <a:cs typeface="DejaVu Sans"/>
              </a:defRPr>
            </a:defPPr>
            <a:lvl1pPr algn="ctr">
              <a:defRPr sz="780" b="1">
                <a:solidFill>
                  <a:srgbClr val="161616"/>
                </a:solidFill>
                <a:latin typeface="DejaVu Sans"/>
                <a:ea typeface="DejaVu Sans"/>
                <a:cs typeface="DejaVu Sans"/>
              </a:defRPr>
            </a:lvl1pPr>
            <a:lvl2pPr algn="ctr">
              <a:defRPr sz="780" b="1">
                <a:solidFill>
                  <a:srgbClr val="161616"/>
                </a:solidFill>
                <a:latin typeface="DejaVu Sans"/>
                <a:ea typeface="DejaVu Sans"/>
                <a:cs typeface="DejaVu Sans"/>
              </a:defRPr>
            </a:lvl2pPr>
            <a:lvl3pPr algn="ctr">
              <a:defRPr sz="780" b="1">
                <a:solidFill>
                  <a:srgbClr val="161616"/>
                </a:solidFill>
                <a:latin typeface="DejaVu Sans"/>
                <a:ea typeface="DejaVu Sans"/>
                <a:cs typeface="DejaVu Sans"/>
              </a:defRPr>
            </a:lvl3pPr>
            <a:lvl4pPr algn="ctr">
              <a:defRPr sz="780" b="1">
                <a:solidFill>
                  <a:srgbClr val="161616"/>
                </a:solidFill>
                <a:latin typeface="DejaVu Sans"/>
                <a:ea typeface="DejaVu Sans"/>
                <a:cs typeface="DejaVu Sans"/>
              </a:defRPr>
            </a:lvl4pPr>
            <a:lvl5pPr algn="ctr">
              <a:defRPr sz="780" b="1">
                <a:solidFill>
                  <a:srgbClr val="161616"/>
                </a:solidFill>
                <a:latin typeface="DejaVu Sans"/>
                <a:ea typeface="DejaVu Sans"/>
                <a:cs typeface="DejaVu Sans"/>
              </a:defRPr>
            </a:lvl5pPr>
            <a:lvl6pPr algn="ctr">
              <a:defRPr sz="780" b="1">
                <a:solidFill>
                  <a:srgbClr val="161616"/>
                </a:solidFill>
                <a:latin typeface="DejaVu Sans"/>
                <a:ea typeface="DejaVu Sans"/>
                <a:cs typeface="DejaVu Sans"/>
              </a:defRPr>
            </a:lvl6pPr>
            <a:lvl7pPr algn="ctr">
              <a:defRPr sz="780" b="1">
                <a:solidFill>
                  <a:srgbClr val="161616"/>
                </a:solidFill>
                <a:latin typeface="DejaVu Sans"/>
                <a:ea typeface="DejaVu Sans"/>
                <a:cs typeface="DejaVu Sans"/>
              </a:defRPr>
            </a:lvl7pPr>
            <a:lvl8pPr algn="ctr">
              <a:defRPr sz="780" b="1">
                <a:solidFill>
                  <a:srgbClr val="161616"/>
                </a:solidFill>
                <a:latin typeface="DejaVu Sans"/>
                <a:ea typeface="DejaVu Sans"/>
                <a:cs typeface="DejaVu Sans"/>
              </a:defRPr>
            </a:lvl8pPr>
            <a:lvl9pPr algn="ctr">
              <a:defRPr sz="780" b="1">
                <a:solidFill>
                  <a:srgbClr val="161616"/>
                </a:solidFill>
                <a:latin typeface="DejaVu Sans"/>
                <a:ea typeface="DejaVu Sans"/>
                <a:cs typeface="DejaVu Sans"/>
              </a:defRPr>
            </a:lvl9pPr>
          </a:lstStyle>
          <a:p xmlns:a="http://schemas.openxmlformats.org/drawingml/2006/main">
            <a:pPr algn="ctr">
              <a:defRPr sz="780" b="1">
                <a:solidFill>
                  <a:srgbClr val="161616"/>
                </a:solidFill>
                <a:latin typeface="DejaVu Sans"/>
                <a:ea typeface="DejaVu Sans"/>
                <a:cs typeface="DejaVu Sans"/>
              </a:defRPr>
            </a:pPr>
            <a:r>
              <a:rPr sz="780" b="1">
                <a:solidFill>
                  <a:srgbClr val="161616"/>
                </a:solidFill>
                <a:latin typeface="DejaVu Sans"/>
                <a:ea typeface="DejaVu Sans"/>
                <a:cs typeface="DejaVu Sans"/>
              </a:rPr>
              <a:t>Critical</a:t>
            </a:r>
          </a:p>
        </p:txBody>
      </p:sp>
      <p:sp>
        <p:nvSpPr>
          <p:cNvPr id="8" name="Figure_5_Source_Intervention_Design-008">
            <a:extLst xmlns:a="http://schemas.openxmlformats.org/drawingml/2006/main">
              <a:ext uri="{FF2B5EF4-FFF2-40B4-BE49-F238E27FC236}">
                <a16:creationId xmlns:a16="http://schemas.microsoft.com/office/drawing/2014/main" id="{3B7830B9-B295-4531-ADBF-B7085C900574}"/>
              </a:ext>
            </a:extLst>
          </p:cNvPr>
          <p:cNvSpPr>
            <a:spLocks xmlns:a="http://schemas.openxmlformats.org/drawingml/2006/main" noGrp="1"/>
          </p:cNvSpPr>
          <p:nvPr/>
        </p:nvSpPr>
        <p:spPr>
          <a:xfrm xmlns:a="http://schemas.openxmlformats.org/drawingml/2006/main">
            <a:off x="165100" y="1358900"/>
            <a:ext cx="1701800" cy="7874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0160">
            <a:solidFill>
              <a:srgbClr val="161616"/>
            </a:solidFill>
            <a:prstDash val="solid"/>
          </a:ln>
        </p:spPr>
      </p:sp>
      <p:sp>
        <p:nvSpPr>
          <p:cNvPr id="9" name="Figure_5_Source_Intervention_Design-009">
            <a:extLst xmlns:a="http://schemas.openxmlformats.org/drawingml/2006/main">
              <a:ext uri="{FF2B5EF4-FFF2-40B4-BE49-F238E27FC236}">
                <a16:creationId xmlns:a16="http://schemas.microsoft.com/office/drawing/2014/main" id="{E9A8C7D6-D5C8-4E48-8E7D-4E4E047AD394}"/>
              </a:ext>
            </a:extLst>
          </p:cNvPr>
          <p:cNvSpPr>
            <a:spLocks xmlns:a="http://schemas.openxmlformats.org/drawingml/2006/main" noGrp="1"/>
          </p:cNvSpPr>
          <p:nvPr/>
        </p:nvSpPr>
        <p:spPr>
          <a:xfrm xmlns:a="http://schemas.openxmlformats.org/drawingml/2006/main">
            <a:off x="355600" y="1485900"/>
            <a:ext cx="419100" cy="38100"/>
          </a:xfrm>
          <a:custGeom xmlns:a="http://schemas.openxmlformats.org/drawingml/2006/main">
            <a:pathLst>
              <a:path w="419100" h="38100">
                <a:moveTo>
                  <a:pt x="0" y="38100"/>
                </a:moveTo>
                <a:lnTo>
                  <a:pt x="38100" y="0"/>
                </a:lnTo>
                <a:lnTo>
                  <a:pt x="419100" y="0"/>
                </a:lnTo>
                <a:lnTo>
                  <a:pt x="3810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10" name="Figure_5_Source_Intervention_Design-010">
            <a:extLst xmlns:a="http://schemas.openxmlformats.org/drawingml/2006/main">
              <a:ext uri="{FF2B5EF4-FFF2-40B4-BE49-F238E27FC236}">
                <a16:creationId xmlns:a16="http://schemas.microsoft.com/office/drawing/2014/main" id="{6DB9CCF9-B7B5-4AD0-80C1-1B647D7E1405}"/>
              </a:ext>
            </a:extLst>
          </p:cNvPr>
          <p:cNvSpPr>
            <a:spLocks xmlns:a="http://schemas.openxmlformats.org/drawingml/2006/main" noGrp="1"/>
          </p:cNvSpPr>
          <p:nvPr/>
        </p:nvSpPr>
        <p:spPr>
          <a:xfrm xmlns:a="http://schemas.openxmlformats.org/drawingml/2006/main">
            <a:off x="736600" y="14859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11" name="Figure_5_Source_Intervention_Design-011">
            <a:extLst xmlns:a="http://schemas.openxmlformats.org/drawingml/2006/main">
              <a:ext uri="{FF2B5EF4-FFF2-40B4-BE49-F238E27FC236}">
                <a16:creationId xmlns:a16="http://schemas.microsoft.com/office/drawing/2014/main" id="{595B4257-1754-4113-9511-5ABCE1829EC6}"/>
              </a:ext>
            </a:extLst>
          </p:cNvPr>
          <p:cNvSpPr>
            <a:spLocks xmlns:a="http://schemas.openxmlformats.org/drawingml/2006/main" noGrp="1"/>
          </p:cNvSpPr>
          <p:nvPr/>
        </p:nvSpPr>
        <p:spPr>
          <a:xfrm xmlns:a="http://schemas.openxmlformats.org/drawingml/2006/main">
            <a:off x="355600" y="1524000"/>
            <a:ext cx="381000" cy="266700"/>
          </a:xfrm>
          <a:prstGeom xmlns:a="http://schemas.openxmlformats.org/drawingml/2006/main" prst="rect">
            <a:avLst/>
          </a:prstGeom>
          <a:solidFill xmlns:a="http://schemas.openxmlformats.org/drawingml/2006/main">
            <a:srgbClr val="DAE2F5"/>
          </a:solidFill>
          <a:ln xmlns:a="http://schemas.openxmlformats.org/drawingml/2006/main" w="10160">
            <a:solidFill>
              <a:srgbClr val="161616"/>
            </a:solidFill>
            <a:prstDash val="solid"/>
          </a:ln>
        </p:spPr>
      </p:sp>
      <p:sp>
        <p:nvSpPr>
          <p:cNvPr id="12" name="Figure_5_Source_Intervention_Design-012">
            <a:extLst xmlns:a="http://schemas.openxmlformats.org/drawingml/2006/main">
              <a:ext uri="{FF2B5EF4-FFF2-40B4-BE49-F238E27FC236}">
                <a16:creationId xmlns:a16="http://schemas.microsoft.com/office/drawing/2014/main" id="{0D4CDA38-B598-4BF0-821C-BAB86D64548B}"/>
              </a:ext>
            </a:extLst>
          </p:cNvPr>
          <p:cNvSpPr>
            <a:spLocks xmlns:a="http://schemas.openxmlformats.org/drawingml/2006/main" noGrp="1"/>
          </p:cNvSpPr>
          <p:nvPr/>
        </p:nvSpPr>
        <p:spPr>
          <a:xfrm xmlns:a="http://schemas.openxmlformats.org/drawingml/2006/main">
            <a:off x="355600" y="1597660"/>
            <a:ext cx="3810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B</a:t>
            </a:r>
          </a:p>
        </p:txBody>
      </p:sp>
      <p:sp>
        <p:nvSpPr>
          <p:cNvPr id="13" name="Figure_5_Source_Intervention_Design-013">
            <a:extLst xmlns:a="http://schemas.openxmlformats.org/drawingml/2006/main">
              <a:ext uri="{FF2B5EF4-FFF2-40B4-BE49-F238E27FC236}">
                <a16:creationId xmlns:a16="http://schemas.microsoft.com/office/drawing/2014/main" id="{FAF23627-67CD-4B84-B032-1F7EFC43BEE6}"/>
              </a:ext>
            </a:extLst>
          </p:cNvPr>
          <p:cNvSpPr>
            <a:spLocks xmlns:a="http://schemas.openxmlformats.org/drawingml/2006/main" noGrp="1"/>
          </p:cNvSpPr>
          <p:nvPr/>
        </p:nvSpPr>
        <p:spPr>
          <a:xfrm xmlns:a="http://schemas.openxmlformats.org/drawingml/2006/main">
            <a:off x="787400" y="1485900"/>
            <a:ext cx="419100" cy="38100"/>
          </a:xfrm>
          <a:custGeom xmlns:a="http://schemas.openxmlformats.org/drawingml/2006/main">
            <a:pathLst>
              <a:path w="419100" h="38100">
                <a:moveTo>
                  <a:pt x="0" y="38100"/>
                </a:moveTo>
                <a:lnTo>
                  <a:pt x="38100" y="0"/>
                </a:lnTo>
                <a:lnTo>
                  <a:pt x="419100" y="0"/>
                </a:lnTo>
                <a:lnTo>
                  <a:pt x="3810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14" name="Figure_5_Source_Intervention_Design-014">
            <a:extLst xmlns:a="http://schemas.openxmlformats.org/drawingml/2006/main">
              <a:ext uri="{FF2B5EF4-FFF2-40B4-BE49-F238E27FC236}">
                <a16:creationId xmlns:a16="http://schemas.microsoft.com/office/drawing/2014/main" id="{A390D8C1-7983-4E23-B36F-AD5E261713CE}"/>
              </a:ext>
            </a:extLst>
          </p:cNvPr>
          <p:cNvSpPr>
            <a:spLocks xmlns:a="http://schemas.openxmlformats.org/drawingml/2006/main" noGrp="1"/>
          </p:cNvSpPr>
          <p:nvPr/>
        </p:nvSpPr>
        <p:spPr>
          <a:xfrm xmlns:a="http://schemas.openxmlformats.org/drawingml/2006/main">
            <a:off x="1168400" y="14859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15" name="Figure_5_Source_Intervention_Design-015">
            <a:extLst xmlns:a="http://schemas.openxmlformats.org/drawingml/2006/main">
              <a:ext uri="{FF2B5EF4-FFF2-40B4-BE49-F238E27FC236}">
                <a16:creationId xmlns:a16="http://schemas.microsoft.com/office/drawing/2014/main" id="{14CA821E-8DE9-4441-86C4-DEC67EC36C6E}"/>
              </a:ext>
            </a:extLst>
          </p:cNvPr>
          <p:cNvSpPr>
            <a:spLocks xmlns:a="http://schemas.openxmlformats.org/drawingml/2006/main" noGrp="1"/>
          </p:cNvSpPr>
          <p:nvPr/>
        </p:nvSpPr>
        <p:spPr>
          <a:xfrm xmlns:a="http://schemas.openxmlformats.org/drawingml/2006/main">
            <a:off x="787400" y="1524000"/>
            <a:ext cx="381000" cy="266700"/>
          </a:xfrm>
          <a:prstGeom xmlns:a="http://schemas.openxmlformats.org/drawingml/2006/main" prst="rect">
            <a:avLst/>
          </a:prstGeom>
          <a:solidFill xmlns:a="http://schemas.openxmlformats.org/drawingml/2006/main">
            <a:srgbClr val="E1EFD9"/>
          </a:solidFill>
          <a:ln xmlns:a="http://schemas.openxmlformats.org/drawingml/2006/main" w="10160">
            <a:solidFill>
              <a:srgbClr val="161616"/>
            </a:solidFill>
            <a:prstDash val="solid"/>
          </a:ln>
        </p:spPr>
      </p:sp>
      <p:sp>
        <p:nvSpPr>
          <p:cNvPr id="16" name="Figure_5_Source_Intervention_Design-016">
            <a:extLst xmlns:a="http://schemas.openxmlformats.org/drawingml/2006/main">
              <a:ext uri="{FF2B5EF4-FFF2-40B4-BE49-F238E27FC236}">
                <a16:creationId xmlns:a16="http://schemas.microsoft.com/office/drawing/2014/main" id="{229BFF38-AB31-4715-957A-4449BEEAE684}"/>
              </a:ext>
            </a:extLst>
          </p:cNvPr>
          <p:cNvSpPr>
            <a:spLocks xmlns:a="http://schemas.openxmlformats.org/drawingml/2006/main" noGrp="1"/>
          </p:cNvSpPr>
          <p:nvPr/>
        </p:nvSpPr>
        <p:spPr>
          <a:xfrm xmlns:a="http://schemas.openxmlformats.org/drawingml/2006/main">
            <a:off x="787400" y="1597660"/>
            <a:ext cx="3810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A</a:t>
            </a:r>
          </a:p>
        </p:txBody>
      </p:sp>
      <p:sp>
        <p:nvSpPr>
          <p:cNvPr id="17" name="Figure_5_Source_Intervention_Design-017">
            <a:extLst xmlns:a="http://schemas.openxmlformats.org/drawingml/2006/main">
              <a:ext uri="{FF2B5EF4-FFF2-40B4-BE49-F238E27FC236}">
                <a16:creationId xmlns:a16="http://schemas.microsoft.com/office/drawing/2014/main" id="{159B624F-5DAF-4282-80F7-0A4A893DE560}"/>
              </a:ext>
            </a:extLst>
          </p:cNvPr>
          <p:cNvSpPr>
            <a:spLocks xmlns:a="http://schemas.openxmlformats.org/drawingml/2006/main" noGrp="1"/>
          </p:cNvSpPr>
          <p:nvPr/>
        </p:nvSpPr>
        <p:spPr>
          <a:xfrm xmlns:a="http://schemas.openxmlformats.org/drawingml/2006/main">
            <a:off x="1219200" y="1485900"/>
            <a:ext cx="419100" cy="38100"/>
          </a:xfrm>
          <a:custGeom xmlns:a="http://schemas.openxmlformats.org/drawingml/2006/main">
            <a:pathLst>
              <a:path w="419100" h="38100">
                <a:moveTo>
                  <a:pt x="0" y="38100"/>
                </a:moveTo>
                <a:lnTo>
                  <a:pt x="38100" y="0"/>
                </a:lnTo>
                <a:lnTo>
                  <a:pt x="419100" y="0"/>
                </a:lnTo>
                <a:lnTo>
                  <a:pt x="3810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18" name="Figure_5_Source_Intervention_Design-018">
            <a:extLst xmlns:a="http://schemas.openxmlformats.org/drawingml/2006/main">
              <a:ext uri="{FF2B5EF4-FFF2-40B4-BE49-F238E27FC236}">
                <a16:creationId xmlns:a16="http://schemas.microsoft.com/office/drawing/2014/main" id="{5CEE6937-33CB-4289-94DA-771745FBBE9B}"/>
              </a:ext>
            </a:extLst>
          </p:cNvPr>
          <p:cNvSpPr>
            <a:spLocks xmlns:a="http://schemas.openxmlformats.org/drawingml/2006/main" noGrp="1"/>
          </p:cNvSpPr>
          <p:nvPr/>
        </p:nvSpPr>
        <p:spPr>
          <a:xfrm xmlns:a="http://schemas.openxmlformats.org/drawingml/2006/main">
            <a:off x="1600200" y="14859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19" name="Figure_5_Source_Intervention_Design-019">
            <a:extLst xmlns:a="http://schemas.openxmlformats.org/drawingml/2006/main">
              <a:ext uri="{FF2B5EF4-FFF2-40B4-BE49-F238E27FC236}">
                <a16:creationId xmlns:a16="http://schemas.microsoft.com/office/drawing/2014/main" id="{E5DAC034-9152-41D9-8A7F-F0010E16375B}"/>
              </a:ext>
            </a:extLst>
          </p:cNvPr>
          <p:cNvSpPr>
            <a:spLocks xmlns:a="http://schemas.openxmlformats.org/drawingml/2006/main" noGrp="1"/>
          </p:cNvSpPr>
          <p:nvPr/>
        </p:nvSpPr>
        <p:spPr>
          <a:xfrm xmlns:a="http://schemas.openxmlformats.org/drawingml/2006/main">
            <a:off x="1219200" y="1524000"/>
            <a:ext cx="381000" cy="266700"/>
          </a:xfrm>
          <a:prstGeom xmlns:a="http://schemas.openxmlformats.org/drawingml/2006/main" prst="rect">
            <a:avLst/>
          </a:prstGeom>
          <a:solidFill xmlns:a="http://schemas.openxmlformats.org/drawingml/2006/main">
            <a:srgbClr val="E7E6E6"/>
          </a:solidFill>
          <a:ln xmlns:a="http://schemas.openxmlformats.org/drawingml/2006/main" w="10160">
            <a:solidFill>
              <a:srgbClr val="161616"/>
            </a:solidFill>
            <a:prstDash val="solid"/>
          </a:ln>
        </p:spPr>
      </p:sp>
      <p:sp>
        <p:nvSpPr>
          <p:cNvPr id="20" name="Figure_5_Source_Intervention_Design-020">
            <a:extLst xmlns:a="http://schemas.openxmlformats.org/drawingml/2006/main">
              <a:ext uri="{FF2B5EF4-FFF2-40B4-BE49-F238E27FC236}">
                <a16:creationId xmlns:a16="http://schemas.microsoft.com/office/drawing/2014/main" id="{A5A44427-1773-414A-8C03-2B65E46CECF2}"/>
              </a:ext>
            </a:extLst>
          </p:cNvPr>
          <p:cNvSpPr>
            <a:spLocks xmlns:a="http://schemas.openxmlformats.org/drawingml/2006/main" noGrp="1"/>
          </p:cNvSpPr>
          <p:nvPr/>
        </p:nvSpPr>
        <p:spPr>
          <a:xfrm xmlns:a="http://schemas.openxmlformats.org/drawingml/2006/main">
            <a:off x="1219200" y="1597660"/>
            <a:ext cx="3810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N</a:t>
            </a:r>
          </a:p>
        </p:txBody>
      </p:sp>
      <p:sp>
        <p:nvSpPr>
          <p:cNvPr id="21" name="Figure_5_Source_Intervention_Design-021">
            <a:extLst xmlns:a="http://schemas.openxmlformats.org/drawingml/2006/main">
              <a:ext uri="{FF2B5EF4-FFF2-40B4-BE49-F238E27FC236}">
                <a16:creationId xmlns:a16="http://schemas.microsoft.com/office/drawing/2014/main" id="{4D486E88-B57B-48F0-B353-C5DFF9C46A41}"/>
              </a:ext>
            </a:extLst>
          </p:cNvPr>
          <p:cNvSpPr>
            <a:spLocks xmlns:a="http://schemas.openxmlformats.org/drawingml/2006/main" noGrp="1"/>
          </p:cNvSpPr>
          <p:nvPr/>
        </p:nvSpPr>
        <p:spPr>
          <a:xfrm xmlns:a="http://schemas.openxmlformats.org/drawingml/2006/main">
            <a:off x="2120900" y="1358900"/>
            <a:ext cx="1701800" cy="7874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0160">
            <a:solidFill>
              <a:srgbClr val="161616"/>
            </a:solidFill>
            <a:prstDash val="solid"/>
          </a:ln>
        </p:spPr>
      </p:sp>
      <p:sp>
        <p:nvSpPr>
          <p:cNvPr id="22" name="Figure_5_Source_Intervention_Design-022">
            <a:extLst xmlns:a="http://schemas.openxmlformats.org/drawingml/2006/main">
              <a:ext uri="{FF2B5EF4-FFF2-40B4-BE49-F238E27FC236}">
                <a16:creationId xmlns:a16="http://schemas.microsoft.com/office/drawing/2014/main" id="{971B2A34-CEB5-447D-8885-8A4D6678692D}"/>
              </a:ext>
            </a:extLst>
          </p:cNvPr>
          <p:cNvSpPr>
            <a:spLocks xmlns:a="http://schemas.openxmlformats.org/drawingml/2006/main" noGrp="1"/>
          </p:cNvSpPr>
          <p:nvPr/>
        </p:nvSpPr>
        <p:spPr>
          <a:xfrm xmlns:a="http://schemas.openxmlformats.org/drawingml/2006/main">
            <a:off x="2311400" y="1485900"/>
            <a:ext cx="419100" cy="38100"/>
          </a:xfrm>
          <a:custGeom xmlns:a="http://schemas.openxmlformats.org/drawingml/2006/main">
            <a:pathLst>
              <a:path w="419100" h="38100">
                <a:moveTo>
                  <a:pt x="0" y="38100"/>
                </a:moveTo>
                <a:lnTo>
                  <a:pt x="38100" y="0"/>
                </a:lnTo>
                <a:lnTo>
                  <a:pt x="419100" y="0"/>
                </a:lnTo>
                <a:lnTo>
                  <a:pt x="3810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23" name="Figure_5_Source_Intervention_Design-023">
            <a:extLst xmlns:a="http://schemas.openxmlformats.org/drawingml/2006/main">
              <a:ext uri="{FF2B5EF4-FFF2-40B4-BE49-F238E27FC236}">
                <a16:creationId xmlns:a16="http://schemas.microsoft.com/office/drawing/2014/main" id="{FD614EF7-11B2-4AED-8045-F0D7B19E47EE}"/>
              </a:ext>
            </a:extLst>
          </p:cNvPr>
          <p:cNvSpPr>
            <a:spLocks xmlns:a="http://schemas.openxmlformats.org/drawingml/2006/main" noGrp="1"/>
          </p:cNvSpPr>
          <p:nvPr/>
        </p:nvSpPr>
        <p:spPr>
          <a:xfrm xmlns:a="http://schemas.openxmlformats.org/drawingml/2006/main">
            <a:off x="2692400" y="14859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24" name="Figure_5_Source_Intervention_Design-024">
            <a:extLst xmlns:a="http://schemas.openxmlformats.org/drawingml/2006/main">
              <a:ext uri="{FF2B5EF4-FFF2-40B4-BE49-F238E27FC236}">
                <a16:creationId xmlns:a16="http://schemas.microsoft.com/office/drawing/2014/main" id="{87B4A729-D7BD-4AE1-8A49-1649C8F824F2}"/>
              </a:ext>
            </a:extLst>
          </p:cNvPr>
          <p:cNvSpPr>
            <a:spLocks xmlns:a="http://schemas.openxmlformats.org/drawingml/2006/main" noGrp="1"/>
          </p:cNvSpPr>
          <p:nvPr/>
        </p:nvSpPr>
        <p:spPr>
          <a:xfrm xmlns:a="http://schemas.openxmlformats.org/drawingml/2006/main">
            <a:off x="2311400" y="1524000"/>
            <a:ext cx="381000" cy="266700"/>
          </a:xfrm>
          <a:prstGeom xmlns:a="http://schemas.openxmlformats.org/drawingml/2006/main" prst="rect">
            <a:avLst/>
          </a:prstGeom>
          <a:solidFill xmlns:a="http://schemas.openxmlformats.org/drawingml/2006/main">
            <a:srgbClr val="DAE2F5"/>
          </a:solidFill>
          <a:ln xmlns:a="http://schemas.openxmlformats.org/drawingml/2006/main" w="10160">
            <a:solidFill>
              <a:srgbClr val="161616"/>
            </a:solidFill>
            <a:prstDash val="solid"/>
          </a:ln>
        </p:spPr>
      </p:sp>
      <p:sp>
        <p:nvSpPr>
          <p:cNvPr id="25" name="Figure_5_Source_Intervention_Design-025">
            <a:extLst xmlns:a="http://schemas.openxmlformats.org/drawingml/2006/main">
              <a:ext uri="{FF2B5EF4-FFF2-40B4-BE49-F238E27FC236}">
                <a16:creationId xmlns:a16="http://schemas.microsoft.com/office/drawing/2014/main" id="{C8BD3866-8AC0-4550-8A6A-70B07736DB59}"/>
              </a:ext>
            </a:extLst>
          </p:cNvPr>
          <p:cNvSpPr>
            <a:spLocks xmlns:a="http://schemas.openxmlformats.org/drawingml/2006/main" noGrp="1"/>
          </p:cNvSpPr>
          <p:nvPr/>
        </p:nvSpPr>
        <p:spPr>
          <a:xfrm xmlns:a="http://schemas.openxmlformats.org/drawingml/2006/main">
            <a:off x="2311400" y="1597660"/>
            <a:ext cx="3810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B</a:t>
            </a:r>
          </a:p>
        </p:txBody>
      </p:sp>
      <p:sp>
        <p:nvSpPr>
          <p:cNvPr id="26" name="Figure_5_Source_Intervention_Design-026">
            <a:extLst xmlns:a="http://schemas.openxmlformats.org/drawingml/2006/main">
              <a:ext uri="{FF2B5EF4-FFF2-40B4-BE49-F238E27FC236}">
                <a16:creationId xmlns:a16="http://schemas.microsoft.com/office/drawing/2014/main" id="{1EAABA63-255B-45F1-B990-E56B495D6760}"/>
              </a:ext>
            </a:extLst>
          </p:cNvPr>
          <p:cNvSpPr>
            <a:spLocks xmlns:a="http://schemas.openxmlformats.org/drawingml/2006/main" noGrp="1"/>
          </p:cNvSpPr>
          <p:nvPr/>
        </p:nvSpPr>
        <p:spPr>
          <a:xfrm xmlns:a="http://schemas.openxmlformats.org/drawingml/2006/main">
            <a:off x="2743200" y="1485900"/>
            <a:ext cx="419100" cy="38100"/>
          </a:xfrm>
          <a:custGeom xmlns:a="http://schemas.openxmlformats.org/drawingml/2006/main">
            <a:pathLst>
              <a:path w="419100" h="38100">
                <a:moveTo>
                  <a:pt x="0" y="38100"/>
                </a:moveTo>
                <a:lnTo>
                  <a:pt x="38100" y="0"/>
                </a:lnTo>
                <a:lnTo>
                  <a:pt x="419100" y="0"/>
                </a:lnTo>
                <a:lnTo>
                  <a:pt x="3810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27" name="Figure_5_Source_Intervention_Design-027">
            <a:extLst xmlns:a="http://schemas.openxmlformats.org/drawingml/2006/main">
              <a:ext uri="{FF2B5EF4-FFF2-40B4-BE49-F238E27FC236}">
                <a16:creationId xmlns:a16="http://schemas.microsoft.com/office/drawing/2014/main" id="{E5B5E25F-5C76-45B3-BA5C-862D8C8A1522}"/>
              </a:ext>
            </a:extLst>
          </p:cNvPr>
          <p:cNvSpPr>
            <a:spLocks xmlns:a="http://schemas.openxmlformats.org/drawingml/2006/main" noGrp="1"/>
          </p:cNvSpPr>
          <p:nvPr/>
        </p:nvSpPr>
        <p:spPr>
          <a:xfrm xmlns:a="http://schemas.openxmlformats.org/drawingml/2006/main">
            <a:off x="3124200" y="14859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28" name="Figure_5_Source_Intervention_Design-028">
            <a:extLst xmlns:a="http://schemas.openxmlformats.org/drawingml/2006/main">
              <a:ext uri="{FF2B5EF4-FFF2-40B4-BE49-F238E27FC236}">
                <a16:creationId xmlns:a16="http://schemas.microsoft.com/office/drawing/2014/main" id="{E192D375-C6F2-494B-9F4A-C7490122A366}"/>
              </a:ext>
            </a:extLst>
          </p:cNvPr>
          <p:cNvSpPr>
            <a:spLocks xmlns:a="http://schemas.openxmlformats.org/drawingml/2006/main" noGrp="1"/>
          </p:cNvSpPr>
          <p:nvPr/>
        </p:nvSpPr>
        <p:spPr>
          <a:xfrm xmlns:a="http://schemas.openxmlformats.org/drawingml/2006/main">
            <a:off x="2743200" y="1524000"/>
            <a:ext cx="381000" cy="266700"/>
          </a:xfrm>
          <a:prstGeom xmlns:a="http://schemas.openxmlformats.org/drawingml/2006/main" prst="rect">
            <a:avLst/>
          </a:prstGeom>
          <a:solidFill xmlns:a="http://schemas.openxmlformats.org/drawingml/2006/main">
            <a:srgbClr val="E1EFD9"/>
          </a:solidFill>
          <a:ln xmlns:a="http://schemas.openxmlformats.org/drawingml/2006/main" w="10160">
            <a:solidFill>
              <a:srgbClr val="161616"/>
            </a:solidFill>
            <a:prstDash val="solid"/>
          </a:ln>
        </p:spPr>
      </p:sp>
      <p:sp>
        <p:nvSpPr>
          <p:cNvPr id="29" name="Figure_5_Source_Intervention_Design-029">
            <a:extLst xmlns:a="http://schemas.openxmlformats.org/drawingml/2006/main">
              <a:ext uri="{FF2B5EF4-FFF2-40B4-BE49-F238E27FC236}">
                <a16:creationId xmlns:a16="http://schemas.microsoft.com/office/drawing/2014/main" id="{3A7F6336-F692-426F-9CF2-FAB578F4F613}"/>
              </a:ext>
            </a:extLst>
          </p:cNvPr>
          <p:cNvSpPr>
            <a:spLocks xmlns:a="http://schemas.openxmlformats.org/drawingml/2006/main" noGrp="1"/>
          </p:cNvSpPr>
          <p:nvPr/>
        </p:nvSpPr>
        <p:spPr>
          <a:xfrm xmlns:a="http://schemas.openxmlformats.org/drawingml/2006/main">
            <a:off x="2743200" y="1597660"/>
            <a:ext cx="3810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A</a:t>
            </a:r>
          </a:p>
        </p:txBody>
      </p:sp>
      <p:sp>
        <p:nvSpPr>
          <p:cNvPr id="30" name="Figure_5_Source_Intervention_Design-030">
            <a:extLst xmlns:a="http://schemas.openxmlformats.org/drawingml/2006/main">
              <a:ext uri="{FF2B5EF4-FFF2-40B4-BE49-F238E27FC236}">
                <a16:creationId xmlns:a16="http://schemas.microsoft.com/office/drawing/2014/main" id="{12E61AD9-66AE-4FD0-A00C-396ACF42B07A}"/>
              </a:ext>
            </a:extLst>
          </p:cNvPr>
          <p:cNvSpPr>
            <a:spLocks xmlns:a="http://schemas.openxmlformats.org/drawingml/2006/main" noGrp="1"/>
          </p:cNvSpPr>
          <p:nvPr/>
        </p:nvSpPr>
        <p:spPr>
          <a:xfrm xmlns:a="http://schemas.openxmlformats.org/drawingml/2006/main">
            <a:off x="3175000" y="1485900"/>
            <a:ext cx="419100" cy="38100"/>
          </a:xfrm>
          <a:custGeom xmlns:a="http://schemas.openxmlformats.org/drawingml/2006/main">
            <a:pathLst>
              <a:path w="419100" h="38100">
                <a:moveTo>
                  <a:pt x="0" y="38100"/>
                </a:moveTo>
                <a:lnTo>
                  <a:pt x="38100" y="0"/>
                </a:lnTo>
                <a:lnTo>
                  <a:pt x="419100" y="0"/>
                </a:lnTo>
                <a:lnTo>
                  <a:pt x="3810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31" name="Figure_5_Source_Intervention_Design-031">
            <a:extLst xmlns:a="http://schemas.openxmlformats.org/drawingml/2006/main">
              <a:ext uri="{FF2B5EF4-FFF2-40B4-BE49-F238E27FC236}">
                <a16:creationId xmlns:a16="http://schemas.microsoft.com/office/drawing/2014/main" id="{28BB0E81-0011-49BD-9D90-316D24CC4A7C}"/>
              </a:ext>
            </a:extLst>
          </p:cNvPr>
          <p:cNvSpPr>
            <a:spLocks xmlns:a="http://schemas.openxmlformats.org/drawingml/2006/main" noGrp="1"/>
          </p:cNvSpPr>
          <p:nvPr/>
        </p:nvSpPr>
        <p:spPr>
          <a:xfrm xmlns:a="http://schemas.openxmlformats.org/drawingml/2006/main">
            <a:off x="3556000" y="14859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32" name="Figure_5_Source_Intervention_Design-032">
            <a:extLst xmlns:a="http://schemas.openxmlformats.org/drawingml/2006/main">
              <a:ext uri="{FF2B5EF4-FFF2-40B4-BE49-F238E27FC236}">
                <a16:creationId xmlns:a16="http://schemas.microsoft.com/office/drawing/2014/main" id="{D23C2023-FF52-45B8-BB4D-38861C6B3858}"/>
              </a:ext>
            </a:extLst>
          </p:cNvPr>
          <p:cNvSpPr>
            <a:spLocks xmlns:a="http://schemas.openxmlformats.org/drawingml/2006/main" noGrp="1"/>
          </p:cNvSpPr>
          <p:nvPr/>
        </p:nvSpPr>
        <p:spPr>
          <a:xfrm xmlns:a="http://schemas.openxmlformats.org/drawingml/2006/main">
            <a:off x="3175000" y="1524000"/>
            <a:ext cx="381000" cy="266700"/>
          </a:xfrm>
          <a:prstGeom xmlns:a="http://schemas.openxmlformats.org/drawingml/2006/main" prst="rect">
            <a:avLst/>
          </a:prstGeom>
          <a:solidFill xmlns:a="http://schemas.openxmlformats.org/drawingml/2006/main">
            <a:srgbClr val="B1AFD4"/>
          </a:solidFill>
          <a:ln xmlns:a="http://schemas.openxmlformats.org/drawingml/2006/main" w="10160">
            <a:solidFill>
              <a:srgbClr val="161616"/>
            </a:solidFill>
            <a:prstDash val="solid"/>
          </a:ln>
        </p:spPr>
      </p:sp>
      <p:sp>
        <p:nvSpPr>
          <p:cNvPr id="33" name="Figure_5_Source_Intervention_Design-033">
            <a:extLst xmlns:a="http://schemas.openxmlformats.org/drawingml/2006/main">
              <a:ext uri="{FF2B5EF4-FFF2-40B4-BE49-F238E27FC236}">
                <a16:creationId xmlns:a16="http://schemas.microsoft.com/office/drawing/2014/main" id="{F1F1481C-630F-4493-AE4D-8F80D9F59961}"/>
              </a:ext>
            </a:extLst>
          </p:cNvPr>
          <p:cNvSpPr>
            <a:spLocks xmlns:a="http://schemas.openxmlformats.org/drawingml/2006/main" noGrp="1"/>
          </p:cNvSpPr>
          <p:nvPr/>
        </p:nvSpPr>
        <p:spPr>
          <a:xfrm xmlns:a="http://schemas.openxmlformats.org/drawingml/2006/main">
            <a:off x="3175000" y="1597660"/>
            <a:ext cx="3810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R</a:t>
            </a:r>
          </a:p>
        </p:txBody>
      </p:sp>
      <p:sp>
        <p:nvSpPr>
          <p:cNvPr id="34" name="Figure_5_Source_Intervention_Design-034">
            <a:extLst xmlns:a="http://schemas.openxmlformats.org/drawingml/2006/main">
              <a:ext uri="{FF2B5EF4-FFF2-40B4-BE49-F238E27FC236}">
                <a16:creationId xmlns:a16="http://schemas.microsoft.com/office/drawing/2014/main" id="{E31BC47B-7B40-4724-8D96-DFD450132F14}"/>
              </a:ext>
            </a:extLst>
          </p:cNvPr>
          <p:cNvSpPr>
            <a:spLocks xmlns:a="http://schemas.openxmlformats.org/drawingml/2006/main" noGrp="1"/>
          </p:cNvSpPr>
          <p:nvPr/>
        </p:nvSpPr>
        <p:spPr>
          <a:xfrm xmlns:a="http://schemas.openxmlformats.org/drawingml/2006/main">
            <a:off x="4076700" y="1358900"/>
            <a:ext cx="1701800" cy="7874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0160">
            <a:solidFill>
              <a:srgbClr val="161616"/>
            </a:solidFill>
            <a:prstDash val="solid"/>
          </a:ln>
        </p:spPr>
      </p:sp>
      <p:sp>
        <p:nvSpPr>
          <p:cNvPr id="35" name="Figure_5_Source_Intervention_Design-035">
            <a:extLst xmlns:a="http://schemas.openxmlformats.org/drawingml/2006/main">
              <a:ext uri="{FF2B5EF4-FFF2-40B4-BE49-F238E27FC236}">
                <a16:creationId xmlns:a16="http://schemas.microsoft.com/office/drawing/2014/main" id="{6F957B2F-3C85-4C4D-8DF0-40399C975DA7}"/>
              </a:ext>
            </a:extLst>
          </p:cNvPr>
          <p:cNvSpPr>
            <a:spLocks xmlns:a="http://schemas.openxmlformats.org/drawingml/2006/main" noGrp="1"/>
          </p:cNvSpPr>
          <p:nvPr/>
        </p:nvSpPr>
        <p:spPr>
          <a:xfrm xmlns:a="http://schemas.openxmlformats.org/drawingml/2006/main">
            <a:off x="4267200" y="1485900"/>
            <a:ext cx="419100" cy="38100"/>
          </a:xfrm>
          <a:custGeom xmlns:a="http://schemas.openxmlformats.org/drawingml/2006/main">
            <a:pathLst>
              <a:path w="419100" h="38100">
                <a:moveTo>
                  <a:pt x="0" y="38100"/>
                </a:moveTo>
                <a:lnTo>
                  <a:pt x="38100" y="0"/>
                </a:lnTo>
                <a:lnTo>
                  <a:pt x="419100" y="0"/>
                </a:lnTo>
                <a:lnTo>
                  <a:pt x="3810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36" name="Figure_5_Source_Intervention_Design-036">
            <a:extLst xmlns:a="http://schemas.openxmlformats.org/drawingml/2006/main">
              <a:ext uri="{FF2B5EF4-FFF2-40B4-BE49-F238E27FC236}">
                <a16:creationId xmlns:a16="http://schemas.microsoft.com/office/drawing/2014/main" id="{75C45037-27A3-4C29-B86B-6B9F47B8068D}"/>
              </a:ext>
            </a:extLst>
          </p:cNvPr>
          <p:cNvSpPr>
            <a:spLocks xmlns:a="http://schemas.openxmlformats.org/drawingml/2006/main" noGrp="1"/>
          </p:cNvSpPr>
          <p:nvPr/>
        </p:nvSpPr>
        <p:spPr>
          <a:xfrm xmlns:a="http://schemas.openxmlformats.org/drawingml/2006/main">
            <a:off x="4648200" y="14859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37" name="Figure_5_Source_Intervention_Design-037">
            <a:extLst xmlns:a="http://schemas.openxmlformats.org/drawingml/2006/main">
              <a:ext uri="{FF2B5EF4-FFF2-40B4-BE49-F238E27FC236}">
                <a16:creationId xmlns:a16="http://schemas.microsoft.com/office/drawing/2014/main" id="{5B54AA8E-B681-4795-8492-5425DE2BFA36}"/>
              </a:ext>
            </a:extLst>
          </p:cNvPr>
          <p:cNvSpPr>
            <a:spLocks xmlns:a="http://schemas.openxmlformats.org/drawingml/2006/main" noGrp="1"/>
          </p:cNvSpPr>
          <p:nvPr/>
        </p:nvSpPr>
        <p:spPr>
          <a:xfrm xmlns:a="http://schemas.openxmlformats.org/drawingml/2006/main">
            <a:off x="4267200" y="1524000"/>
            <a:ext cx="381000" cy="266700"/>
          </a:xfrm>
          <a:prstGeom xmlns:a="http://schemas.openxmlformats.org/drawingml/2006/main" prst="rect">
            <a:avLst/>
          </a:prstGeom>
          <a:solidFill xmlns:a="http://schemas.openxmlformats.org/drawingml/2006/main">
            <a:srgbClr val="B1AFD4"/>
          </a:solidFill>
          <a:ln xmlns:a="http://schemas.openxmlformats.org/drawingml/2006/main" w="10160">
            <a:solidFill>
              <a:srgbClr val="161616"/>
            </a:solidFill>
            <a:prstDash val="solid"/>
          </a:ln>
        </p:spPr>
      </p:sp>
      <p:sp>
        <p:nvSpPr>
          <p:cNvPr id="38" name="Figure_5_Source_Intervention_Design-038">
            <a:extLst xmlns:a="http://schemas.openxmlformats.org/drawingml/2006/main">
              <a:ext uri="{FF2B5EF4-FFF2-40B4-BE49-F238E27FC236}">
                <a16:creationId xmlns:a16="http://schemas.microsoft.com/office/drawing/2014/main" id="{5C46C074-62E1-49D0-8826-7C197255AD5C}"/>
              </a:ext>
            </a:extLst>
          </p:cNvPr>
          <p:cNvSpPr>
            <a:spLocks xmlns:a="http://schemas.openxmlformats.org/drawingml/2006/main" noGrp="1"/>
          </p:cNvSpPr>
          <p:nvPr/>
        </p:nvSpPr>
        <p:spPr>
          <a:xfrm xmlns:a="http://schemas.openxmlformats.org/drawingml/2006/main">
            <a:off x="4267200" y="1597660"/>
            <a:ext cx="3810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R</a:t>
            </a:r>
          </a:p>
        </p:txBody>
      </p:sp>
      <p:sp>
        <p:nvSpPr>
          <p:cNvPr id="39" name="Figure_5_Source_Intervention_Design-039">
            <a:extLst xmlns:a="http://schemas.openxmlformats.org/drawingml/2006/main">
              <a:ext uri="{FF2B5EF4-FFF2-40B4-BE49-F238E27FC236}">
                <a16:creationId xmlns:a16="http://schemas.microsoft.com/office/drawing/2014/main" id="{FD19C941-9101-41D9-B9E4-1AC03C1290D5}"/>
              </a:ext>
            </a:extLst>
          </p:cNvPr>
          <p:cNvSpPr>
            <a:spLocks xmlns:a="http://schemas.openxmlformats.org/drawingml/2006/main" noGrp="1"/>
          </p:cNvSpPr>
          <p:nvPr/>
        </p:nvSpPr>
        <p:spPr>
          <a:xfrm xmlns:a="http://schemas.openxmlformats.org/drawingml/2006/main">
            <a:off x="4699000" y="1485900"/>
            <a:ext cx="419100" cy="38100"/>
          </a:xfrm>
          <a:custGeom xmlns:a="http://schemas.openxmlformats.org/drawingml/2006/main">
            <a:pathLst>
              <a:path w="419100" h="38100">
                <a:moveTo>
                  <a:pt x="0" y="38100"/>
                </a:moveTo>
                <a:lnTo>
                  <a:pt x="38100" y="0"/>
                </a:lnTo>
                <a:lnTo>
                  <a:pt x="419100" y="0"/>
                </a:lnTo>
                <a:lnTo>
                  <a:pt x="3810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40" name="Figure_5_Source_Intervention_Design-040">
            <a:extLst xmlns:a="http://schemas.openxmlformats.org/drawingml/2006/main">
              <a:ext uri="{FF2B5EF4-FFF2-40B4-BE49-F238E27FC236}">
                <a16:creationId xmlns:a16="http://schemas.microsoft.com/office/drawing/2014/main" id="{F462A425-B378-491E-856F-54ADDFE89715}"/>
              </a:ext>
            </a:extLst>
          </p:cNvPr>
          <p:cNvSpPr>
            <a:spLocks xmlns:a="http://schemas.openxmlformats.org/drawingml/2006/main" noGrp="1"/>
          </p:cNvSpPr>
          <p:nvPr/>
        </p:nvSpPr>
        <p:spPr>
          <a:xfrm xmlns:a="http://schemas.openxmlformats.org/drawingml/2006/main">
            <a:off x="5080000" y="14859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41" name="Figure_5_Source_Intervention_Design-041">
            <a:extLst xmlns:a="http://schemas.openxmlformats.org/drawingml/2006/main">
              <a:ext uri="{FF2B5EF4-FFF2-40B4-BE49-F238E27FC236}">
                <a16:creationId xmlns:a16="http://schemas.microsoft.com/office/drawing/2014/main" id="{632347B7-CD14-430D-B7A9-04FD27E43F04}"/>
              </a:ext>
            </a:extLst>
          </p:cNvPr>
          <p:cNvSpPr>
            <a:spLocks xmlns:a="http://schemas.openxmlformats.org/drawingml/2006/main" noGrp="1"/>
          </p:cNvSpPr>
          <p:nvPr/>
        </p:nvSpPr>
        <p:spPr>
          <a:xfrm xmlns:a="http://schemas.openxmlformats.org/drawingml/2006/main">
            <a:off x="4699000" y="1524000"/>
            <a:ext cx="381000" cy="266700"/>
          </a:xfrm>
          <a:prstGeom xmlns:a="http://schemas.openxmlformats.org/drawingml/2006/main" prst="rect">
            <a:avLst/>
          </a:prstGeom>
          <a:solidFill xmlns:a="http://schemas.openxmlformats.org/drawingml/2006/main">
            <a:srgbClr val="E1EFD9"/>
          </a:solidFill>
          <a:ln xmlns:a="http://schemas.openxmlformats.org/drawingml/2006/main" w="10160">
            <a:solidFill>
              <a:srgbClr val="161616"/>
            </a:solidFill>
            <a:prstDash val="solid"/>
          </a:ln>
        </p:spPr>
      </p:sp>
      <p:sp>
        <p:nvSpPr>
          <p:cNvPr id="42" name="Figure_5_Source_Intervention_Design-042">
            <a:extLst xmlns:a="http://schemas.openxmlformats.org/drawingml/2006/main">
              <a:ext uri="{FF2B5EF4-FFF2-40B4-BE49-F238E27FC236}">
                <a16:creationId xmlns:a16="http://schemas.microsoft.com/office/drawing/2014/main" id="{52F5F40C-24DC-47F4-81E2-8E0813E00484}"/>
              </a:ext>
            </a:extLst>
          </p:cNvPr>
          <p:cNvSpPr>
            <a:spLocks xmlns:a="http://schemas.openxmlformats.org/drawingml/2006/main" noGrp="1"/>
          </p:cNvSpPr>
          <p:nvPr/>
        </p:nvSpPr>
        <p:spPr>
          <a:xfrm xmlns:a="http://schemas.openxmlformats.org/drawingml/2006/main">
            <a:off x="4699000" y="1597660"/>
            <a:ext cx="3810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A</a:t>
            </a:r>
          </a:p>
        </p:txBody>
      </p:sp>
      <p:sp>
        <p:nvSpPr>
          <p:cNvPr id="43" name="Figure_5_Source_Intervention_Design-043">
            <a:extLst xmlns:a="http://schemas.openxmlformats.org/drawingml/2006/main">
              <a:ext uri="{FF2B5EF4-FFF2-40B4-BE49-F238E27FC236}">
                <a16:creationId xmlns:a16="http://schemas.microsoft.com/office/drawing/2014/main" id="{3C655790-3852-4F7A-8DAE-93BBAF8D219B}"/>
              </a:ext>
            </a:extLst>
          </p:cNvPr>
          <p:cNvSpPr>
            <a:spLocks xmlns:a="http://schemas.openxmlformats.org/drawingml/2006/main" noGrp="1"/>
          </p:cNvSpPr>
          <p:nvPr/>
        </p:nvSpPr>
        <p:spPr>
          <a:xfrm xmlns:a="http://schemas.openxmlformats.org/drawingml/2006/main">
            <a:off x="5130800" y="1485900"/>
            <a:ext cx="419100" cy="38100"/>
          </a:xfrm>
          <a:custGeom xmlns:a="http://schemas.openxmlformats.org/drawingml/2006/main">
            <a:pathLst>
              <a:path w="419100" h="38100">
                <a:moveTo>
                  <a:pt x="0" y="38100"/>
                </a:moveTo>
                <a:lnTo>
                  <a:pt x="38100" y="0"/>
                </a:lnTo>
                <a:lnTo>
                  <a:pt x="419100" y="0"/>
                </a:lnTo>
                <a:lnTo>
                  <a:pt x="3810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44" name="Figure_5_Source_Intervention_Design-044">
            <a:extLst xmlns:a="http://schemas.openxmlformats.org/drawingml/2006/main">
              <a:ext uri="{FF2B5EF4-FFF2-40B4-BE49-F238E27FC236}">
                <a16:creationId xmlns:a16="http://schemas.microsoft.com/office/drawing/2014/main" id="{06653996-E5C8-459A-B184-9CCA90C8A1C0}"/>
              </a:ext>
            </a:extLst>
          </p:cNvPr>
          <p:cNvSpPr>
            <a:spLocks xmlns:a="http://schemas.openxmlformats.org/drawingml/2006/main" noGrp="1"/>
          </p:cNvSpPr>
          <p:nvPr/>
        </p:nvSpPr>
        <p:spPr>
          <a:xfrm xmlns:a="http://schemas.openxmlformats.org/drawingml/2006/main">
            <a:off x="5511800" y="14859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45" name="Figure_5_Source_Intervention_Design-045">
            <a:extLst xmlns:a="http://schemas.openxmlformats.org/drawingml/2006/main">
              <a:ext uri="{FF2B5EF4-FFF2-40B4-BE49-F238E27FC236}">
                <a16:creationId xmlns:a16="http://schemas.microsoft.com/office/drawing/2014/main" id="{1107DB4F-CE7B-4C2D-A895-146135A9874E}"/>
              </a:ext>
            </a:extLst>
          </p:cNvPr>
          <p:cNvSpPr>
            <a:spLocks xmlns:a="http://schemas.openxmlformats.org/drawingml/2006/main" noGrp="1"/>
          </p:cNvSpPr>
          <p:nvPr/>
        </p:nvSpPr>
        <p:spPr>
          <a:xfrm xmlns:a="http://schemas.openxmlformats.org/drawingml/2006/main">
            <a:off x="5130800" y="1524000"/>
            <a:ext cx="381000" cy="266700"/>
          </a:xfrm>
          <a:prstGeom xmlns:a="http://schemas.openxmlformats.org/drawingml/2006/main" prst="rect">
            <a:avLst/>
          </a:prstGeom>
          <a:solidFill xmlns:a="http://schemas.openxmlformats.org/drawingml/2006/main">
            <a:srgbClr val="E7E6E6"/>
          </a:solidFill>
          <a:ln xmlns:a="http://schemas.openxmlformats.org/drawingml/2006/main" w="10160">
            <a:solidFill>
              <a:srgbClr val="161616"/>
            </a:solidFill>
            <a:prstDash val="solid"/>
          </a:ln>
        </p:spPr>
      </p:sp>
      <p:sp>
        <p:nvSpPr>
          <p:cNvPr id="46" name="Figure_5_Source_Intervention_Design-046">
            <a:extLst xmlns:a="http://schemas.openxmlformats.org/drawingml/2006/main">
              <a:ext uri="{FF2B5EF4-FFF2-40B4-BE49-F238E27FC236}">
                <a16:creationId xmlns:a16="http://schemas.microsoft.com/office/drawing/2014/main" id="{8CCA8413-D16A-4CC5-9892-259C6A6B546F}"/>
              </a:ext>
            </a:extLst>
          </p:cNvPr>
          <p:cNvSpPr>
            <a:spLocks xmlns:a="http://schemas.openxmlformats.org/drawingml/2006/main" noGrp="1"/>
          </p:cNvSpPr>
          <p:nvPr/>
        </p:nvSpPr>
        <p:spPr>
          <a:xfrm xmlns:a="http://schemas.openxmlformats.org/drawingml/2006/main">
            <a:off x="5130800" y="1597660"/>
            <a:ext cx="3810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N</a:t>
            </a:r>
          </a:p>
        </p:txBody>
      </p:sp>
      <p:sp>
        <p:nvSpPr>
          <p:cNvPr id="47" name="Figure_5_Source_Intervention_Design-047">
            <a:extLst xmlns:a="http://schemas.openxmlformats.org/drawingml/2006/main">
              <a:ext uri="{FF2B5EF4-FFF2-40B4-BE49-F238E27FC236}">
                <a16:creationId xmlns:a16="http://schemas.microsoft.com/office/drawing/2014/main" id="{B324B929-D1C4-4A80-A18A-F66A0C08F926}"/>
              </a:ext>
            </a:extLst>
          </p:cNvPr>
          <p:cNvSpPr>
            <a:spLocks xmlns:a="http://schemas.openxmlformats.org/drawingml/2006/main" noGrp="1"/>
          </p:cNvSpPr>
          <p:nvPr/>
        </p:nvSpPr>
        <p:spPr>
          <a:xfrm xmlns:a="http://schemas.openxmlformats.org/drawingml/2006/main">
            <a:off x="266700" y="1917700"/>
            <a:ext cx="14986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80" b="0">
                <a:solidFill>
                  <a:srgbClr val="161616"/>
                </a:solidFill>
                <a:latin typeface="DejaVu Sans"/>
                <a:ea typeface="DejaVu Sans"/>
                <a:cs typeface="DejaVu Sans"/>
              </a:defRPr>
            </a:defPPr>
            <a:lvl1pPr algn="ctr">
              <a:defRPr sz="680" b="0">
                <a:solidFill>
                  <a:srgbClr val="161616"/>
                </a:solidFill>
                <a:latin typeface="DejaVu Sans"/>
                <a:ea typeface="DejaVu Sans"/>
                <a:cs typeface="DejaVu Sans"/>
              </a:defRPr>
            </a:lvl1pPr>
            <a:lvl2pPr algn="ctr">
              <a:defRPr sz="680" b="0">
                <a:solidFill>
                  <a:srgbClr val="161616"/>
                </a:solidFill>
                <a:latin typeface="DejaVu Sans"/>
                <a:ea typeface="DejaVu Sans"/>
                <a:cs typeface="DejaVu Sans"/>
              </a:defRPr>
            </a:lvl2pPr>
            <a:lvl3pPr algn="ctr">
              <a:defRPr sz="680" b="0">
                <a:solidFill>
                  <a:srgbClr val="161616"/>
                </a:solidFill>
                <a:latin typeface="DejaVu Sans"/>
                <a:ea typeface="DejaVu Sans"/>
                <a:cs typeface="DejaVu Sans"/>
              </a:defRPr>
            </a:lvl3pPr>
            <a:lvl4pPr algn="ctr">
              <a:defRPr sz="680" b="0">
                <a:solidFill>
                  <a:srgbClr val="161616"/>
                </a:solidFill>
                <a:latin typeface="DejaVu Sans"/>
                <a:ea typeface="DejaVu Sans"/>
                <a:cs typeface="DejaVu Sans"/>
              </a:defRPr>
            </a:lvl4pPr>
            <a:lvl5pPr algn="ctr">
              <a:defRPr sz="680" b="0">
                <a:solidFill>
                  <a:srgbClr val="161616"/>
                </a:solidFill>
                <a:latin typeface="DejaVu Sans"/>
                <a:ea typeface="DejaVu Sans"/>
                <a:cs typeface="DejaVu Sans"/>
              </a:defRPr>
            </a:lvl5pPr>
            <a:lvl6pPr algn="ctr">
              <a:defRPr sz="680" b="0">
                <a:solidFill>
                  <a:srgbClr val="161616"/>
                </a:solidFill>
                <a:latin typeface="DejaVu Sans"/>
                <a:ea typeface="DejaVu Sans"/>
                <a:cs typeface="DejaVu Sans"/>
              </a:defRPr>
            </a:lvl6pPr>
            <a:lvl7pPr algn="ctr">
              <a:defRPr sz="680" b="0">
                <a:solidFill>
                  <a:srgbClr val="161616"/>
                </a:solidFill>
                <a:latin typeface="DejaVu Sans"/>
                <a:ea typeface="DejaVu Sans"/>
                <a:cs typeface="DejaVu Sans"/>
              </a:defRPr>
            </a:lvl7pPr>
            <a:lvl8pPr algn="ctr">
              <a:defRPr sz="680" b="0">
                <a:solidFill>
                  <a:srgbClr val="161616"/>
                </a:solidFill>
                <a:latin typeface="DejaVu Sans"/>
                <a:ea typeface="DejaVu Sans"/>
                <a:cs typeface="DejaVu Sans"/>
              </a:defRPr>
            </a:lvl8pPr>
            <a:lvl9pPr algn="ctr">
              <a:defRPr sz="680" b="0">
                <a:solidFill>
                  <a:srgbClr val="161616"/>
                </a:solidFill>
                <a:latin typeface="DejaVu Sans"/>
                <a:ea typeface="DejaVu Sans"/>
                <a:cs typeface="DejaVu Sans"/>
              </a:defRPr>
            </a:lvl9pPr>
          </a:lstStyle>
          <a:p xmlns:a="http://schemas.openxmlformats.org/drawingml/2006/main">
            <a:pPr algn="ctr">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Complete identifying bridge</a:t>
            </a:r>
          </a:p>
        </p:txBody>
      </p:sp>
      <p:sp>
        <p:nvSpPr>
          <p:cNvPr id="48" name="Figure_5_Source_Intervention_Design-048">
            <a:extLst xmlns:a="http://schemas.openxmlformats.org/drawingml/2006/main">
              <a:ext uri="{FF2B5EF4-FFF2-40B4-BE49-F238E27FC236}">
                <a16:creationId xmlns:a16="http://schemas.microsoft.com/office/drawing/2014/main" id="{5FE43170-BD4C-4550-80D8-1E14220F1754}"/>
              </a:ext>
            </a:extLst>
          </p:cNvPr>
          <p:cNvSpPr>
            <a:spLocks xmlns:a="http://schemas.openxmlformats.org/drawingml/2006/main" noGrp="1"/>
          </p:cNvSpPr>
          <p:nvPr/>
        </p:nvSpPr>
        <p:spPr>
          <a:xfrm xmlns:a="http://schemas.openxmlformats.org/drawingml/2006/main">
            <a:off x="2222500" y="1917700"/>
            <a:ext cx="14986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80" b="0">
                <a:solidFill>
                  <a:srgbClr val="161616"/>
                </a:solidFill>
                <a:latin typeface="DejaVu Sans"/>
                <a:ea typeface="DejaVu Sans"/>
                <a:cs typeface="DejaVu Sans"/>
              </a:defRPr>
            </a:defPPr>
            <a:lvl1pPr algn="ctr">
              <a:defRPr sz="680" b="0">
                <a:solidFill>
                  <a:srgbClr val="161616"/>
                </a:solidFill>
                <a:latin typeface="DejaVu Sans"/>
                <a:ea typeface="DejaVu Sans"/>
                <a:cs typeface="DejaVu Sans"/>
              </a:defRPr>
            </a:lvl1pPr>
            <a:lvl2pPr algn="ctr">
              <a:defRPr sz="680" b="0">
                <a:solidFill>
                  <a:srgbClr val="161616"/>
                </a:solidFill>
                <a:latin typeface="DejaVu Sans"/>
                <a:ea typeface="DejaVu Sans"/>
                <a:cs typeface="DejaVu Sans"/>
              </a:defRPr>
            </a:lvl2pPr>
            <a:lvl3pPr algn="ctr">
              <a:defRPr sz="680" b="0">
                <a:solidFill>
                  <a:srgbClr val="161616"/>
                </a:solidFill>
                <a:latin typeface="DejaVu Sans"/>
                <a:ea typeface="DejaVu Sans"/>
                <a:cs typeface="DejaVu Sans"/>
              </a:defRPr>
            </a:lvl3pPr>
            <a:lvl4pPr algn="ctr">
              <a:defRPr sz="680" b="0">
                <a:solidFill>
                  <a:srgbClr val="161616"/>
                </a:solidFill>
                <a:latin typeface="DejaVu Sans"/>
                <a:ea typeface="DejaVu Sans"/>
                <a:cs typeface="DejaVu Sans"/>
              </a:defRPr>
            </a:lvl4pPr>
            <a:lvl5pPr algn="ctr">
              <a:defRPr sz="680" b="0">
                <a:solidFill>
                  <a:srgbClr val="161616"/>
                </a:solidFill>
                <a:latin typeface="DejaVu Sans"/>
                <a:ea typeface="DejaVu Sans"/>
                <a:cs typeface="DejaVu Sans"/>
              </a:defRPr>
            </a:lvl5pPr>
            <a:lvl6pPr algn="ctr">
              <a:defRPr sz="680" b="0">
                <a:solidFill>
                  <a:srgbClr val="161616"/>
                </a:solidFill>
                <a:latin typeface="DejaVu Sans"/>
                <a:ea typeface="DejaVu Sans"/>
                <a:cs typeface="DejaVu Sans"/>
              </a:defRPr>
            </a:lvl6pPr>
            <a:lvl7pPr algn="ctr">
              <a:defRPr sz="680" b="0">
                <a:solidFill>
                  <a:srgbClr val="161616"/>
                </a:solidFill>
                <a:latin typeface="DejaVu Sans"/>
                <a:ea typeface="DejaVu Sans"/>
                <a:cs typeface="DejaVu Sans"/>
              </a:defRPr>
            </a:lvl7pPr>
            <a:lvl8pPr algn="ctr">
              <a:defRPr sz="680" b="0">
                <a:solidFill>
                  <a:srgbClr val="161616"/>
                </a:solidFill>
                <a:latin typeface="DejaVu Sans"/>
                <a:ea typeface="DejaVu Sans"/>
                <a:cs typeface="DejaVu Sans"/>
              </a:defRPr>
            </a:lvl8pPr>
            <a:lvl9pPr algn="ctr">
              <a:defRPr sz="680" b="0">
                <a:solidFill>
                  <a:srgbClr val="161616"/>
                </a:solidFill>
                <a:latin typeface="DejaVu Sans"/>
                <a:ea typeface="DejaVu Sans"/>
                <a:cs typeface="DejaVu Sans"/>
              </a:defRPr>
            </a:lvl9pPr>
          </a:lstStyle>
          <a:p xmlns:a="http://schemas.openxmlformats.org/drawingml/2006/main">
            <a:pPr algn="ctr">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Noncritical source replaced</a:t>
            </a:r>
          </a:p>
        </p:txBody>
      </p:sp>
      <p:sp>
        <p:nvSpPr>
          <p:cNvPr id="49" name="Figure_5_Source_Intervention_Design-049">
            <a:extLst xmlns:a="http://schemas.openxmlformats.org/drawingml/2006/main">
              <a:ext uri="{FF2B5EF4-FFF2-40B4-BE49-F238E27FC236}">
                <a16:creationId xmlns:a16="http://schemas.microsoft.com/office/drawing/2014/main" id="{95F25CCE-4E2D-4558-81AD-AEC501CE42DB}"/>
              </a:ext>
            </a:extLst>
          </p:cNvPr>
          <p:cNvSpPr>
            <a:spLocks xmlns:a="http://schemas.openxmlformats.org/drawingml/2006/main" noGrp="1"/>
          </p:cNvSpPr>
          <p:nvPr/>
        </p:nvSpPr>
        <p:spPr>
          <a:xfrm xmlns:a="http://schemas.openxmlformats.org/drawingml/2006/main">
            <a:off x="4178300" y="1917700"/>
            <a:ext cx="14986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80" b="0">
                <a:solidFill>
                  <a:srgbClr val="161616"/>
                </a:solidFill>
                <a:latin typeface="DejaVu Sans"/>
                <a:ea typeface="DejaVu Sans"/>
                <a:cs typeface="DejaVu Sans"/>
              </a:defRPr>
            </a:defPPr>
            <a:lvl1pPr algn="ctr">
              <a:defRPr sz="680" b="0">
                <a:solidFill>
                  <a:srgbClr val="161616"/>
                </a:solidFill>
                <a:latin typeface="DejaVu Sans"/>
                <a:ea typeface="DejaVu Sans"/>
                <a:cs typeface="DejaVu Sans"/>
              </a:defRPr>
            </a:lvl1pPr>
            <a:lvl2pPr algn="ctr">
              <a:defRPr sz="680" b="0">
                <a:solidFill>
                  <a:srgbClr val="161616"/>
                </a:solidFill>
                <a:latin typeface="DejaVu Sans"/>
                <a:ea typeface="DejaVu Sans"/>
                <a:cs typeface="DejaVu Sans"/>
              </a:defRPr>
            </a:lvl2pPr>
            <a:lvl3pPr algn="ctr">
              <a:defRPr sz="680" b="0">
                <a:solidFill>
                  <a:srgbClr val="161616"/>
                </a:solidFill>
                <a:latin typeface="DejaVu Sans"/>
                <a:ea typeface="DejaVu Sans"/>
                <a:cs typeface="DejaVu Sans"/>
              </a:defRPr>
            </a:lvl3pPr>
            <a:lvl4pPr algn="ctr">
              <a:defRPr sz="680" b="0">
                <a:solidFill>
                  <a:srgbClr val="161616"/>
                </a:solidFill>
                <a:latin typeface="DejaVu Sans"/>
                <a:ea typeface="DejaVu Sans"/>
                <a:cs typeface="DejaVu Sans"/>
              </a:defRPr>
            </a:lvl4pPr>
            <a:lvl5pPr algn="ctr">
              <a:defRPr sz="680" b="0">
                <a:solidFill>
                  <a:srgbClr val="161616"/>
                </a:solidFill>
                <a:latin typeface="DejaVu Sans"/>
                <a:ea typeface="DejaVu Sans"/>
                <a:cs typeface="DejaVu Sans"/>
              </a:defRPr>
            </a:lvl5pPr>
            <a:lvl6pPr algn="ctr">
              <a:defRPr sz="680" b="0">
                <a:solidFill>
                  <a:srgbClr val="161616"/>
                </a:solidFill>
                <a:latin typeface="DejaVu Sans"/>
                <a:ea typeface="DejaVu Sans"/>
                <a:cs typeface="DejaVu Sans"/>
              </a:defRPr>
            </a:lvl6pPr>
            <a:lvl7pPr algn="ctr">
              <a:defRPr sz="680" b="0">
                <a:solidFill>
                  <a:srgbClr val="161616"/>
                </a:solidFill>
                <a:latin typeface="DejaVu Sans"/>
                <a:ea typeface="DejaVu Sans"/>
                <a:cs typeface="DejaVu Sans"/>
              </a:defRPr>
            </a:lvl7pPr>
            <a:lvl8pPr algn="ctr">
              <a:defRPr sz="680" b="0">
                <a:solidFill>
                  <a:srgbClr val="161616"/>
                </a:solidFill>
                <a:latin typeface="DejaVu Sans"/>
                <a:ea typeface="DejaVu Sans"/>
                <a:cs typeface="DejaVu Sans"/>
              </a:defRPr>
            </a:lvl8pPr>
            <a:lvl9pPr algn="ctr">
              <a:defRPr sz="680" b="0">
                <a:solidFill>
                  <a:srgbClr val="161616"/>
                </a:solidFill>
                <a:latin typeface="DejaVu Sans"/>
                <a:ea typeface="DejaVu Sans"/>
                <a:cs typeface="DejaVu Sans"/>
              </a:defRPr>
            </a:lvl9pPr>
          </a:lstStyle>
          <a:p xmlns:a="http://schemas.openxmlformats.org/drawingml/2006/main">
            <a:pPr algn="ctr">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Identifying bridge replaced</a:t>
            </a:r>
          </a:p>
        </p:txBody>
      </p:sp>
      <p:sp>
        <p:nvSpPr>
          <p:cNvPr id="50" name="Figure_5_Source_Intervention_Design-050">
            <a:extLst xmlns:a="http://schemas.openxmlformats.org/drawingml/2006/main">
              <a:ext uri="{FF2B5EF4-FFF2-40B4-BE49-F238E27FC236}">
                <a16:creationId xmlns:a16="http://schemas.microsoft.com/office/drawing/2014/main" id="{09B45570-94F0-48AD-8D2A-CB587F692808}"/>
              </a:ext>
            </a:extLst>
          </p:cNvPr>
          <p:cNvSpPr>
            <a:spLocks xmlns:a="http://schemas.openxmlformats.org/drawingml/2006/main" noGrp="1"/>
          </p:cNvSpPr>
          <p:nvPr/>
        </p:nvSpPr>
        <p:spPr>
          <a:xfrm xmlns:a="http://schemas.openxmlformats.org/drawingml/2006/main">
            <a:off x="88900" y="23114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b</a:t>
            </a:r>
          </a:p>
        </p:txBody>
      </p:sp>
      <p:sp>
        <p:nvSpPr>
          <p:cNvPr id="51" name="Figure_5_Source_Intervention_Design-051">
            <a:extLst xmlns:a="http://schemas.openxmlformats.org/drawingml/2006/main">
              <a:ext uri="{FF2B5EF4-FFF2-40B4-BE49-F238E27FC236}">
                <a16:creationId xmlns:a16="http://schemas.microsoft.com/office/drawing/2014/main" id="{C2C1B419-EAF7-499B-8C9F-C94777A425A6}"/>
              </a:ext>
            </a:extLst>
          </p:cNvPr>
          <p:cNvSpPr>
            <a:spLocks xmlns:a="http://schemas.openxmlformats.org/drawingml/2006/main" noGrp="1"/>
          </p:cNvSpPr>
          <p:nvPr/>
        </p:nvSpPr>
        <p:spPr>
          <a:xfrm xmlns:a="http://schemas.openxmlformats.org/drawingml/2006/main">
            <a:off x="254000" y="2317750"/>
            <a:ext cx="56007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Opposing support: 9 matched questions</a:t>
            </a:r>
          </a:p>
        </p:txBody>
      </p:sp>
      <p:sp>
        <p:nvSpPr>
          <p:cNvPr id="52" name="Figure_5_Source_Intervention_Design-052">
            <a:extLst xmlns:a="http://schemas.openxmlformats.org/drawingml/2006/main">
              <a:ext uri="{FF2B5EF4-FFF2-40B4-BE49-F238E27FC236}">
                <a16:creationId xmlns:a16="http://schemas.microsoft.com/office/drawing/2014/main" id="{E2641EAE-3D26-452A-9F6E-66EFAC8A4559}"/>
              </a:ext>
            </a:extLst>
          </p:cNvPr>
          <p:cNvSpPr>
            <a:spLocks xmlns:a="http://schemas.openxmlformats.org/drawingml/2006/main" noGrp="1"/>
          </p:cNvSpPr>
          <p:nvPr/>
        </p:nvSpPr>
        <p:spPr>
          <a:xfrm xmlns:a="http://schemas.openxmlformats.org/drawingml/2006/main">
            <a:off x="165100" y="2578100"/>
            <a:ext cx="1701800" cy="7874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0160">
            <a:solidFill>
              <a:srgbClr val="161616"/>
            </a:solidFill>
            <a:prstDash val="solid"/>
          </a:ln>
        </p:spPr>
      </p:sp>
      <p:sp>
        <p:nvSpPr>
          <p:cNvPr id="53" name="Figure_5_Source_Intervention_Design-053">
            <a:extLst xmlns:a="http://schemas.openxmlformats.org/drawingml/2006/main">
              <a:ext uri="{FF2B5EF4-FFF2-40B4-BE49-F238E27FC236}">
                <a16:creationId xmlns:a16="http://schemas.microsoft.com/office/drawing/2014/main" id="{3A938139-5A5C-4388-BEFA-73468A2FE27D}"/>
              </a:ext>
            </a:extLst>
          </p:cNvPr>
          <p:cNvSpPr>
            <a:spLocks xmlns:a="http://schemas.openxmlformats.org/drawingml/2006/main" noGrp="1"/>
          </p:cNvSpPr>
          <p:nvPr/>
        </p:nvSpPr>
        <p:spPr>
          <a:xfrm xmlns:a="http://schemas.openxmlformats.org/drawingml/2006/main">
            <a:off x="292100" y="2705100"/>
            <a:ext cx="355600" cy="38100"/>
          </a:xfrm>
          <a:custGeom xmlns:a="http://schemas.openxmlformats.org/drawingml/2006/main">
            <a:pathLst>
              <a:path w="355600" h="38100">
                <a:moveTo>
                  <a:pt x="0" y="38100"/>
                </a:moveTo>
                <a:lnTo>
                  <a:pt x="38100" y="0"/>
                </a:lnTo>
                <a:lnTo>
                  <a:pt x="355600" y="0"/>
                </a:lnTo>
                <a:lnTo>
                  <a:pt x="3175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54" name="Figure_5_Source_Intervention_Design-054">
            <a:extLst xmlns:a="http://schemas.openxmlformats.org/drawingml/2006/main">
              <a:ext uri="{FF2B5EF4-FFF2-40B4-BE49-F238E27FC236}">
                <a16:creationId xmlns:a16="http://schemas.microsoft.com/office/drawing/2014/main" id="{CE5E1526-9F46-4A5D-B828-F33BB9BA44F0}"/>
              </a:ext>
            </a:extLst>
          </p:cNvPr>
          <p:cNvSpPr>
            <a:spLocks xmlns:a="http://schemas.openxmlformats.org/drawingml/2006/main" noGrp="1"/>
          </p:cNvSpPr>
          <p:nvPr/>
        </p:nvSpPr>
        <p:spPr>
          <a:xfrm xmlns:a="http://schemas.openxmlformats.org/drawingml/2006/main">
            <a:off x="609600" y="27051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55" name="Figure_5_Source_Intervention_Design-055">
            <a:extLst xmlns:a="http://schemas.openxmlformats.org/drawingml/2006/main">
              <a:ext uri="{FF2B5EF4-FFF2-40B4-BE49-F238E27FC236}">
                <a16:creationId xmlns:a16="http://schemas.microsoft.com/office/drawing/2014/main" id="{D0C7C4CF-849A-419F-93FA-323BC78EDED1}"/>
              </a:ext>
            </a:extLst>
          </p:cNvPr>
          <p:cNvSpPr>
            <a:spLocks xmlns:a="http://schemas.openxmlformats.org/drawingml/2006/main" noGrp="1"/>
          </p:cNvSpPr>
          <p:nvPr/>
        </p:nvSpPr>
        <p:spPr>
          <a:xfrm xmlns:a="http://schemas.openxmlformats.org/drawingml/2006/main">
            <a:off x="292100" y="2743200"/>
            <a:ext cx="317500" cy="266700"/>
          </a:xfrm>
          <a:prstGeom xmlns:a="http://schemas.openxmlformats.org/drawingml/2006/main" prst="rect">
            <a:avLst/>
          </a:prstGeom>
          <a:solidFill xmlns:a="http://schemas.openxmlformats.org/drawingml/2006/main">
            <a:srgbClr val="DAE2F5"/>
          </a:solidFill>
          <a:ln xmlns:a="http://schemas.openxmlformats.org/drawingml/2006/main" w="10160">
            <a:solidFill>
              <a:srgbClr val="161616"/>
            </a:solidFill>
            <a:prstDash val="solid"/>
          </a:ln>
        </p:spPr>
      </p:sp>
      <p:sp>
        <p:nvSpPr>
          <p:cNvPr id="56" name="Figure_5_Source_Intervention_Design-056">
            <a:extLst xmlns:a="http://schemas.openxmlformats.org/drawingml/2006/main">
              <a:ext uri="{FF2B5EF4-FFF2-40B4-BE49-F238E27FC236}">
                <a16:creationId xmlns:a16="http://schemas.microsoft.com/office/drawing/2014/main" id="{D225E436-D3C4-4A0D-992A-9CC81B4ED8AF}"/>
              </a:ext>
            </a:extLst>
          </p:cNvPr>
          <p:cNvSpPr>
            <a:spLocks xmlns:a="http://schemas.openxmlformats.org/drawingml/2006/main" noGrp="1"/>
          </p:cNvSpPr>
          <p:nvPr/>
        </p:nvSpPr>
        <p:spPr>
          <a:xfrm xmlns:a="http://schemas.openxmlformats.org/drawingml/2006/main">
            <a:off x="292100" y="281686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B</a:t>
            </a:r>
          </a:p>
        </p:txBody>
      </p:sp>
      <p:sp>
        <p:nvSpPr>
          <p:cNvPr id="57" name="Figure_5_Source_Intervention_Design-057">
            <a:extLst xmlns:a="http://schemas.openxmlformats.org/drawingml/2006/main">
              <a:ext uri="{FF2B5EF4-FFF2-40B4-BE49-F238E27FC236}">
                <a16:creationId xmlns:a16="http://schemas.microsoft.com/office/drawing/2014/main" id="{6721E3D6-BD33-4839-A461-0154EDEB9C98}"/>
              </a:ext>
            </a:extLst>
          </p:cNvPr>
          <p:cNvSpPr>
            <a:spLocks xmlns:a="http://schemas.openxmlformats.org/drawingml/2006/main" noGrp="1"/>
          </p:cNvSpPr>
          <p:nvPr/>
        </p:nvSpPr>
        <p:spPr>
          <a:xfrm xmlns:a="http://schemas.openxmlformats.org/drawingml/2006/main">
            <a:off x="660400" y="2705100"/>
            <a:ext cx="355600" cy="38100"/>
          </a:xfrm>
          <a:custGeom xmlns:a="http://schemas.openxmlformats.org/drawingml/2006/main">
            <a:pathLst>
              <a:path w="355600" h="38100">
                <a:moveTo>
                  <a:pt x="0" y="38100"/>
                </a:moveTo>
                <a:lnTo>
                  <a:pt x="38100" y="0"/>
                </a:lnTo>
                <a:lnTo>
                  <a:pt x="355600" y="0"/>
                </a:lnTo>
                <a:lnTo>
                  <a:pt x="3175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58" name="Figure_5_Source_Intervention_Design-058">
            <a:extLst xmlns:a="http://schemas.openxmlformats.org/drawingml/2006/main">
              <a:ext uri="{FF2B5EF4-FFF2-40B4-BE49-F238E27FC236}">
                <a16:creationId xmlns:a16="http://schemas.microsoft.com/office/drawing/2014/main" id="{94391613-D30C-4E81-A7A5-302CB7E1B1E6}"/>
              </a:ext>
            </a:extLst>
          </p:cNvPr>
          <p:cNvSpPr>
            <a:spLocks xmlns:a="http://schemas.openxmlformats.org/drawingml/2006/main" noGrp="1"/>
          </p:cNvSpPr>
          <p:nvPr/>
        </p:nvSpPr>
        <p:spPr>
          <a:xfrm xmlns:a="http://schemas.openxmlformats.org/drawingml/2006/main">
            <a:off x="977900" y="27051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59" name="Figure_5_Source_Intervention_Design-059">
            <a:extLst xmlns:a="http://schemas.openxmlformats.org/drawingml/2006/main">
              <a:ext uri="{FF2B5EF4-FFF2-40B4-BE49-F238E27FC236}">
                <a16:creationId xmlns:a16="http://schemas.microsoft.com/office/drawing/2014/main" id="{55475B5C-6550-44BD-A5F1-8417BD48D650}"/>
              </a:ext>
            </a:extLst>
          </p:cNvPr>
          <p:cNvSpPr>
            <a:spLocks xmlns:a="http://schemas.openxmlformats.org/drawingml/2006/main" noGrp="1"/>
          </p:cNvSpPr>
          <p:nvPr/>
        </p:nvSpPr>
        <p:spPr>
          <a:xfrm xmlns:a="http://schemas.openxmlformats.org/drawingml/2006/main">
            <a:off x="660400" y="2743200"/>
            <a:ext cx="317500" cy="266700"/>
          </a:xfrm>
          <a:prstGeom xmlns:a="http://schemas.openxmlformats.org/drawingml/2006/main" prst="rect">
            <a:avLst/>
          </a:prstGeom>
          <a:solidFill xmlns:a="http://schemas.openxmlformats.org/drawingml/2006/main">
            <a:srgbClr val="E1EFD9"/>
          </a:solidFill>
          <a:ln xmlns:a="http://schemas.openxmlformats.org/drawingml/2006/main" w="10160">
            <a:solidFill>
              <a:srgbClr val="161616"/>
            </a:solidFill>
            <a:prstDash val="solid"/>
          </a:ln>
        </p:spPr>
      </p:sp>
      <p:sp>
        <p:nvSpPr>
          <p:cNvPr id="60" name="Figure_5_Source_Intervention_Design-060">
            <a:extLst xmlns:a="http://schemas.openxmlformats.org/drawingml/2006/main">
              <a:ext uri="{FF2B5EF4-FFF2-40B4-BE49-F238E27FC236}">
                <a16:creationId xmlns:a16="http://schemas.microsoft.com/office/drawing/2014/main" id="{BDAC583B-40CC-4BF9-BBD8-0CF6E7AC9DCE}"/>
              </a:ext>
            </a:extLst>
          </p:cNvPr>
          <p:cNvSpPr>
            <a:spLocks xmlns:a="http://schemas.openxmlformats.org/drawingml/2006/main" noGrp="1"/>
          </p:cNvSpPr>
          <p:nvPr/>
        </p:nvSpPr>
        <p:spPr>
          <a:xfrm xmlns:a="http://schemas.openxmlformats.org/drawingml/2006/main">
            <a:off x="660400" y="281686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A</a:t>
            </a:r>
          </a:p>
        </p:txBody>
      </p:sp>
      <p:sp>
        <p:nvSpPr>
          <p:cNvPr id="61" name="Figure_5_Source_Intervention_Design-061">
            <a:extLst xmlns:a="http://schemas.openxmlformats.org/drawingml/2006/main">
              <a:ext uri="{FF2B5EF4-FFF2-40B4-BE49-F238E27FC236}">
                <a16:creationId xmlns:a16="http://schemas.microsoft.com/office/drawing/2014/main" id="{42220141-62C2-4473-A753-E274B6B6866C}"/>
              </a:ext>
            </a:extLst>
          </p:cNvPr>
          <p:cNvSpPr>
            <a:spLocks xmlns:a="http://schemas.openxmlformats.org/drawingml/2006/main" noGrp="1"/>
          </p:cNvSpPr>
          <p:nvPr/>
        </p:nvSpPr>
        <p:spPr>
          <a:xfrm xmlns:a="http://schemas.openxmlformats.org/drawingml/2006/main">
            <a:off x="1028700" y="2705100"/>
            <a:ext cx="355600" cy="38100"/>
          </a:xfrm>
          <a:custGeom xmlns:a="http://schemas.openxmlformats.org/drawingml/2006/main">
            <a:pathLst>
              <a:path w="355600" h="38100">
                <a:moveTo>
                  <a:pt x="0" y="38100"/>
                </a:moveTo>
                <a:lnTo>
                  <a:pt x="38100" y="0"/>
                </a:lnTo>
                <a:lnTo>
                  <a:pt x="355600" y="0"/>
                </a:lnTo>
                <a:lnTo>
                  <a:pt x="3175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62" name="Figure_5_Source_Intervention_Design-062">
            <a:extLst xmlns:a="http://schemas.openxmlformats.org/drawingml/2006/main">
              <a:ext uri="{FF2B5EF4-FFF2-40B4-BE49-F238E27FC236}">
                <a16:creationId xmlns:a16="http://schemas.microsoft.com/office/drawing/2014/main" id="{C789FAA7-6318-4DB7-BAE3-4E215F197D20}"/>
              </a:ext>
            </a:extLst>
          </p:cNvPr>
          <p:cNvSpPr>
            <a:spLocks xmlns:a="http://schemas.openxmlformats.org/drawingml/2006/main" noGrp="1"/>
          </p:cNvSpPr>
          <p:nvPr/>
        </p:nvSpPr>
        <p:spPr>
          <a:xfrm xmlns:a="http://schemas.openxmlformats.org/drawingml/2006/main">
            <a:off x="1346200" y="27051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63" name="Figure_5_Source_Intervention_Design-063">
            <a:extLst xmlns:a="http://schemas.openxmlformats.org/drawingml/2006/main">
              <a:ext uri="{FF2B5EF4-FFF2-40B4-BE49-F238E27FC236}">
                <a16:creationId xmlns:a16="http://schemas.microsoft.com/office/drawing/2014/main" id="{7CE52B28-47ED-4977-AD13-C5157FF55064}"/>
              </a:ext>
            </a:extLst>
          </p:cNvPr>
          <p:cNvSpPr>
            <a:spLocks xmlns:a="http://schemas.openxmlformats.org/drawingml/2006/main" noGrp="1"/>
          </p:cNvSpPr>
          <p:nvPr/>
        </p:nvSpPr>
        <p:spPr>
          <a:xfrm xmlns:a="http://schemas.openxmlformats.org/drawingml/2006/main">
            <a:off x="1028700" y="2743200"/>
            <a:ext cx="317500" cy="266700"/>
          </a:xfrm>
          <a:prstGeom xmlns:a="http://schemas.openxmlformats.org/drawingml/2006/main" prst="rect">
            <a:avLst/>
          </a:prstGeom>
          <a:solidFill xmlns:a="http://schemas.openxmlformats.org/drawingml/2006/main">
            <a:srgbClr val="F5B7BE"/>
          </a:solidFill>
          <a:ln xmlns:a="http://schemas.openxmlformats.org/drawingml/2006/main" w="10160">
            <a:solidFill>
              <a:srgbClr val="161616"/>
            </a:solidFill>
            <a:prstDash val="solid"/>
          </a:ln>
        </p:spPr>
      </p:sp>
      <p:sp>
        <p:nvSpPr>
          <p:cNvPr id="64" name="Figure_5_Source_Intervention_Design-064">
            <a:extLst xmlns:a="http://schemas.openxmlformats.org/drawingml/2006/main">
              <a:ext uri="{FF2B5EF4-FFF2-40B4-BE49-F238E27FC236}">
                <a16:creationId xmlns:a16="http://schemas.microsoft.com/office/drawing/2014/main" id="{51843149-F82B-46F6-9EAA-D76A84EFF389}"/>
              </a:ext>
            </a:extLst>
          </p:cNvPr>
          <p:cNvSpPr>
            <a:spLocks xmlns:a="http://schemas.openxmlformats.org/drawingml/2006/main" noGrp="1"/>
          </p:cNvSpPr>
          <p:nvPr/>
        </p:nvSpPr>
        <p:spPr>
          <a:xfrm xmlns:a="http://schemas.openxmlformats.org/drawingml/2006/main">
            <a:off x="1028700" y="281686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O</a:t>
            </a:r>
          </a:p>
        </p:txBody>
      </p:sp>
      <p:sp>
        <p:nvSpPr>
          <p:cNvPr id="65" name="Figure_5_Source_Intervention_Design-065">
            <a:extLst xmlns:a="http://schemas.openxmlformats.org/drawingml/2006/main">
              <a:ext uri="{FF2B5EF4-FFF2-40B4-BE49-F238E27FC236}">
                <a16:creationId xmlns:a16="http://schemas.microsoft.com/office/drawing/2014/main" id="{D3C99AD1-2F98-4465-8CF2-683CB0D72323}"/>
              </a:ext>
            </a:extLst>
          </p:cNvPr>
          <p:cNvSpPr>
            <a:spLocks xmlns:a="http://schemas.openxmlformats.org/drawingml/2006/main" noGrp="1"/>
          </p:cNvSpPr>
          <p:nvPr/>
        </p:nvSpPr>
        <p:spPr>
          <a:xfrm xmlns:a="http://schemas.openxmlformats.org/drawingml/2006/main">
            <a:off x="1397000" y="2705100"/>
            <a:ext cx="355600" cy="38100"/>
          </a:xfrm>
          <a:custGeom xmlns:a="http://schemas.openxmlformats.org/drawingml/2006/main">
            <a:pathLst>
              <a:path w="355600" h="38100">
                <a:moveTo>
                  <a:pt x="0" y="38100"/>
                </a:moveTo>
                <a:lnTo>
                  <a:pt x="38100" y="0"/>
                </a:lnTo>
                <a:lnTo>
                  <a:pt x="355600" y="0"/>
                </a:lnTo>
                <a:lnTo>
                  <a:pt x="3175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66" name="Figure_5_Source_Intervention_Design-066">
            <a:extLst xmlns:a="http://schemas.openxmlformats.org/drawingml/2006/main">
              <a:ext uri="{FF2B5EF4-FFF2-40B4-BE49-F238E27FC236}">
                <a16:creationId xmlns:a16="http://schemas.microsoft.com/office/drawing/2014/main" id="{FE296869-E1BB-4A5E-BDD1-FEF9D82755F8}"/>
              </a:ext>
            </a:extLst>
          </p:cNvPr>
          <p:cNvSpPr>
            <a:spLocks xmlns:a="http://schemas.openxmlformats.org/drawingml/2006/main" noGrp="1"/>
          </p:cNvSpPr>
          <p:nvPr/>
        </p:nvSpPr>
        <p:spPr>
          <a:xfrm xmlns:a="http://schemas.openxmlformats.org/drawingml/2006/main">
            <a:off x="1714500" y="27051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67" name="Figure_5_Source_Intervention_Design-067">
            <a:extLst xmlns:a="http://schemas.openxmlformats.org/drawingml/2006/main">
              <a:ext uri="{FF2B5EF4-FFF2-40B4-BE49-F238E27FC236}">
                <a16:creationId xmlns:a16="http://schemas.microsoft.com/office/drawing/2014/main" id="{B82BE9B9-EBC0-4210-8E5C-55AF5D700FAE}"/>
              </a:ext>
            </a:extLst>
          </p:cNvPr>
          <p:cNvSpPr>
            <a:spLocks xmlns:a="http://schemas.openxmlformats.org/drawingml/2006/main" noGrp="1"/>
          </p:cNvSpPr>
          <p:nvPr/>
        </p:nvSpPr>
        <p:spPr>
          <a:xfrm xmlns:a="http://schemas.openxmlformats.org/drawingml/2006/main">
            <a:off x="1397000" y="2743200"/>
            <a:ext cx="317500" cy="266700"/>
          </a:xfrm>
          <a:prstGeom xmlns:a="http://schemas.openxmlformats.org/drawingml/2006/main" prst="rect">
            <a:avLst/>
          </a:prstGeom>
          <a:solidFill xmlns:a="http://schemas.openxmlformats.org/drawingml/2006/main">
            <a:srgbClr val="E7E6E6"/>
          </a:solidFill>
          <a:ln xmlns:a="http://schemas.openxmlformats.org/drawingml/2006/main" w="10160">
            <a:solidFill>
              <a:srgbClr val="161616"/>
            </a:solidFill>
            <a:prstDash val="solid"/>
          </a:ln>
        </p:spPr>
      </p:sp>
      <p:sp>
        <p:nvSpPr>
          <p:cNvPr id="68" name="Figure_5_Source_Intervention_Design-068">
            <a:extLst xmlns:a="http://schemas.openxmlformats.org/drawingml/2006/main">
              <a:ext uri="{FF2B5EF4-FFF2-40B4-BE49-F238E27FC236}">
                <a16:creationId xmlns:a16="http://schemas.microsoft.com/office/drawing/2014/main" id="{7F436723-370F-4291-A9B7-4568BFCA2651}"/>
              </a:ext>
            </a:extLst>
          </p:cNvPr>
          <p:cNvSpPr>
            <a:spLocks xmlns:a="http://schemas.openxmlformats.org/drawingml/2006/main" noGrp="1"/>
          </p:cNvSpPr>
          <p:nvPr/>
        </p:nvSpPr>
        <p:spPr>
          <a:xfrm xmlns:a="http://schemas.openxmlformats.org/drawingml/2006/main">
            <a:off x="1397000" y="281686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N</a:t>
            </a:r>
          </a:p>
        </p:txBody>
      </p:sp>
      <p:sp>
        <p:nvSpPr>
          <p:cNvPr id="69" name="Figure_5_Source_Intervention_Design-069">
            <a:extLst xmlns:a="http://schemas.openxmlformats.org/drawingml/2006/main">
              <a:ext uri="{FF2B5EF4-FFF2-40B4-BE49-F238E27FC236}">
                <a16:creationId xmlns:a16="http://schemas.microsoft.com/office/drawing/2014/main" id="{00D7F8E8-89B3-4FAA-BD35-B196522EC11C}"/>
              </a:ext>
            </a:extLst>
          </p:cNvPr>
          <p:cNvSpPr>
            <a:spLocks xmlns:a="http://schemas.openxmlformats.org/drawingml/2006/main" noGrp="1"/>
          </p:cNvSpPr>
          <p:nvPr/>
        </p:nvSpPr>
        <p:spPr>
          <a:xfrm xmlns:a="http://schemas.openxmlformats.org/drawingml/2006/main">
            <a:off x="2120900" y="2578100"/>
            <a:ext cx="1701800" cy="7874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0160">
            <a:solidFill>
              <a:srgbClr val="161616"/>
            </a:solidFill>
            <a:prstDash val="solid"/>
          </a:ln>
        </p:spPr>
      </p:sp>
      <p:sp>
        <p:nvSpPr>
          <p:cNvPr id="70" name="Figure_5_Source_Intervention_Design-070">
            <a:extLst xmlns:a="http://schemas.openxmlformats.org/drawingml/2006/main">
              <a:ext uri="{FF2B5EF4-FFF2-40B4-BE49-F238E27FC236}">
                <a16:creationId xmlns:a16="http://schemas.microsoft.com/office/drawing/2014/main" id="{E8A74EC0-D4C6-47C8-94D0-D6FA19675D68}"/>
              </a:ext>
            </a:extLst>
          </p:cNvPr>
          <p:cNvSpPr>
            <a:spLocks xmlns:a="http://schemas.openxmlformats.org/drawingml/2006/main" noGrp="1"/>
          </p:cNvSpPr>
          <p:nvPr/>
        </p:nvSpPr>
        <p:spPr>
          <a:xfrm xmlns:a="http://schemas.openxmlformats.org/drawingml/2006/main">
            <a:off x="2247900" y="2705100"/>
            <a:ext cx="355600" cy="38100"/>
          </a:xfrm>
          <a:custGeom xmlns:a="http://schemas.openxmlformats.org/drawingml/2006/main">
            <a:pathLst>
              <a:path w="355600" h="38100">
                <a:moveTo>
                  <a:pt x="0" y="38100"/>
                </a:moveTo>
                <a:lnTo>
                  <a:pt x="38100" y="0"/>
                </a:lnTo>
                <a:lnTo>
                  <a:pt x="355600" y="0"/>
                </a:lnTo>
                <a:lnTo>
                  <a:pt x="3175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71" name="Figure_5_Source_Intervention_Design-071">
            <a:extLst xmlns:a="http://schemas.openxmlformats.org/drawingml/2006/main">
              <a:ext uri="{FF2B5EF4-FFF2-40B4-BE49-F238E27FC236}">
                <a16:creationId xmlns:a16="http://schemas.microsoft.com/office/drawing/2014/main" id="{4B30A668-488F-47D4-8706-38CF6101EF28}"/>
              </a:ext>
            </a:extLst>
          </p:cNvPr>
          <p:cNvSpPr>
            <a:spLocks xmlns:a="http://schemas.openxmlformats.org/drawingml/2006/main" noGrp="1"/>
          </p:cNvSpPr>
          <p:nvPr/>
        </p:nvSpPr>
        <p:spPr>
          <a:xfrm xmlns:a="http://schemas.openxmlformats.org/drawingml/2006/main">
            <a:off x="2565400" y="27051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72" name="Figure_5_Source_Intervention_Design-072">
            <a:extLst xmlns:a="http://schemas.openxmlformats.org/drawingml/2006/main">
              <a:ext uri="{FF2B5EF4-FFF2-40B4-BE49-F238E27FC236}">
                <a16:creationId xmlns:a16="http://schemas.microsoft.com/office/drawing/2014/main" id="{27A28487-D0EE-484F-A676-446FEE337D00}"/>
              </a:ext>
            </a:extLst>
          </p:cNvPr>
          <p:cNvSpPr>
            <a:spLocks xmlns:a="http://schemas.openxmlformats.org/drawingml/2006/main" noGrp="1"/>
          </p:cNvSpPr>
          <p:nvPr/>
        </p:nvSpPr>
        <p:spPr>
          <a:xfrm xmlns:a="http://schemas.openxmlformats.org/drawingml/2006/main">
            <a:off x="2247900" y="2743200"/>
            <a:ext cx="317500" cy="266700"/>
          </a:xfrm>
          <a:prstGeom xmlns:a="http://schemas.openxmlformats.org/drawingml/2006/main" prst="rect">
            <a:avLst/>
          </a:prstGeom>
          <a:solidFill xmlns:a="http://schemas.openxmlformats.org/drawingml/2006/main">
            <a:srgbClr val="DAE2F5"/>
          </a:solidFill>
          <a:ln xmlns:a="http://schemas.openxmlformats.org/drawingml/2006/main" w="10160">
            <a:solidFill>
              <a:srgbClr val="161616"/>
            </a:solidFill>
            <a:prstDash val="solid"/>
          </a:ln>
        </p:spPr>
      </p:sp>
      <p:sp>
        <p:nvSpPr>
          <p:cNvPr id="73" name="Figure_5_Source_Intervention_Design-073">
            <a:extLst xmlns:a="http://schemas.openxmlformats.org/drawingml/2006/main">
              <a:ext uri="{FF2B5EF4-FFF2-40B4-BE49-F238E27FC236}">
                <a16:creationId xmlns:a16="http://schemas.microsoft.com/office/drawing/2014/main" id="{9D1B275E-F4ED-4EDF-BFC5-569D57268F48}"/>
              </a:ext>
            </a:extLst>
          </p:cNvPr>
          <p:cNvSpPr>
            <a:spLocks xmlns:a="http://schemas.openxmlformats.org/drawingml/2006/main" noGrp="1"/>
          </p:cNvSpPr>
          <p:nvPr/>
        </p:nvSpPr>
        <p:spPr>
          <a:xfrm xmlns:a="http://schemas.openxmlformats.org/drawingml/2006/main">
            <a:off x="2247900" y="281686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B</a:t>
            </a:r>
          </a:p>
        </p:txBody>
      </p:sp>
      <p:sp>
        <p:nvSpPr>
          <p:cNvPr id="74" name="Figure_5_Source_Intervention_Design-074">
            <a:extLst xmlns:a="http://schemas.openxmlformats.org/drawingml/2006/main">
              <a:ext uri="{FF2B5EF4-FFF2-40B4-BE49-F238E27FC236}">
                <a16:creationId xmlns:a16="http://schemas.microsoft.com/office/drawing/2014/main" id="{7909EB15-439F-437F-84EA-7C09D2D1390E}"/>
              </a:ext>
            </a:extLst>
          </p:cNvPr>
          <p:cNvSpPr>
            <a:spLocks xmlns:a="http://schemas.openxmlformats.org/drawingml/2006/main" noGrp="1"/>
          </p:cNvSpPr>
          <p:nvPr/>
        </p:nvSpPr>
        <p:spPr>
          <a:xfrm xmlns:a="http://schemas.openxmlformats.org/drawingml/2006/main">
            <a:off x="2616200" y="2705100"/>
            <a:ext cx="355600" cy="38100"/>
          </a:xfrm>
          <a:custGeom xmlns:a="http://schemas.openxmlformats.org/drawingml/2006/main">
            <a:pathLst>
              <a:path w="355600" h="38100">
                <a:moveTo>
                  <a:pt x="0" y="38100"/>
                </a:moveTo>
                <a:lnTo>
                  <a:pt x="38100" y="0"/>
                </a:lnTo>
                <a:lnTo>
                  <a:pt x="355600" y="0"/>
                </a:lnTo>
                <a:lnTo>
                  <a:pt x="3175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75" name="Figure_5_Source_Intervention_Design-075">
            <a:extLst xmlns:a="http://schemas.openxmlformats.org/drawingml/2006/main">
              <a:ext uri="{FF2B5EF4-FFF2-40B4-BE49-F238E27FC236}">
                <a16:creationId xmlns:a16="http://schemas.microsoft.com/office/drawing/2014/main" id="{81BE40BD-06EB-49C4-A46C-081421F883A4}"/>
              </a:ext>
            </a:extLst>
          </p:cNvPr>
          <p:cNvSpPr>
            <a:spLocks xmlns:a="http://schemas.openxmlformats.org/drawingml/2006/main" noGrp="1"/>
          </p:cNvSpPr>
          <p:nvPr/>
        </p:nvSpPr>
        <p:spPr>
          <a:xfrm xmlns:a="http://schemas.openxmlformats.org/drawingml/2006/main">
            <a:off x="2933700" y="27051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76" name="Figure_5_Source_Intervention_Design-076">
            <a:extLst xmlns:a="http://schemas.openxmlformats.org/drawingml/2006/main">
              <a:ext uri="{FF2B5EF4-FFF2-40B4-BE49-F238E27FC236}">
                <a16:creationId xmlns:a16="http://schemas.microsoft.com/office/drawing/2014/main" id="{76ACF8F6-35A1-4553-B3F2-4AF8AF3AC207}"/>
              </a:ext>
            </a:extLst>
          </p:cNvPr>
          <p:cNvSpPr>
            <a:spLocks xmlns:a="http://schemas.openxmlformats.org/drawingml/2006/main" noGrp="1"/>
          </p:cNvSpPr>
          <p:nvPr/>
        </p:nvSpPr>
        <p:spPr>
          <a:xfrm xmlns:a="http://schemas.openxmlformats.org/drawingml/2006/main">
            <a:off x="2616200" y="2743200"/>
            <a:ext cx="317500" cy="266700"/>
          </a:xfrm>
          <a:prstGeom xmlns:a="http://schemas.openxmlformats.org/drawingml/2006/main" prst="rect">
            <a:avLst/>
          </a:prstGeom>
          <a:solidFill xmlns:a="http://schemas.openxmlformats.org/drawingml/2006/main">
            <a:srgbClr val="E1EFD9"/>
          </a:solidFill>
          <a:ln xmlns:a="http://schemas.openxmlformats.org/drawingml/2006/main" w="10160">
            <a:solidFill>
              <a:srgbClr val="161616"/>
            </a:solidFill>
            <a:prstDash val="solid"/>
          </a:ln>
        </p:spPr>
      </p:sp>
      <p:sp>
        <p:nvSpPr>
          <p:cNvPr id="77" name="Figure_5_Source_Intervention_Design-077">
            <a:extLst xmlns:a="http://schemas.openxmlformats.org/drawingml/2006/main">
              <a:ext uri="{FF2B5EF4-FFF2-40B4-BE49-F238E27FC236}">
                <a16:creationId xmlns:a16="http://schemas.microsoft.com/office/drawing/2014/main" id="{65E760D8-69AC-4E69-A2FD-F52774A4F33F}"/>
              </a:ext>
            </a:extLst>
          </p:cNvPr>
          <p:cNvSpPr>
            <a:spLocks xmlns:a="http://schemas.openxmlformats.org/drawingml/2006/main" noGrp="1"/>
          </p:cNvSpPr>
          <p:nvPr/>
        </p:nvSpPr>
        <p:spPr>
          <a:xfrm xmlns:a="http://schemas.openxmlformats.org/drawingml/2006/main">
            <a:off x="2616200" y="281686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A</a:t>
            </a:r>
          </a:p>
        </p:txBody>
      </p:sp>
      <p:sp>
        <p:nvSpPr>
          <p:cNvPr id="78" name="Figure_5_Source_Intervention_Design-078">
            <a:extLst xmlns:a="http://schemas.openxmlformats.org/drawingml/2006/main">
              <a:ext uri="{FF2B5EF4-FFF2-40B4-BE49-F238E27FC236}">
                <a16:creationId xmlns:a16="http://schemas.microsoft.com/office/drawing/2014/main" id="{FC7C1DE8-193B-4017-BF09-3AE3B2DD7824}"/>
              </a:ext>
            </a:extLst>
          </p:cNvPr>
          <p:cNvSpPr>
            <a:spLocks xmlns:a="http://schemas.openxmlformats.org/drawingml/2006/main" noGrp="1"/>
          </p:cNvSpPr>
          <p:nvPr/>
        </p:nvSpPr>
        <p:spPr>
          <a:xfrm xmlns:a="http://schemas.openxmlformats.org/drawingml/2006/main">
            <a:off x="2984500" y="2705100"/>
            <a:ext cx="355600" cy="38100"/>
          </a:xfrm>
          <a:custGeom xmlns:a="http://schemas.openxmlformats.org/drawingml/2006/main">
            <a:pathLst>
              <a:path w="355600" h="38100">
                <a:moveTo>
                  <a:pt x="0" y="38100"/>
                </a:moveTo>
                <a:lnTo>
                  <a:pt x="38100" y="0"/>
                </a:lnTo>
                <a:lnTo>
                  <a:pt x="355600" y="0"/>
                </a:lnTo>
                <a:lnTo>
                  <a:pt x="3175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79" name="Figure_5_Source_Intervention_Design-079">
            <a:extLst xmlns:a="http://schemas.openxmlformats.org/drawingml/2006/main">
              <a:ext uri="{FF2B5EF4-FFF2-40B4-BE49-F238E27FC236}">
                <a16:creationId xmlns:a16="http://schemas.microsoft.com/office/drawing/2014/main" id="{D47FFA62-307F-44F9-B102-157C23CED6EB}"/>
              </a:ext>
            </a:extLst>
          </p:cNvPr>
          <p:cNvSpPr>
            <a:spLocks xmlns:a="http://schemas.openxmlformats.org/drawingml/2006/main" noGrp="1"/>
          </p:cNvSpPr>
          <p:nvPr/>
        </p:nvSpPr>
        <p:spPr>
          <a:xfrm xmlns:a="http://schemas.openxmlformats.org/drawingml/2006/main">
            <a:off x="3302000" y="27051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80" name="Figure_5_Source_Intervention_Design-080">
            <a:extLst xmlns:a="http://schemas.openxmlformats.org/drawingml/2006/main">
              <a:ext uri="{FF2B5EF4-FFF2-40B4-BE49-F238E27FC236}">
                <a16:creationId xmlns:a16="http://schemas.microsoft.com/office/drawing/2014/main" id="{988A5B56-B7ED-4A47-BB4F-8B3095771397}"/>
              </a:ext>
            </a:extLst>
          </p:cNvPr>
          <p:cNvSpPr>
            <a:spLocks xmlns:a="http://schemas.openxmlformats.org/drawingml/2006/main" noGrp="1"/>
          </p:cNvSpPr>
          <p:nvPr/>
        </p:nvSpPr>
        <p:spPr>
          <a:xfrm xmlns:a="http://schemas.openxmlformats.org/drawingml/2006/main">
            <a:off x="2984500" y="2743200"/>
            <a:ext cx="317500" cy="266700"/>
          </a:xfrm>
          <a:prstGeom xmlns:a="http://schemas.openxmlformats.org/drawingml/2006/main" prst="rect">
            <a:avLst/>
          </a:prstGeom>
          <a:solidFill xmlns:a="http://schemas.openxmlformats.org/drawingml/2006/main">
            <a:srgbClr val="F5B7BE"/>
          </a:solidFill>
          <a:ln xmlns:a="http://schemas.openxmlformats.org/drawingml/2006/main" w="10160">
            <a:solidFill>
              <a:srgbClr val="161616"/>
            </a:solidFill>
            <a:prstDash val="solid"/>
          </a:ln>
        </p:spPr>
      </p:sp>
      <p:sp>
        <p:nvSpPr>
          <p:cNvPr id="81" name="Figure_5_Source_Intervention_Design-081">
            <a:extLst xmlns:a="http://schemas.openxmlformats.org/drawingml/2006/main">
              <a:ext uri="{FF2B5EF4-FFF2-40B4-BE49-F238E27FC236}">
                <a16:creationId xmlns:a16="http://schemas.microsoft.com/office/drawing/2014/main" id="{3E769738-9F6B-4226-960A-F7096A5A5499}"/>
              </a:ext>
            </a:extLst>
          </p:cNvPr>
          <p:cNvSpPr>
            <a:spLocks xmlns:a="http://schemas.openxmlformats.org/drawingml/2006/main" noGrp="1"/>
          </p:cNvSpPr>
          <p:nvPr/>
        </p:nvSpPr>
        <p:spPr>
          <a:xfrm xmlns:a="http://schemas.openxmlformats.org/drawingml/2006/main">
            <a:off x="2984500" y="281686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O</a:t>
            </a:r>
          </a:p>
        </p:txBody>
      </p:sp>
      <p:sp>
        <p:nvSpPr>
          <p:cNvPr id="82" name="Figure_5_Source_Intervention_Design-082">
            <a:extLst xmlns:a="http://schemas.openxmlformats.org/drawingml/2006/main">
              <a:ext uri="{FF2B5EF4-FFF2-40B4-BE49-F238E27FC236}">
                <a16:creationId xmlns:a16="http://schemas.microsoft.com/office/drawing/2014/main" id="{6018B216-B16D-42A5-BDB8-A5950FC1B1FA}"/>
              </a:ext>
            </a:extLst>
          </p:cNvPr>
          <p:cNvSpPr>
            <a:spLocks xmlns:a="http://schemas.openxmlformats.org/drawingml/2006/main" noGrp="1"/>
          </p:cNvSpPr>
          <p:nvPr/>
        </p:nvSpPr>
        <p:spPr>
          <a:xfrm xmlns:a="http://schemas.openxmlformats.org/drawingml/2006/main">
            <a:off x="3352800" y="2705100"/>
            <a:ext cx="355600" cy="38100"/>
          </a:xfrm>
          <a:custGeom xmlns:a="http://schemas.openxmlformats.org/drawingml/2006/main">
            <a:pathLst>
              <a:path w="355600" h="38100">
                <a:moveTo>
                  <a:pt x="0" y="38100"/>
                </a:moveTo>
                <a:lnTo>
                  <a:pt x="38100" y="0"/>
                </a:lnTo>
                <a:lnTo>
                  <a:pt x="355600" y="0"/>
                </a:lnTo>
                <a:lnTo>
                  <a:pt x="3175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83" name="Figure_5_Source_Intervention_Design-083">
            <a:extLst xmlns:a="http://schemas.openxmlformats.org/drawingml/2006/main">
              <a:ext uri="{FF2B5EF4-FFF2-40B4-BE49-F238E27FC236}">
                <a16:creationId xmlns:a16="http://schemas.microsoft.com/office/drawing/2014/main" id="{15F7643D-E7A7-4E58-A49E-7FAEB0A94C76}"/>
              </a:ext>
            </a:extLst>
          </p:cNvPr>
          <p:cNvSpPr>
            <a:spLocks xmlns:a="http://schemas.openxmlformats.org/drawingml/2006/main" noGrp="1"/>
          </p:cNvSpPr>
          <p:nvPr/>
        </p:nvSpPr>
        <p:spPr>
          <a:xfrm xmlns:a="http://schemas.openxmlformats.org/drawingml/2006/main">
            <a:off x="3670300" y="27051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84" name="Figure_5_Source_Intervention_Design-084">
            <a:extLst xmlns:a="http://schemas.openxmlformats.org/drawingml/2006/main">
              <a:ext uri="{FF2B5EF4-FFF2-40B4-BE49-F238E27FC236}">
                <a16:creationId xmlns:a16="http://schemas.microsoft.com/office/drawing/2014/main" id="{6BB38481-FF8B-47CD-BF15-E93F55A0CFE0}"/>
              </a:ext>
            </a:extLst>
          </p:cNvPr>
          <p:cNvSpPr>
            <a:spLocks xmlns:a="http://schemas.openxmlformats.org/drawingml/2006/main" noGrp="1"/>
          </p:cNvSpPr>
          <p:nvPr/>
        </p:nvSpPr>
        <p:spPr>
          <a:xfrm xmlns:a="http://schemas.openxmlformats.org/drawingml/2006/main">
            <a:off x="3352800" y="2743200"/>
            <a:ext cx="317500" cy="266700"/>
          </a:xfrm>
          <a:prstGeom xmlns:a="http://schemas.openxmlformats.org/drawingml/2006/main" prst="rect">
            <a:avLst/>
          </a:prstGeom>
          <a:solidFill xmlns:a="http://schemas.openxmlformats.org/drawingml/2006/main">
            <a:srgbClr val="B1AFD4"/>
          </a:solidFill>
          <a:ln xmlns:a="http://schemas.openxmlformats.org/drawingml/2006/main" w="10160">
            <a:solidFill>
              <a:srgbClr val="161616"/>
            </a:solidFill>
            <a:prstDash val="solid"/>
          </a:ln>
        </p:spPr>
      </p:sp>
      <p:sp>
        <p:nvSpPr>
          <p:cNvPr id="85" name="Figure_5_Source_Intervention_Design-085">
            <a:extLst xmlns:a="http://schemas.openxmlformats.org/drawingml/2006/main">
              <a:ext uri="{FF2B5EF4-FFF2-40B4-BE49-F238E27FC236}">
                <a16:creationId xmlns:a16="http://schemas.microsoft.com/office/drawing/2014/main" id="{1968CC48-385E-4C83-A907-B977E28D0385}"/>
              </a:ext>
            </a:extLst>
          </p:cNvPr>
          <p:cNvSpPr>
            <a:spLocks xmlns:a="http://schemas.openxmlformats.org/drawingml/2006/main" noGrp="1"/>
          </p:cNvSpPr>
          <p:nvPr/>
        </p:nvSpPr>
        <p:spPr>
          <a:xfrm xmlns:a="http://schemas.openxmlformats.org/drawingml/2006/main">
            <a:off x="3352800" y="281686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R</a:t>
            </a:r>
          </a:p>
        </p:txBody>
      </p:sp>
      <p:sp>
        <p:nvSpPr>
          <p:cNvPr id="86" name="Figure_5_Source_Intervention_Design-086">
            <a:extLst xmlns:a="http://schemas.openxmlformats.org/drawingml/2006/main">
              <a:ext uri="{FF2B5EF4-FFF2-40B4-BE49-F238E27FC236}">
                <a16:creationId xmlns:a16="http://schemas.microsoft.com/office/drawing/2014/main" id="{D71E1453-39BB-470E-AB83-60DB7317C872}"/>
              </a:ext>
            </a:extLst>
          </p:cNvPr>
          <p:cNvSpPr>
            <a:spLocks xmlns:a="http://schemas.openxmlformats.org/drawingml/2006/main" noGrp="1"/>
          </p:cNvSpPr>
          <p:nvPr/>
        </p:nvSpPr>
        <p:spPr>
          <a:xfrm xmlns:a="http://schemas.openxmlformats.org/drawingml/2006/main">
            <a:off x="4076700" y="2578100"/>
            <a:ext cx="1701800" cy="787400"/>
          </a:xfrm>
          <a:prstGeom xmlns:a="http://schemas.openxmlformats.org/drawingml/2006/main" prst="roundRect">
            <a:avLst>
              <a:gd name="adj" fmla="val 6452"/>
            </a:avLst>
          </a:prstGeom>
          <a:solidFill xmlns:a="http://schemas.openxmlformats.org/drawingml/2006/main">
            <a:srgbClr val="FFFFFF"/>
          </a:solidFill>
          <a:ln xmlns:a="http://schemas.openxmlformats.org/drawingml/2006/main" w="10160">
            <a:solidFill>
              <a:srgbClr val="161616"/>
            </a:solidFill>
            <a:prstDash val="solid"/>
          </a:ln>
        </p:spPr>
      </p:sp>
      <p:sp>
        <p:nvSpPr>
          <p:cNvPr id="87" name="Figure_5_Source_Intervention_Design-087">
            <a:extLst xmlns:a="http://schemas.openxmlformats.org/drawingml/2006/main">
              <a:ext uri="{FF2B5EF4-FFF2-40B4-BE49-F238E27FC236}">
                <a16:creationId xmlns:a16="http://schemas.microsoft.com/office/drawing/2014/main" id="{BA02969A-609D-47C9-8A1A-B8D849BA0B3E}"/>
              </a:ext>
            </a:extLst>
          </p:cNvPr>
          <p:cNvSpPr>
            <a:spLocks xmlns:a="http://schemas.openxmlformats.org/drawingml/2006/main" noGrp="1"/>
          </p:cNvSpPr>
          <p:nvPr/>
        </p:nvSpPr>
        <p:spPr>
          <a:xfrm xmlns:a="http://schemas.openxmlformats.org/drawingml/2006/main">
            <a:off x="4203700" y="2705100"/>
            <a:ext cx="355600" cy="38100"/>
          </a:xfrm>
          <a:custGeom xmlns:a="http://schemas.openxmlformats.org/drawingml/2006/main">
            <a:pathLst>
              <a:path w="355600" h="38100">
                <a:moveTo>
                  <a:pt x="0" y="38100"/>
                </a:moveTo>
                <a:lnTo>
                  <a:pt x="38100" y="0"/>
                </a:lnTo>
                <a:lnTo>
                  <a:pt x="355600" y="0"/>
                </a:lnTo>
                <a:lnTo>
                  <a:pt x="3175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88" name="Figure_5_Source_Intervention_Design-088">
            <a:extLst xmlns:a="http://schemas.openxmlformats.org/drawingml/2006/main">
              <a:ext uri="{FF2B5EF4-FFF2-40B4-BE49-F238E27FC236}">
                <a16:creationId xmlns:a16="http://schemas.microsoft.com/office/drawing/2014/main" id="{CCBFD3A6-48F0-4D10-96DF-844A0626FD22}"/>
              </a:ext>
            </a:extLst>
          </p:cNvPr>
          <p:cNvSpPr>
            <a:spLocks xmlns:a="http://schemas.openxmlformats.org/drawingml/2006/main" noGrp="1"/>
          </p:cNvSpPr>
          <p:nvPr/>
        </p:nvSpPr>
        <p:spPr>
          <a:xfrm xmlns:a="http://schemas.openxmlformats.org/drawingml/2006/main">
            <a:off x="4521200" y="27051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89" name="Figure_5_Source_Intervention_Design-089">
            <a:extLst xmlns:a="http://schemas.openxmlformats.org/drawingml/2006/main">
              <a:ext uri="{FF2B5EF4-FFF2-40B4-BE49-F238E27FC236}">
                <a16:creationId xmlns:a16="http://schemas.microsoft.com/office/drawing/2014/main" id="{6DCBA589-7E2E-40D3-BA5A-33A3F09B1B69}"/>
              </a:ext>
            </a:extLst>
          </p:cNvPr>
          <p:cNvSpPr>
            <a:spLocks xmlns:a="http://schemas.openxmlformats.org/drawingml/2006/main" noGrp="1"/>
          </p:cNvSpPr>
          <p:nvPr/>
        </p:nvSpPr>
        <p:spPr>
          <a:xfrm xmlns:a="http://schemas.openxmlformats.org/drawingml/2006/main">
            <a:off x="4203700" y="2743200"/>
            <a:ext cx="317500" cy="266700"/>
          </a:xfrm>
          <a:prstGeom xmlns:a="http://schemas.openxmlformats.org/drawingml/2006/main" prst="rect">
            <a:avLst/>
          </a:prstGeom>
          <a:solidFill xmlns:a="http://schemas.openxmlformats.org/drawingml/2006/main">
            <a:srgbClr val="DAE2F5"/>
          </a:solidFill>
          <a:ln xmlns:a="http://schemas.openxmlformats.org/drawingml/2006/main" w="10160">
            <a:solidFill>
              <a:srgbClr val="161616"/>
            </a:solidFill>
            <a:prstDash val="solid"/>
          </a:ln>
        </p:spPr>
      </p:sp>
      <p:sp>
        <p:nvSpPr>
          <p:cNvPr id="90" name="Figure_5_Source_Intervention_Design-090">
            <a:extLst xmlns:a="http://schemas.openxmlformats.org/drawingml/2006/main">
              <a:ext uri="{FF2B5EF4-FFF2-40B4-BE49-F238E27FC236}">
                <a16:creationId xmlns:a16="http://schemas.microsoft.com/office/drawing/2014/main" id="{B788927F-79A0-4ED0-AB94-603997FE9718}"/>
              </a:ext>
            </a:extLst>
          </p:cNvPr>
          <p:cNvSpPr>
            <a:spLocks xmlns:a="http://schemas.openxmlformats.org/drawingml/2006/main" noGrp="1"/>
          </p:cNvSpPr>
          <p:nvPr/>
        </p:nvSpPr>
        <p:spPr>
          <a:xfrm xmlns:a="http://schemas.openxmlformats.org/drawingml/2006/main">
            <a:off x="4203700" y="281686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B</a:t>
            </a:r>
          </a:p>
        </p:txBody>
      </p:sp>
      <p:sp>
        <p:nvSpPr>
          <p:cNvPr id="91" name="Figure_5_Source_Intervention_Design-091">
            <a:extLst xmlns:a="http://schemas.openxmlformats.org/drawingml/2006/main">
              <a:ext uri="{FF2B5EF4-FFF2-40B4-BE49-F238E27FC236}">
                <a16:creationId xmlns:a16="http://schemas.microsoft.com/office/drawing/2014/main" id="{7F4DA6DB-951A-438A-80E9-FD7B36D1FEAC}"/>
              </a:ext>
            </a:extLst>
          </p:cNvPr>
          <p:cNvSpPr>
            <a:spLocks xmlns:a="http://schemas.openxmlformats.org/drawingml/2006/main" noGrp="1"/>
          </p:cNvSpPr>
          <p:nvPr/>
        </p:nvSpPr>
        <p:spPr>
          <a:xfrm xmlns:a="http://schemas.openxmlformats.org/drawingml/2006/main">
            <a:off x="4572000" y="2705100"/>
            <a:ext cx="355600" cy="38100"/>
          </a:xfrm>
          <a:custGeom xmlns:a="http://schemas.openxmlformats.org/drawingml/2006/main">
            <a:pathLst>
              <a:path w="355600" h="38100">
                <a:moveTo>
                  <a:pt x="0" y="38100"/>
                </a:moveTo>
                <a:lnTo>
                  <a:pt x="38100" y="0"/>
                </a:lnTo>
                <a:lnTo>
                  <a:pt x="355600" y="0"/>
                </a:lnTo>
                <a:lnTo>
                  <a:pt x="3175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92" name="Figure_5_Source_Intervention_Design-092">
            <a:extLst xmlns:a="http://schemas.openxmlformats.org/drawingml/2006/main">
              <a:ext uri="{FF2B5EF4-FFF2-40B4-BE49-F238E27FC236}">
                <a16:creationId xmlns:a16="http://schemas.microsoft.com/office/drawing/2014/main" id="{4CFACC31-2C48-4C01-A19F-5F66FCA6CDE1}"/>
              </a:ext>
            </a:extLst>
          </p:cNvPr>
          <p:cNvSpPr>
            <a:spLocks xmlns:a="http://schemas.openxmlformats.org/drawingml/2006/main" noGrp="1"/>
          </p:cNvSpPr>
          <p:nvPr/>
        </p:nvSpPr>
        <p:spPr>
          <a:xfrm xmlns:a="http://schemas.openxmlformats.org/drawingml/2006/main">
            <a:off x="4889500" y="27051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93" name="Figure_5_Source_Intervention_Design-093">
            <a:extLst xmlns:a="http://schemas.openxmlformats.org/drawingml/2006/main">
              <a:ext uri="{FF2B5EF4-FFF2-40B4-BE49-F238E27FC236}">
                <a16:creationId xmlns:a16="http://schemas.microsoft.com/office/drawing/2014/main" id="{69AD0525-0690-40F4-94D5-18F57E058A83}"/>
              </a:ext>
            </a:extLst>
          </p:cNvPr>
          <p:cNvSpPr>
            <a:spLocks xmlns:a="http://schemas.openxmlformats.org/drawingml/2006/main" noGrp="1"/>
          </p:cNvSpPr>
          <p:nvPr/>
        </p:nvSpPr>
        <p:spPr>
          <a:xfrm xmlns:a="http://schemas.openxmlformats.org/drawingml/2006/main">
            <a:off x="4572000" y="2743200"/>
            <a:ext cx="317500" cy="266700"/>
          </a:xfrm>
          <a:prstGeom xmlns:a="http://schemas.openxmlformats.org/drawingml/2006/main" prst="rect">
            <a:avLst/>
          </a:prstGeom>
          <a:solidFill xmlns:a="http://schemas.openxmlformats.org/drawingml/2006/main">
            <a:srgbClr val="E1EFD9"/>
          </a:solidFill>
          <a:ln xmlns:a="http://schemas.openxmlformats.org/drawingml/2006/main" w="10160">
            <a:solidFill>
              <a:srgbClr val="161616"/>
            </a:solidFill>
            <a:prstDash val="solid"/>
          </a:ln>
        </p:spPr>
      </p:sp>
      <p:sp>
        <p:nvSpPr>
          <p:cNvPr id="94" name="Figure_5_Source_Intervention_Design-094">
            <a:extLst xmlns:a="http://schemas.openxmlformats.org/drawingml/2006/main">
              <a:ext uri="{FF2B5EF4-FFF2-40B4-BE49-F238E27FC236}">
                <a16:creationId xmlns:a16="http://schemas.microsoft.com/office/drawing/2014/main" id="{B5E2021E-0A4A-4C7D-A5CC-10674243936E}"/>
              </a:ext>
            </a:extLst>
          </p:cNvPr>
          <p:cNvSpPr>
            <a:spLocks xmlns:a="http://schemas.openxmlformats.org/drawingml/2006/main" noGrp="1"/>
          </p:cNvSpPr>
          <p:nvPr/>
        </p:nvSpPr>
        <p:spPr>
          <a:xfrm xmlns:a="http://schemas.openxmlformats.org/drawingml/2006/main">
            <a:off x="4572000" y="281686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A</a:t>
            </a:r>
          </a:p>
        </p:txBody>
      </p:sp>
      <p:sp>
        <p:nvSpPr>
          <p:cNvPr id="95" name="Figure_5_Source_Intervention_Design-095">
            <a:extLst xmlns:a="http://schemas.openxmlformats.org/drawingml/2006/main">
              <a:ext uri="{FF2B5EF4-FFF2-40B4-BE49-F238E27FC236}">
                <a16:creationId xmlns:a16="http://schemas.microsoft.com/office/drawing/2014/main" id="{639ABFCD-F9BD-40F1-8236-00492E832C52}"/>
              </a:ext>
            </a:extLst>
          </p:cNvPr>
          <p:cNvSpPr>
            <a:spLocks xmlns:a="http://schemas.openxmlformats.org/drawingml/2006/main" noGrp="1"/>
          </p:cNvSpPr>
          <p:nvPr/>
        </p:nvSpPr>
        <p:spPr>
          <a:xfrm xmlns:a="http://schemas.openxmlformats.org/drawingml/2006/main">
            <a:off x="4940300" y="2705100"/>
            <a:ext cx="355600" cy="38100"/>
          </a:xfrm>
          <a:custGeom xmlns:a="http://schemas.openxmlformats.org/drawingml/2006/main">
            <a:pathLst>
              <a:path w="355600" h="38100">
                <a:moveTo>
                  <a:pt x="0" y="38100"/>
                </a:moveTo>
                <a:lnTo>
                  <a:pt x="38100" y="0"/>
                </a:lnTo>
                <a:lnTo>
                  <a:pt x="355600" y="0"/>
                </a:lnTo>
                <a:lnTo>
                  <a:pt x="3175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96" name="Figure_5_Source_Intervention_Design-096">
            <a:extLst xmlns:a="http://schemas.openxmlformats.org/drawingml/2006/main">
              <a:ext uri="{FF2B5EF4-FFF2-40B4-BE49-F238E27FC236}">
                <a16:creationId xmlns:a16="http://schemas.microsoft.com/office/drawing/2014/main" id="{F0BDE5E0-387A-41B3-ADCD-46C06D7CC6CB}"/>
              </a:ext>
            </a:extLst>
          </p:cNvPr>
          <p:cNvSpPr>
            <a:spLocks xmlns:a="http://schemas.openxmlformats.org/drawingml/2006/main" noGrp="1"/>
          </p:cNvSpPr>
          <p:nvPr/>
        </p:nvSpPr>
        <p:spPr>
          <a:xfrm xmlns:a="http://schemas.openxmlformats.org/drawingml/2006/main">
            <a:off x="5257800" y="27051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97" name="Figure_5_Source_Intervention_Design-097">
            <a:extLst xmlns:a="http://schemas.openxmlformats.org/drawingml/2006/main">
              <a:ext uri="{FF2B5EF4-FFF2-40B4-BE49-F238E27FC236}">
                <a16:creationId xmlns:a16="http://schemas.microsoft.com/office/drawing/2014/main" id="{7E39F3D2-6732-447E-AB86-208B70153AEF}"/>
              </a:ext>
            </a:extLst>
          </p:cNvPr>
          <p:cNvSpPr>
            <a:spLocks xmlns:a="http://schemas.openxmlformats.org/drawingml/2006/main" noGrp="1"/>
          </p:cNvSpPr>
          <p:nvPr/>
        </p:nvSpPr>
        <p:spPr>
          <a:xfrm xmlns:a="http://schemas.openxmlformats.org/drawingml/2006/main">
            <a:off x="4940300" y="2743200"/>
            <a:ext cx="317500" cy="266700"/>
          </a:xfrm>
          <a:prstGeom xmlns:a="http://schemas.openxmlformats.org/drawingml/2006/main" prst="rect">
            <a:avLst/>
          </a:prstGeom>
          <a:solidFill xmlns:a="http://schemas.openxmlformats.org/drawingml/2006/main">
            <a:srgbClr val="B1AFD4"/>
          </a:solidFill>
          <a:ln xmlns:a="http://schemas.openxmlformats.org/drawingml/2006/main" w="10160">
            <a:solidFill>
              <a:srgbClr val="161616"/>
            </a:solidFill>
            <a:prstDash val="solid"/>
          </a:ln>
        </p:spPr>
      </p:sp>
      <p:sp>
        <p:nvSpPr>
          <p:cNvPr id="98" name="Figure_5_Source_Intervention_Design-098">
            <a:extLst xmlns:a="http://schemas.openxmlformats.org/drawingml/2006/main">
              <a:ext uri="{FF2B5EF4-FFF2-40B4-BE49-F238E27FC236}">
                <a16:creationId xmlns:a16="http://schemas.microsoft.com/office/drawing/2014/main" id="{EC7F23E0-AD8C-40E4-9AFD-771644252121}"/>
              </a:ext>
            </a:extLst>
          </p:cNvPr>
          <p:cNvSpPr>
            <a:spLocks xmlns:a="http://schemas.openxmlformats.org/drawingml/2006/main" noGrp="1"/>
          </p:cNvSpPr>
          <p:nvPr/>
        </p:nvSpPr>
        <p:spPr>
          <a:xfrm xmlns:a="http://schemas.openxmlformats.org/drawingml/2006/main">
            <a:off x="4940300" y="281686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R</a:t>
            </a:r>
          </a:p>
        </p:txBody>
      </p:sp>
      <p:sp>
        <p:nvSpPr>
          <p:cNvPr id="99" name="Figure_5_Source_Intervention_Design-099">
            <a:extLst xmlns:a="http://schemas.openxmlformats.org/drawingml/2006/main">
              <a:ext uri="{FF2B5EF4-FFF2-40B4-BE49-F238E27FC236}">
                <a16:creationId xmlns:a16="http://schemas.microsoft.com/office/drawing/2014/main" id="{1EBCB40E-8EE6-4C42-8C3C-7F5FA7A6FF33}"/>
              </a:ext>
            </a:extLst>
          </p:cNvPr>
          <p:cNvSpPr>
            <a:spLocks xmlns:a="http://schemas.openxmlformats.org/drawingml/2006/main" noGrp="1"/>
          </p:cNvSpPr>
          <p:nvPr/>
        </p:nvSpPr>
        <p:spPr>
          <a:xfrm xmlns:a="http://schemas.openxmlformats.org/drawingml/2006/main">
            <a:off x="5308600" y="2705100"/>
            <a:ext cx="355600" cy="38100"/>
          </a:xfrm>
          <a:custGeom xmlns:a="http://schemas.openxmlformats.org/drawingml/2006/main">
            <a:pathLst>
              <a:path w="355600" h="38100">
                <a:moveTo>
                  <a:pt x="0" y="38100"/>
                </a:moveTo>
                <a:lnTo>
                  <a:pt x="38100" y="0"/>
                </a:lnTo>
                <a:lnTo>
                  <a:pt x="355600" y="0"/>
                </a:lnTo>
                <a:lnTo>
                  <a:pt x="317500" y="38100"/>
                </a:lnTo>
                <a:close/>
              </a:path>
            </a:pathLst>
          </a:custGeom>
          <a:solidFill xmlns:a="http://schemas.openxmlformats.org/drawingml/2006/main">
            <a:srgbClr val="FFFFFF"/>
          </a:solidFill>
          <a:ln xmlns:a="http://schemas.openxmlformats.org/drawingml/2006/main" w="8255">
            <a:solidFill>
              <a:srgbClr val="161616"/>
            </a:solidFill>
            <a:prstDash val="solid"/>
          </a:ln>
        </p:spPr>
      </p:sp>
      <p:sp>
        <p:nvSpPr>
          <p:cNvPr id="100" name="Figure_5_Source_Intervention_Design-100">
            <a:extLst xmlns:a="http://schemas.openxmlformats.org/drawingml/2006/main">
              <a:ext uri="{FF2B5EF4-FFF2-40B4-BE49-F238E27FC236}">
                <a16:creationId xmlns:a16="http://schemas.microsoft.com/office/drawing/2014/main" id="{26787676-FA5B-4E36-B9B3-A667EA3D3CBA}"/>
              </a:ext>
            </a:extLst>
          </p:cNvPr>
          <p:cNvSpPr>
            <a:spLocks xmlns:a="http://schemas.openxmlformats.org/drawingml/2006/main" noGrp="1"/>
          </p:cNvSpPr>
          <p:nvPr/>
        </p:nvSpPr>
        <p:spPr>
          <a:xfrm xmlns:a="http://schemas.openxmlformats.org/drawingml/2006/main">
            <a:off x="5626100" y="2705100"/>
            <a:ext cx="38100" cy="304800"/>
          </a:xfrm>
          <a:custGeom xmlns:a="http://schemas.openxmlformats.org/drawingml/2006/main">
            <a:pathLst>
              <a:path w="38100" h="304800">
                <a:moveTo>
                  <a:pt x="0" y="38100"/>
                </a:moveTo>
                <a:lnTo>
                  <a:pt x="38100" y="0"/>
                </a:lnTo>
                <a:lnTo>
                  <a:pt x="38100" y="266700"/>
                </a:lnTo>
                <a:lnTo>
                  <a:pt x="0" y="304800"/>
                </a:lnTo>
                <a:close/>
              </a:path>
            </a:pathLst>
          </a:custGeom>
          <a:solidFill xmlns:a="http://schemas.openxmlformats.org/drawingml/2006/main">
            <a:srgbClr val="E7E6E6"/>
          </a:solidFill>
          <a:ln xmlns:a="http://schemas.openxmlformats.org/drawingml/2006/main" w="8255">
            <a:solidFill>
              <a:srgbClr val="161616"/>
            </a:solidFill>
            <a:prstDash val="solid"/>
          </a:ln>
        </p:spPr>
      </p:sp>
      <p:sp>
        <p:nvSpPr>
          <p:cNvPr id="101" name="Figure_5_Source_Intervention_Design-101">
            <a:extLst xmlns:a="http://schemas.openxmlformats.org/drawingml/2006/main">
              <a:ext uri="{FF2B5EF4-FFF2-40B4-BE49-F238E27FC236}">
                <a16:creationId xmlns:a16="http://schemas.microsoft.com/office/drawing/2014/main" id="{479F776E-083E-45F1-B145-51DBEA656EBA}"/>
              </a:ext>
            </a:extLst>
          </p:cNvPr>
          <p:cNvSpPr>
            <a:spLocks xmlns:a="http://schemas.openxmlformats.org/drawingml/2006/main" noGrp="1"/>
          </p:cNvSpPr>
          <p:nvPr/>
        </p:nvSpPr>
        <p:spPr>
          <a:xfrm xmlns:a="http://schemas.openxmlformats.org/drawingml/2006/main">
            <a:off x="5308600" y="2743200"/>
            <a:ext cx="317500" cy="266700"/>
          </a:xfrm>
          <a:prstGeom xmlns:a="http://schemas.openxmlformats.org/drawingml/2006/main" prst="rect">
            <a:avLst/>
          </a:prstGeom>
          <a:solidFill xmlns:a="http://schemas.openxmlformats.org/drawingml/2006/main">
            <a:srgbClr val="E7E6E6"/>
          </a:solidFill>
          <a:ln xmlns:a="http://schemas.openxmlformats.org/drawingml/2006/main" w="10160">
            <a:solidFill>
              <a:srgbClr val="161616"/>
            </a:solidFill>
            <a:prstDash val="solid"/>
          </a:ln>
        </p:spPr>
      </p:sp>
      <p:sp>
        <p:nvSpPr>
          <p:cNvPr id="102" name="Figure_5_Source_Intervention_Design-102">
            <a:extLst xmlns:a="http://schemas.openxmlformats.org/drawingml/2006/main">
              <a:ext uri="{FF2B5EF4-FFF2-40B4-BE49-F238E27FC236}">
                <a16:creationId xmlns:a16="http://schemas.microsoft.com/office/drawing/2014/main" id="{129B8D71-A0CB-49FA-9F9F-C1F1BFF3F75E}"/>
              </a:ext>
            </a:extLst>
          </p:cNvPr>
          <p:cNvSpPr>
            <a:spLocks xmlns:a="http://schemas.openxmlformats.org/drawingml/2006/main" noGrp="1"/>
          </p:cNvSpPr>
          <p:nvPr/>
        </p:nvSpPr>
        <p:spPr>
          <a:xfrm xmlns:a="http://schemas.openxmlformats.org/drawingml/2006/main">
            <a:off x="5308600" y="2816860"/>
            <a:ext cx="317500" cy="14528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10" b="0">
                <a:solidFill>
                  <a:srgbClr val="161616"/>
                </a:solidFill>
                <a:latin typeface="DejaVu Sans"/>
                <a:ea typeface="DejaVu Sans"/>
                <a:cs typeface="DejaVu Sans"/>
              </a:defRPr>
            </a:defPPr>
            <a:lvl1pPr algn="ctr">
              <a:defRPr sz="710" b="0">
                <a:solidFill>
                  <a:srgbClr val="161616"/>
                </a:solidFill>
                <a:latin typeface="DejaVu Sans"/>
                <a:ea typeface="DejaVu Sans"/>
                <a:cs typeface="DejaVu Sans"/>
              </a:defRPr>
            </a:lvl1pPr>
            <a:lvl2pPr algn="ctr">
              <a:defRPr sz="710" b="0">
                <a:solidFill>
                  <a:srgbClr val="161616"/>
                </a:solidFill>
                <a:latin typeface="DejaVu Sans"/>
                <a:ea typeface="DejaVu Sans"/>
                <a:cs typeface="DejaVu Sans"/>
              </a:defRPr>
            </a:lvl2pPr>
            <a:lvl3pPr algn="ctr">
              <a:defRPr sz="710" b="0">
                <a:solidFill>
                  <a:srgbClr val="161616"/>
                </a:solidFill>
                <a:latin typeface="DejaVu Sans"/>
                <a:ea typeface="DejaVu Sans"/>
                <a:cs typeface="DejaVu Sans"/>
              </a:defRPr>
            </a:lvl3pPr>
            <a:lvl4pPr algn="ctr">
              <a:defRPr sz="710" b="0">
                <a:solidFill>
                  <a:srgbClr val="161616"/>
                </a:solidFill>
                <a:latin typeface="DejaVu Sans"/>
                <a:ea typeface="DejaVu Sans"/>
                <a:cs typeface="DejaVu Sans"/>
              </a:defRPr>
            </a:lvl4pPr>
            <a:lvl5pPr algn="ctr">
              <a:defRPr sz="710" b="0">
                <a:solidFill>
                  <a:srgbClr val="161616"/>
                </a:solidFill>
                <a:latin typeface="DejaVu Sans"/>
                <a:ea typeface="DejaVu Sans"/>
                <a:cs typeface="DejaVu Sans"/>
              </a:defRPr>
            </a:lvl5pPr>
            <a:lvl6pPr algn="ctr">
              <a:defRPr sz="710" b="0">
                <a:solidFill>
                  <a:srgbClr val="161616"/>
                </a:solidFill>
                <a:latin typeface="DejaVu Sans"/>
                <a:ea typeface="DejaVu Sans"/>
                <a:cs typeface="DejaVu Sans"/>
              </a:defRPr>
            </a:lvl6pPr>
            <a:lvl7pPr algn="ctr">
              <a:defRPr sz="710" b="0">
                <a:solidFill>
                  <a:srgbClr val="161616"/>
                </a:solidFill>
                <a:latin typeface="DejaVu Sans"/>
                <a:ea typeface="DejaVu Sans"/>
                <a:cs typeface="DejaVu Sans"/>
              </a:defRPr>
            </a:lvl7pPr>
            <a:lvl8pPr algn="ctr">
              <a:defRPr sz="710" b="0">
                <a:solidFill>
                  <a:srgbClr val="161616"/>
                </a:solidFill>
                <a:latin typeface="DejaVu Sans"/>
                <a:ea typeface="DejaVu Sans"/>
                <a:cs typeface="DejaVu Sans"/>
              </a:defRPr>
            </a:lvl8pPr>
            <a:lvl9pPr algn="ctr">
              <a:defRPr sz="710" b="0">
                <a:solidFill>
                  <a:srgbClr val="161616"/>
                </a:solidFill>
                <a:latin typeface="DejaVu Sans"/>
                <a:ea typeface="DejaVu Sans"/>
                <a:cs typeface="DejaVu Sans"/>
              </a:defRPr>
            </a:lvl9pPr>
          </a:lstStyle>
          <a:p xmlns:a="http://schemas.openxmlformats.org/drawingml/2006/main">
            <a:pPr algn="ctr">
              <a:defRPr sz="710" b="0">
                <a:solidFill>
                  <a:srgbClr val="161616"/>
                </a:solidFill>
                <a:latin typeface="DejaVu Sans"/>
                <a:ea typeface="DejaVu Sans"/>
                <a:cs typeface="DejaVu Sans"/>
              </a:defRPr>
            </a:pPr>
            <a:r>
              <a:rPr sz="710" b="0">
                <a:solidFill>
                  <a:srgbClr val="161616"/>
                </a:solidFill>
                <a:latin typeface="DejaVu Sans"/>
                <a:ea typeface="DejaVu Sans"/>
                <a:cs typeface="DejaVu Sans"/>
              </a:rPr>
              <a:t>N</a:t>
            </a:r>
          </a:p>
        </p:txBody>
      </p:sp>
      <p:sp>
        <p:nvSpPr>
          <p:cNvPr id="103" name="Figure_5_Source_Intervention_Design-103">
            <a:extLst xmlns:a="http://schemas.openxmlformats.org/drawingml/2006/main">
              <a:ext uri="{FF2B5EF4-FFF2-40B4-BE49-F238E27FC236}">
                <a16:creationId xmlns:a16="http://schemas.microsoft.com/office/drawing/2014/main" id="{BBD9AC17-C73B-4B99-BB61-094BB4D1DE6F}"/>
              </a:ext>
            </a:extLst>
          </p:cNvPr>
          <p:cNvSpPr>
            <a:spLocks xmlns:a="http://schemas.openxmlformats.org/drawingml/2006/main" noGrp="1"/>
          </p:cNvSpPr>
          <p:nvPr/>
        </p:nvSpPr>
        <p:spPr>
          <a:xfrm xmlns:a="http://schemas.openxmlformats.org/drawingml/2006/main">
            <a:off x="266700" y="3136900"/>
            <a:ext cx="1498600" cy="138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70" b="0">
                <a:solidFill>
                  <a:srgbClr val="161616"/>
                </a:solidFill>
                <a:latin typeface="DejaVu Sans"/>
                <a:ea typeface="DejaVu Sans"/>
                <a:cs typeface="DejaVu Sans"/>
              </a:defRPr>
            </a:defPPr>
            <a:lvl1pPr algn="ctr">
              <a:defRPr sz="670" b="0">
                <a:solidFill>
                  <a:srgbClr val="161616"/>
                </a:solidFill>
                <a:latin typeface="DejaVu Sans"/>
                <a:ea typeface="DejaVu Sans"/>
                <a:cs typeface="DejaVu Sans"/>
              </a:defRPr>
            </a:lvl1pPr>
            <a:lvl2pPr algn="ctr">
              <a:defRPr sz="670" b="0">
                <a:solidFill>
                  <a:srgbClr val="161616"/>
                </a:solidFill>
                <a:latin typeface="DejaVu Sans"/>
                <a:ea typeface="DejaVu Sans"/>
                <a:cs typeface="DejaVu Sans"/>
              </a:defRPr>
            </a:lvl2pPr>
            <a:lvl3pPr algn="ctr">
              <a:defRPr sz="670" b="0">
                <a:solidFill>
                  <a:srgbClr val="161616"/>
                </a:solidFill>
                <a:latin typeface="DejaVu Sans"/>
                <a:ea typeface="DejaVu Sans"/>
                <a:cs typeface="DejaVu Sans"/>
              </a:defRPr>
            </a:lvl3pPr>
            <a:lvl4pPr algn="ctr">
              <a:defRPr sz="670" b="0">
                <a:solidFill>
                  <a:srgbClr val="161616"/>
                </a:solidFill>
                <a:latin typeface="DejaVu Sans"/>
                <a:ea typeface="DejaVu Sans"/>
                <a:cs typeface="DejaVu Sans"/>
              </a:defRPr>
            </a:lvl4pPr>
            <a:lvl5pPr algn="ctr">
              <a:defRPr sz="670" b="0">
                <a:solidFill>
                  <a:srgbClr val="161616"/>
                </a:solidFill>
                <a:latin typeface="DejaVu Sans"/>
                <a:ea typeface="DejaVu Sans"/>
                <a:cs typeface="DejaVu Sans"/>
              </a:defRPr>
            </a:lvl5pPr>
            <a:lvl6pPr algn="ctr">
              <a:defRPr sz="670" b="0">
                <a:solidFill>
                  <a:srgbClr val="161616"/>
                </a:solidFill>
                <a:latin typeface="DejaVu Sans"/>
                <a:ea typeface="DejaVu Sans"/>
                <a:cs typeface="DejaVu Sans"/>
              </a:defRPr>
            </a:lvl6pPr>
            <a:lvl7pPr algn="ctr">
              <a:defRPr sz="670" b="0">
                <a:solidFill>
                  <a:srgbClr val="161616"/>
                </a:solidFill>
                <a:latin typeface="DejaVu Sans"/>
                <a:ea typeface="DejaVu Sans"/>
                <a:cs typeface="DejaVu Sans"/>
              </a:defRPr>
            </a:lvl7pPr>
            <a:lvl8pPr algn="ctr">
              <a:defRPr sz="670" b="0">
                <a:solidFill>
                  <a:srgbClr val="161616"/>
                </a:solidFill>
                <a:latin typeface="DejaVu Sans"/>
                <a:ea typeface="DejaVu Sans"/>
                <a:cs typeface="DejaVu Sans"/>
              </a:defRPr>
            </a:lvl8pPr>
            <a:lvl9pPr algn="ctr">
              <a:defRPr sz="670" b="0">
                <a:solidFill>
                  <a:srgbClr val="161616"/>
                </a:solidFill>
                <a:latin typeface="DejaVu Sans"/>
                <a:ea typeface="DejaVu Sans"/>
                <a:cs typeface="DejaVu Sans"/>
              </a:defRPr>
            </a:lvl9pPr>
          </a:lstStyle>
          <a:p xmlns:a="http://schemas.openxmlformats.org/drawingml/2006/main">
            <a:pPr algn="ctr">
              <a:defRPr sz="670" b="0">
                <a:solidFill>
                  <a:srgbClr val="161616"/>
                </a:solidFill>
                <a:latin typeface="DejaVu Sans"/>
                <a:ea typeface="DejaVu Sans"/>
                <a:cs typeface="DejaVu Sans"/>
              </a:defRPr>
            </a:pPr>
            <a:r>
              <a:rPr sz="670" b="0">
                <a:solidFill>
                  <a:srgbClr val="161616"/>
                </a:solidFill>
                <a:latin typeface="DejaVu Sans"/>
                <a:ea typeface="DejaVu Sans"/>
                <a:cs typeface="DejaVu Sans"/>
              </a:rPr>
              <a:t>Both opposing sides retained</a:t>
            </a:r>
          </a:p>
        </p:txBody>
      </p:sp>
      <p:sp>
        <p:nvSpPr>
          <p:cNvPr id="104" name="Figure_5_Source_Intervention_Design-104">
            <a:extLst xmlns:a="http://schemas.openxmlformats.org/drawingml/2006/main">
              <a:ext uri="{FF2B5EF4-FFF2-40B4-BE49-F238E27FC236}">
                <a16:creationId xmlns:a16="http://schemas.microsoft.com/office/drawing/2014/main" id="{D12A44FE-E01C-41D8-9E0C-625C68F25C72}"/>
              </a:ext>
            </a:extLst>
          </p:cNvPr>
          <p:cNvSpPr>
            <a:spLocks xmlns:a="http://schemas.openxmlformats.org/drawingml/2006/main" noGrp="1"/>
          </p:cNvSpPr>
          <p:nvPr/>
        </p:nvSpPr>
        <p:spPr>
          <a:xfrm xmlns:a="http://schemas.openxmlformats.org/drawingml/2006/main">
            <a:off x="2222500" y="3136900"/>
            <a:ext cx="14986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80" b="0">
                <a:solidFill>
                  <a:srgbClr val="161616"/>
                </a:solidFill>
                <a:latin typeface="DejaVu Sans"/>
                <a:ea typeface="DejaVu Sans"/>
                <a:cs typeface="DejaVu Sans"/>
              </a:defRPr>
            </a:defPPr>
            <a:lvl1pPr algn="ctr">
              <a:defRPr sz="680" b="0">
                <a:solidFill>
                  <a:srgbClr val="161616"/>
                </a:solidFill>
                <a:latin typeface="DejaVu Sans"/>
                <a:ea typeface="DejaVu Sans"/>
                <a:cs typeface="DejaVu Sans"/>
              </a:defRPr>
            </a:lvl1pPr>
            <a:lvl2pPr algn="ctr">
              <a:defRPr sz="680" b="0">
                <a:solidFill>
                  <a:srgbClr val="161616"/>
                </a:solidFill>
                <a:latin typeface="DejaVu Sans"/>
                <a:ea typeface="DejaVu Sans"/>
                <a:cs typeface="DejaVu Sans"/>
              </a:defRPr>
            </a:lvl2pPr>
            <a:lvl3pPr algn="ctr">
              <a:defRPr sz="680" b="0">
                <a:solidFill>
                  <a:srgbClr val="161616"/>
                </a:solidFill>
                <a:latin typeface="DejaVu Sans"/>
                <a:ea typeface="DejaVu Sans"/>
                <a:cs typeface="DejaVu Sans"/>
              </a:defRPr>
            </a:lvl3pPr>
            <a:lvl4pPr algn="ctr">
              <a:defRPr sz="680" b="0">
                <a:solidFill>
                  <a:srgbClr val="161616"/>
                </a:solidFill>
                <a:latin typeface="DejaVu Sans"/>
                <a:ea typeface="DejaVu Sans"/>
                <a:cs typeface="DejaVu Sans"/>
              </a:defRPr>
            </a:lvl4pPr>
            <a:lvl5pPr algn="ctr">
              <a:defRPr sz="680" b="0">
                <a:solidFill>
                  <a:srgbClr val="161616"/>
                </a:solidFill>
                <a:latin typeface="DejaVu Sans"/>
                <a:ea typeface="DejaVu Sans"/>
                <a:cs typeface="DejaVu Sans"/>
              </a:defRPr>
            </a:lvl5pPr>
            <a:lvl6pPr algn="ctr">
              <a:defRPr sz="680" b="0">
                <a:solidFill>
                  <a:srgbClr val="161616"/>
                </a:solidFill>
                <a:latin typeface="DejaVu Sans"/>
                <a:ea typeface="DejaVu Sans"/>
                <a:cs typeface="DejaVu Sans"/>
              </a:defRPr>
            </a:lvl6pPr>
            <a:lvl7pPr algn="ctr">
              <a:defRPr sz="680" b="0">
                <a:solidFill>
                  <a:srgbClr val="161616"/>
                </a:solidFill>
                <a:latin typeface="DejaVu Sans"/>
                <a:ea typeface="DejaVu Sans"/>
                <a:cs typeface="DejaVu Sans"/>
              </a:defRPr>
            </a:lvl7pPr>
            <a:lvl8pPr algn="ctr">
              <a:defRPr sz="680" b="0">
                <a:solidFill>
                  <a:srgbClr val="161616"/>
                </a:solidFill>
                <a:latin typeface="DejaVu Sans"/>
                <a:ea typeface="DejaVu Sans"/>
                <a:cs typeface="DejaVu Sans"/>
              </a:defRPr>
            </a:lvl8pPr>
            <a:lvl9pPr algn="ctr">
              <a:defRPr sz="680" b="0">
                <a:solidFill>
                  <a:srgbClr val="161616"/>
                </a:solidFill>
                <a:latin typeface="DejaVu Sans"/>
                <a:ea typeface="DejaVu Sans"/>
                <a:cs typeface="DejaVu Sans"/>
              </a:defRPr>
            </a:lvl9pPr>
          </a:lstStyle>
          <a:p xmlns:a="http://schemas.openxmlformats.org/drawingml/2006/main">
            <a:pPr algn="ctr">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Noncritical source replaced</a:t>
            </a:r>
          </a:p>
        </p:txBody>
      </p:sp>
      <p:sp>
        <p:nvSpPr>
          <p:cNvPr id="105" name="Figure_5_Source_Intervention_Design-105">
            <a:extLst xmlns:a="http://schemas.openxmlformats.org/drawingml/2006/main">
              <a:ext uri="{FF2B5EF4-FFF2-40B4-BE49-F238E27FC236}">
                <a16:creationId xmlns:a16="http://schemas.microsoft.com/office/drawing/2014/main" id="{5DD6EC2C-58A5-4677-BB26-7824A88EE9E0}"/>
              </a:ext>
            </a:extLst>
          </p:cNvPr>
          <p:cNvSpPr>
            <a:spLocks xmlns:a="http://schemas.openxmlformats.org/drawingml/2006/main" noGrp="1"/>
          </p:cNvSpPr>
          <p:nvPr/>
        </p:nvSpPr>
        <p:spPr>
          <a:xfrm xmlns:a="http://schemas.openxmlformats.org/drawingml/2006/main">
            <a:off x="4178300" y="3136900"/>
            <a:ext cx="14986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80" b="0">
                <a:solidFill>
                  <a:srgbClr val="161616"/>
                </a:solidFill>
                <a:latin typeface="DejaVu Sans"/>
                <a:ea typeface="DejaVu Sans"/>
                <a:cs typeface="DejaVu Sans"/>
              </a:defRPr>
            </a:defPPr>
            <a:lvl1pPr algn="ctr">
              <a:defRPr sz="680" b="0">
                <a:solidFill>
                  <a:srgbClr val="161616"/>
                </a:solidFill>
                <a:latin typeface="DejaVu Sans"/>
                <a:ea typeface="DejaVu Sans"/>
                <a:cs typeface="DejaVu Sans"/>
              </a:defRPr>
            </a:lvl1pPr>
            <a:lvl2pPr algn="ctr">
              <a:defRPr sz="680" b="0">
                <a:solidFill>
                  <a:srgbClr val="161616"/>
                </a:solidFill>
                <a:latin typeface="DejaVu Sans"/>
                <a:ea typeface="DejaVu Sans"/>
                <a:cs typeface="DejaVu Sans"/>
              </a:defRPr>
            </a:lvl2pPr>
            <a:lvl3pPr algn="ctr">
              <a:defRPr sz="680" b="0">
                <a:solidFill>
                  <a:srgbClr val="161616"/>
                </a:solidFill>
                <a:latin typeface="DejaVu Sans"/>
                <a:ea typeface="DejaVu Sans"/>
                <a:cs typeface="DejaVu Sans"/>
              </a:defRPr>
            </a:lvl3pPr>
            <a:lvl4pPr algn="ctr">
              <a:defRPr sz="680" b="0">
                <a:solidFill>
                  <a:srgbClr val="161616"/>
                </a:solidFill>
                <a:latin typeface="DejaVu Sans"/>
                <a:ea typeface="DejaVu Sans"/>
                <a:cs typeface="DejaVu Sans"/>
              </a:defRPr>
            </a:lvl4pPr>
            <a:lvl5pPr algn="ctr">
              <a:defRPr sz="680" b="0">
                <a:solidFill>
                  <a:srgbClr val="161616"/>
                </a:solidFill>
                <a:latin typeface="DejaVu Sans"/>
                <a:ea typeface="DejaVu Sans"/>
                <a:cs typeface="DejaVu Sans"/>
              </a:defRPr>
            </a:lvl5pPr>
            <a:lvl6pPr algn="ctr">
              <a:defRPr sz="680" b="0">
                <a:solidFill>
                  <a:srgbClr val="161616"/>
                </a:solidFill>
                <a:latin typeface="DejaVu Sans"/>
                <a:ea typeface="DejaVu Sans"/>
                <a:cs typeface="DejaVu Sans"/>
              </a:defRPr>
            </a:lvl6pPr>
            <a:lvl7pPr algn="ctr">
              <a:defRPr sz="680" b="0">
                <a:solidFill>
                  <a:srgbClr val="161616"/>
                </a:solidFill>
                <a:latin typeface="DejaVu Sans"/>
                <a:ea typeface="DejaVu Sans"/>
                <a:cs typeface="DejaVu Sans"/>
              </a:defRPr>
            </a:lvl7pPr>
            <a:lvl8pPr algn="ctr">
              <a:defRPr sz="680" b="0">
                <a:solidFill>
                  <a:srgbClr val="161616"/>
                </a:solidFill>
                <a:latin typeface="DejaVu Sans"/>
                <a:ea typeface="DejaVu Sans"/>
                <a:cs typeface="DejaVu Sans"/>
              </a:defRPr>
            </a:lvl8pPr>
            <a:lvl9pPr algn="ctr">
              <a:defRPr sz="680" b="0">
                <a:solidFill>
                  <a:srgbClr val="161616"/>
                </a:solidFill>
                <a:latin typeface="DejaVu Sans"/>
                <a:ea typeface="DejaVu Sans"/>
                <a:cs typeface="DejaVu Sans"/>
              </a:defRPr>
            </a:lvl9pPr>
          </a:lstStyle>
          <a:p xmlns:a="http://schemas.openxmlformats.org/drawingml/2006/main">
            <a:pPr algn="ctr">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One opposing side replaced</a:t>
            </a:r>
          </a:p>
        </p:txBody>
      </p:sp>
      <p:sp>
        <p:nvSpPr>
          <p:cNvPr id="106" name="Figure_5_Source_Intervention_Design-106">
            <a:extLst xmlns:a="http://schemas.openxmlformats.org/drawingml/2006/main">
              <a:ext uri="{FF2B5EF4-FFF2-40B4-BE49-F238E27FC236}">
                <a16:creationId xmlns:a16="http://schemas.microsoft.com/office/drawing/2014/main" id="{6208DA75-B286-45A1-9B7B-FF9A67E9CD55}"/>
              </a:ext>
            </a:extLst>
          </p:cNvPr>
          <p:cNvSpPr>
            <a:spLocks xmlns:a="http://schemas.openxmlformats.org/drawingml/2006/main" noGrp="1"/>
          </p:cNvSpPr>
          <p:nvPr/>
        </p:nvSpPr>
        <p:spPr>
          <a:xfrm xmlns:a="http://schemas.openxmlformats.org/drawingml/2006/main">
            <a:off x="76200" y="3505200"/>
            <a:ext cx="5778500" cy="254000"/>
          </a:xfrm>
          <a:prstGeom xmlns:a="http://schemas.openxmlformats.org/drawingml/2006/main" prst="roundRect">
            <a:avLst>
              <a:gd name="adj" fmla="val 20000"/>
            </a:avLst>
          </a:prstGeom>
          <a:solidFill xmlns:a="http://schemas.openxmlformats.org/drawingml/2006/main">
            <a:srgbClr val="E1EFD9"/>
          </a:solidFill>
          <a:ln xmlns:a="http://schemas.openxmlformats.org/drawingml/2006/main" w="10160">
            <a:solidFill>
              <a:srgbClr val="161616"/>
            </a:solidFill>
            <a:prstDash val="solid"/>
          </a:ln>
        </p:spPr>
      </p:sp>
      <p:sp>
        <p:nvSpPr>
          <p:cNvPr id="107" name="Figure_5_Source_Intervention_Design-107">
            <a:extLst xmlns:a="http://schemas.openxmlformats.org/drawingml/2006/main">
              <a:ext uri="{FF2B5EF4-FFF2-40B4-BE49-F238E27FC236}">
                <a16:creationId xmlns:a16="http://schemas.microsoft.com/office/drawing/2014/main" id="{10F1873C-8120-4144-BC84-C7A08D860C6C}"/>
              </a:ext>
            </a:extLst>
          </p:cNvPr>
          <p:cNvSpPr>
            <a:spLocks xmlns:a="http://schemas.openxmlformats.org/drawingml/2006/main" noGrp="1"/>
          </p:cNvSpPr>
          <p:nvPr/>
        </p:nvSpPr>
        <p:spPr>
          <a:xfrm xmlns:a="http://schemas.openxmlformats.org/drawingml/2006/main">
            <a:off x="127000" y="3568700"/>
            <a:ext cx="5676900" cy="138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70" b="0">
                <a:solidFill>
                  <a:srgbClr val="161616"/>
                </a:solidFill>
                <a:latin typeface="DejaVu Sans"/>
                <a:ea typeface="DejaVu Sans"/>
                <a:cs typeface="DejaVu Sans"/>
              </a:defRPr>
            </a:defPPr>
            <a:lvl1pPr algn="ctr">
              <a:defRPr sz="670" b="0">
                <a:solidFill>
                  <a:srgbClr val="161616"/>
                </a:solidFill>
                <a:latin typeface="DejaVu Sans"/>
                <a:ea typeface="DejaVu Sans"/>
                <a:cs typeface="DejaVu Sans"/>
              </a:defRPr>
            </a:lvl1pPr>
            <a:lvl2pPr algn="ctr">
              <a:defRPr sz="670" b="0">
                <a:solidFill>
                  <a:srgbClr val="161616"/>
                </a:solidFill>
                <a:latin typeface="DejaVu Sans"/>
                <a:ea typeface="DejaVu Sans"/>
                <a:cs typeface="DejaVu Sans"/>
              </a:defRPr>
            </a:lvl2pPr>
            <a:lvl3pPr algn="ctr">
              <a:defRPr sz="670" b="0">
                <a:solidFill>
                  <a:srgbClr val="161616"/>
                </a:solidFill>
                <a:latin typeface="DejaVu Sans"/>
                <a:ea typeface="DejaVu Sans"/>
                <a:cs typeface="DejaVu Sans"/>
              </a:defRPr>
            </a:lvl3pPr>
            <a:lvl4pPr algn="ctr">
              <a:defRPr sz="670" b="0">
                <a:solidFill>
                  <a:srgbClr val="161616"/>
                </a:solidFill>
                <a:latin typeface="DejaVu Sans"/>
                <a:ea typeface="DejaVu Sans"/>
                <a:cs typeface="DejaVu Sans"/>
              </a:defRPr>
            </a:lvl4pPr>
            <a:lvl5pPr algn="ctr">
              <a:defRPr sz="670" b="0">
                <a:solidFill>
                  <a:srgbClr val="161616"/>
                </a:solidFill>
                <a:latin typeface="DejaVu Sans"/>
                <a:ea typeface="DejaVu Sans"/>
                <a:cs typeface="DejaVu Sans"/>
              </a:defRPr>
            </a:lvl5pPr>
            <a:lvl6pPr algn="ctr">
              <a:defRPr sz="670" b="0">
                <a:solidFill>
                  <a:srgbClr val="161616"/>
                </a:solidFill>
                <a:latin typeface="DejaVu Sans"/>
                <a:ea typeface="DejaVu Sans"/>
                <a:cs typeface="DejaVu Sans"/>
              </a:defRPr>
            </a:lvl6pPr>
            <a:lvl7pPr algn="ctr">
              <a:defRPr sz="670" b="0">
                <a:solidFill>
                  <a:srgbClr val="161616"/>
                </a:solidFill>
                <a:latin typeface="DejaVu Sans"/>
                <a:ea typeface="DejaVu Sans"/>
                <a:cs typeface="DejaVu Sans"/>
              </a:defRPr>
            </a:lvl7pPr>
            <a:lvl8pPr algn="ctr">
              <a:defRPr sz="670" b="0">
                <a:solidFill>
                  <a:srgbClr val="161616"/>
                </a:solidFill>
                <a:latin typeface="DejaVu Sans"/>
                <a:ea typeface="DejaVu Sans"/>
                <a:cs typeface="DejaVu Sans"/>
              </a:defRPr>
            </a:lvl8pPr>
            <a:lvl9pPr algn="ctr">
              <a:defRPr sz="670" b="0">
                <a:solidFill>
                  <a:srgbClr val="161616"/>
                </a:solidFill>
                <a:latin typeface="DejaVu Sans"/>
                <a:ea typeface="DejaVu Sans"/>
                <a:cs typeface="DejaVu Sans"/>
              </a:defRPr>
            </a:lvl9pPr>
          </a:lstStyle>
          <a:p xmlns:a="http://schemas.openxmlformats.org/drawingml/2006/main">
            <a:pPr algn="ctr">
              <a:defRPr sz="670" b="0">
                <a:solidFill>
                  <a:srgbClr val="161616"/>
                </a:solidFill>
                <a:latin typeface="DejaVu Sans"/>
                <a:ea typeface="DejaVu Sans"/>
                <a:cs typeface="DejaVu Sans"/>
              </a:defRPr>
            </a:pPr>
            <a:r>
              <a:rPr sz="670" b="0">
                <a:solidFill>
                  <a:srgbClr val="161616"/>
                </a:solidFill>
                <a:latin typeface="DejaVu Sans"/>
                <a:ea typeface="DejaVu Sans"/>
                <a:cs typeface="DejaVu Sans"/>
              </a:rPr>
              <a:t>Matched unit count   |   Source cap: 256 tokens   |   Within-case length spread: at most 8 tokens</a:t>
            </a:r>
          </a:p>
        </p:txBody>
      </p:sp>
      <p:sp>
        <p:nvSpPr>
          <p:cNvPr id="108" name="Figure_5_Source_Intervention_Design-108">
            <a:extLst xmlns:a="http://schemas.openxmlformats.org/drawingml/2006/main">
              <a:ext uri="{FF2B5EF4-FFF2-40B4-BE49-F238E27FC236}">
                <a16:creationId xmlns:a16="http://schemas.microsoft.com/office/drawing/2014/main" id="{A1205320-9404-4EBB-94B8-4C84C05BBCAA}"/>
              </a:ext>
            </a:extLst>
          </p:cNvPr>
          <p:cNvSpPr>
            <a:spLocks xmlns:a="http://schemas.openxmlformats.org/drawingml/2006/main" noGrp="1"/>
          </p:cNvSpPr>
          <p:nvPr/>
        </p:nvSpPr>
        <p:spPr>
          <a:xfrm xmlns:a="http://schemas.openxmlformats.org/drawingml/2006/main">
            <a:off x="101600" y="3860800"/>
            <a:ext cx="5727700" cy="138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70" b="0">
                <a:solidFill>
                  <a:srgbClr val="161616"/>
                </a:solidFill>
                <a:latin typeface="DejaVu Sans"/>
                <a:ea typeface="DejaVu Sans"/>
                <a:cs typeface="DejaVu Sans"/>
              </a:defRPr>
            </a:defPPr>
            <a:lvl1pPr algn="ctr">
              <a:defRPr sz="670" b="0">
                <a:solidFill>
                  <a:srgbClr val="161616"/>
                </a:solidFill>
                <a:latin typeface="DejaVu Sans"/>
                <a:ea typeface="DejaVu Sans"/>
                <a:cs typeface="DejaVu Sans"/>
              </a:defRPr>
            </a:lvl1pPr>
            <a:lvl2pPr algn="ctr">
              <a:defRPr sz="670" b="0">
                <a:solidFill>
                  <a:srgbClr val="161616"/>
                </a:solidFill>
                <a:latin typeface="DejaVu Sans"/>
                <a:ea typeface="DejaVu Sans"/>
                <a:cs typeface="DejaVu Sans"/>
              </a:defRPr>
            </a:lvl2pPr>
            <a:lvl3pPr algn="ctr">
              <a:defRPr sz="670" b="0">
                <a:solidFill>
                  <a:srgbClr val="161616"/>
                </a:solidFill>
                <a:latin typeface="DejaVu Sans"/>
                <a:ea typeface="DejaVu Sans"/>
                <a:cs typeface="DejaVu Sans"/>
              </a:defRPr>
            </a:lvl3pPr>
            <a:lvl4pPr algn="ctr">
              <a:defRPr sz="670" b="0">
                <a:solidFill>
                  <a:srgbClr val="161616"/>
                </a:solidFill>
                <a:latin typeface="DejaVu Sans"/>
                <a:ea typeface="DejaVu Sans"/>
                <a:cs typeface="DejaVu Sans"/>
              </a:defRPr>
            </a:lvl4pPr>
            <a:lvl5pPr algn="ctr">
              <a:defRPr sz="670" b="0">
                <a:solidFill>
                  <a:srgbClr val="161616"/>
                </a:solidFill>
                <a:latin typeface="DejaVu Sans"/>
                <a:ea typeface="DejaVu Sans"/>
                <a:cs typeface="DejaVu Sans"/>
              </a:defRPr>
            </a:lvl5pPr>
            <a:lvl6pPr algn="ctr">
              <a:defRPr sz="670" b="0">
                <a:solidFill>
                  <a:srgbClr val="161616"/>
                </a:solidFill>
                <a:latin typeface="DejaVu Sans"/>
                <a:ea typeface="DejaVu Sans"/>
                <a:cs typeface="DejaVu Sans"/>
              </a:defRPr>
            </a:lvl6pPr>
            <a:lvl7pPr algn="ctr">
              <a:defRPr sz="670" b="0">
                <a:solidFill>
                  <a:srgbClr val="161616"/>
                </a:solidFill>
                <a:latin typeface="DejaVu Sans"/>
                <a:ea typeface="DejaVu Sans"/>
                <a:cs typeface="DejaVu Sans"/>
              </a:defRPr>
            </a:lvl7pPr>
            <a:lvl8pPr algn="ctr">
              <a:defRPr sz="670" b="0">
                <a:solidFill>
                  <a:srgbClr val="161616"/>
                </a:solidFill>
                <a:latin typeface="DejaVu Sans"/>
                <a:ea typeface="DejaVu Sans"/>
                <a:cs typeface="DejaVu Sans"/>
              </a:defRPr>
            </a:lvl8pPr>
            <a:lvl9pPr algn="ctr">
              <a:defRPr sz="670" b="0">
                <a:solidFill>
                  <a:srgbClr val="161616"/>
                </a:solidFill>
                <a:latin typeface="DejaVu Sans"/>
                <a:ea typeface="DejaVu Sans"/>
                <a:cs typeface="DejaVu Sans"/>
              </a:defRPr>
            </a:lvl9pPr>
          </a:lstStyle>
          <a:p xmlns:a="http://schemas.openxmlformats.org/drawingml/2006/main">
            <a:pPr algn="ctr">
              <a:defRPr sz="670" b="0">
                <a:solidFill>
                  <a:srgbClr val="161616"/>
                </a:solidFill>
                <a:latin typeface="DejaVu Sans"/>
                <a:ea typeface="DejaVu Sans"/>
                <a:cs typeface="DejaVu Sans"/>
              </a:defRPr>
            </a:pPr>
            <a:r>
              <a:rPr sz="670" b="0">
                <a:solidFill>
                  <a:srgbClr val="161616"/>
                </a:solidFill>
                <a:latin typeface="DejaVu Sans"/>
                <a:ea typeface="DejaVu Sans"/>
                <a:cs typeface="DejaVu Sans"/>
              </a:rPr>
              <a:t>B: bridge    A: answer side    O: opposing side    N: noncritical source    R: replacement</a:t>
            </a:r>
          </a:p>
        </p:txBody>
      </p:sp>
    </p:spTree>
    <p:extLst>
      <p:ext uri="{BB962C8B-B14F-4D97-AF65-F5344CB8AC3E}">
        <p14:creationId xmlns:p14="http://schemas.microsoft.com/office/powerpoint/2010/main" val="65831787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 name="Figure_6_Reference_Diagnostics-001">
            <a:extLst xmlns:a="http://schemas.openxmlformats.org/drawingml/2006/main">
              <a:ext uri="{FF2B5EF4-FFF2-40B4-BE49-F238E27FC236}">
                <a16:creationId xmlns:a16="http://schemas.microsoft.com/office/drawing/2014/main" id="{533A3F0B-04CC-4A5B-B38F-9C59B7E9FDBB}"/>
              </a:ext>
            </a:extLst>
          </p:cNvPr>
          <p:cNvSpPr>
            <a:spLocks xmlns:a="http://schemas.openxmlformats.org/drawingml/2006/main" noGrp="1"/>
          </p:cNvSpPr>
          <p:nvPr/>
        </p:nvSpPr>
        <p:spPr>
          <a:xfrm xmlns:a="http://schemas.openxmlformats.org/drawingml/2006/main">
            <a:off x="88900" y="3810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a</a:t>
            </a:r>
          </a:p>
        </p:txBody>
      </p:sp>
      <p:sp>
        <p:nvSpPr>
          <p:cNvPr id="2" name="Figure_6_Reference_Diagnostics-002">
            <a:extLst xmlns:a="http://schemas.openxmlformats.org/drawingml/2006/main">
              <a:ext uri="{FF2B5EF4-FFF2-40B4-BE49-F238E27FC236}">
                <a16:creationId xmlns:a16="http://schemas.microsoft.com/office/drawing/2014/main" id="{35009665-CCA2-4D34-8952-CDA96E5AF71C}"/>
              </a:ext>
            </a:extLst>
          </p:cNvPr>
          <p:cNvSpPr>
            <a:spLocks xmlns:a="http://schemas.openxmlformats.org/drawingml/2006/main" noGrp="1"/>
          </p:cNvSpPr>
          <p:nvPr/>
        </p:nvSpPr>
        <p:spPr>
          <a:xfrm xmlns:a="http://schemas.openxmlformats.org/drawingml/2006/main">
            <a:off x="254000" y="387350"/>
            <a:ext cx="56007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Reader inputs on the same confirmation questions</a:t>
            </a:r>
          </a:p>
        </p:txBody>
      </p:sp>
      <p:sp>
        <p:nvSpPr>
          <p:cNvPr id="3" name="Figure_6_Reference_Diagnostics-003">
            <a:extLst xmlns:a="http://schemas.openxmlformats.org/drawingml/2006/main">
              <a:ext uri="{FF2B5EF4-FFF2-40B4-BE49-F238E27FC236}">
                <a16:creationId xmlns:a16="http://schemas.microsoft.com/office/drawing/2014/main" id="{D35775D4-3C23-4D09-9A80-F966978F4978}"/>
              </a:ext>
            </a:extLst>
          </p:cNvPr>
          <p:cNvSpPr>
            <a:spLocks xmlns:a="http://schemas.openxmlformats.org/drawingml/2006/main" noGrp="1"/>
          </p:cNvSpPr>
          <p:nvPr/>
        </p:nvSpPr>
        <p:spPr>
          <a:xfrm xmlns:a="http://schemas.openxmlformats.org/drawingml/2006/main">
            <a:off x="76200" y="647700"/>
            <a:ext cx="1270000" cy="1612900"/>
          </a:xfrm>
          <a:prstGeom xmlns:a="http://schemas.openxmlformats.org/drawingml/2006/main" prst="roundRect">
            <a:avLst>
              <a:gd name="adj" fmla="val 5000"/>
            </a:avLst>
          </a:prstGeom>
          <a:solidFill xmlns:a="http://schemas.openxmlformats.org/drawingml/2006/main">
            <a:srgbClr val="F7EAE9"/>
          </a:solidFill>
          <a:ln xmlns:a="http://schemas.openxmlformats.org/drawingml/2006/main" w="10160">
            <a:solidFill>
              <a:srgbClr val="161616"/>
            </a:solidFill>
            <a:prstDash val="solid"/>
          </a:ln>
        </p:spPr>
      </p:sp>
      <p:sp>
        <p:nvSpPr>
          <p:cNvPr id="4" name="Figure_6_Reference_Diagnostics-004">
            <a:extLst xmlns:a="http://schemas.openxmlformats.org/drawingml/2006/main">
              <a:ext uri="{FF2B5EF4-FFF2-40B4-BE49-F238E27FC236}">
                <a16:creationId xmlns:a16="http://schemas.microsoft.com/office/drawing/2014/main" id="{1D7F0C9B-DBAB-4450-826C-E6C611D8CF2E}"/>
              </a:ext>
            </a:extLst>
          </p:cNvPr>
          <p:cNvSpPr>
            <a:spLocks xmlns:a="http://schemas.openxmlformats.org/drawingml/2006/main" noGrp="1"/>
          </p:cNvSpPr>
          <p:nvPr/>
        </p:nvSpPr>
        <p:spPr>
          <a:xfrm xmlns:a="http://schemas.openxmlformats.org/drawingml/2006/main">
            <a:off x="152400" y="736600"/>
            <a:ext cx="11176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20" b="1">
                <a:solidFill>
                  <a:srgbClr val="161616"/>
                </a:solidFill>
                <a:latin typeface="DejaVu Sans"/>
                <a:ea typeface="DejaVu Sans"/>
                <a:cs typeface="DejaVu Sans"/>
              </a:defRPr>
            </a:defPPr>
            <a:lvl1pPr algn="ctr">
              <a:defRPr sz="720" b="1">
                <a:solidFill>
                  <a:srgbClr val="161616"/>
                </a:solidFill>
                <a:latin typeface="DejaVu Sans"/>
                <a:ea typeface="DejaVu Sans"/>
                <a:cs typeface="DejaVu Sans"/>
              </a:defRPr>
            </a:lvl1pPr>
            <a:lvl2pPr algn="ctr">
              <a:defRPr sz="720" b="1">
                <a:solidFill>
                  <a:srgbClr val="161616"/>
                </a:solidFill>
                <a:latin typeface="DejaVu Sans"/>
                <a:ea typeface="DejaVu Sans"/>
                <a:cs typeface="DejaVu Sans"/>
              </a:defRPr>
            </a:lvl2pPr>
            <a:lvl3pPr algn="ctr">
              <a:defRPr sz="720" b="1">
                <a:solidFill>
                  <a:srgbClr val="161616"/>
                </a:solidFill>
                <a:latin typeface="DejaVu Sans"/>
                <a:ea typeface="DejaVu Sans"/>
                <a:cs typeface="DejaVu Sans"/>
              </a:defRPr>
            </a:lvl3pPr>
            <a:lvl4pPr algn="ctr">
              <a:defRPr sz="720" b="1">
                <a:solidFill>
                  <a:srgbClr val="161616"/>
                </a:solidFill>
                <a:latin typeface="DejaVu Sans"/>
                <a:ea typeface="DejaVu Sans"/>
                <a:cs typeface="DejaVu Sans"/>
              </a:defRPr>
            </a:lvl4pPr>
            <a:lvl5pPr algn="ctr">
              <a:defRPr sz="720" b="1">
                <a:solidFill>
                  <a:srgbClr val="161616"/>
                </a:solidFill>
                <a:latin typeface="DejaVu Sans"/>
                <a:ea typeface="DejaVu Sans"/>
                <a:cs typeface="DejaVu Sans"/>
              </a:defRPr>
            </a:lvl5pPr>
            <a:lvl6pPr algn="ctr">
              <a:defRPr sz="720" b="1">
                <a:solidFill>
                  <a:srgbClr val="161616"/>
                </a:solidFill>
                <a:latin typeface="DejaVu Sans"/>
                <a:ea typeface="DejaVu Sans"/>
                <a:cs typeface="DejaVu Sans"/>
              </a:defRPr>
            </a:lvl6pPr>
            <a:lvl7pPr algn="ctr">
              <a:defRPr sz="720" b="1">
                <a:solidFill>
                  <a:srgbClr val="161616"/>
                </a:solidFill>
                <a:latin typeface="DejaVu Sans"/>
                <a:ea typeface="DejaVu Sans"/>
                <a:cs typeface="DejaVu Sans"/>
              </a:defRPr>
            </a:lvl7pPr>
            <a:lvl8pPr algn="ctr">
              <a:defRPr sz="720" b="1">
                <a:solidFill>
                  <a:srgbClr val="161616"/>
                </a:solidFill>
                <a:latin typeface="DejaVu Sans"/>
                <a:ea typeface="DejaVu Sans"/>
                <a:cs typeface="DejaVu Sans"/>
              </a:defRPr>
            </a:lvl8pPr>
            <a:lvl9pPr algn="ctr">
              <a:defRPr sz="720" b="1">
                <a:solidFill>
                  <a:srgbClr val="161616"/>
                </a:solidFill>
                <a:latin typeface="DejaVu Sans"/>
                <a:ea typeface="DejaVu Sans"/>
                <a:cs typeface="DejaVu Sans"/>
              </a:defRPr>
            </a:lvl9pPr>
          </a:lstStyle>
          <a:p xmlns:a="http://schemas.openxmlformats.org/drawingml/2006/main">
            <a:pPr algn="ctr">
              <a:defRPr sz="720" b="1">
                <a:solidFill>
                  <a:srgbClr val="161616"/>
                </a:solidFill>
                <a:latin typeface="DejaVu Sans"/>
                <a:ea typeface="DejaVu Sans"/>
                <a:cs typeface="DejaVu Sans"/>
              </a:defRPr>
            </a:pPr>
            <a:r>
              <a:rPr sz="720" b="1">
                <a:solidFill>
                  <a:srgbClr val="161616"/>
                </a:solidFill>
                <a:latin typeface="DejaVu Sans"/>
                <a:ea typeface="DejaVu Sans"/>
                <a:cs typeface="DejaVu Sans"/>
              </a:rPr>
              <a:t>Candidate sources</a:t>
            </a:r>
          </a:p>
        </p:txBody>
      </p:sp>
      <p:sp>
        <p:nvSpPr>
          <p:cNvPr id="5" name="Figure_6_Reference_Diagnostics-005">
            <a:extLst xmlns:a="http://schemas.openxmlformats.org/drawingml/2006/main">
              <a:ext uri="{FF2B5EF4-FFF2-40B4-BE49-F238E27FC236}">
                <a16:creationId xmlns:a16="http://schemas.microsoft.com/office/drawing/2014/main" id="{DDA2F1A5-D3CC-4C88-A8D0-B4BAD9B42056}"/>
              </a:ext>
            </a:extLst>
          </p:cNvPr>
          <p:cNvSpPr>
            <a:spLocks xmlns:a="http://schemas.openxmlformats.org/drawingml/2006/main" noGrp="1"/>
          </p:cNvSpPr>
          <p:nvPr/>
        </p:nvSpPr>
        <p:spPr>
          <a:xfrm xmlns:a="http://schemas.openxmlformats.org/drawingml/2006/main">
            <a:off x="457200" y="1041400"/>
            <a:ext cx="622300" cy="495300"/>
          </a:xfrm>
          <a:prstGeom xmlns:a="http://schemas.openxmlformats.org/drawingml/2006/main" prst="roundRect">
            <a:avLst>
              <a:gd name="adj" fmla="val 5128"/>
            </a:avLst>
          </a:prstGeom>
          <a:solidFill xmlns:a="http://schemas.openxmlformats.org/drawingml/2006/main">
            <a:srgbClr val="DAE2F5"/>
          </a:solidFill>
          <a:ln xmlns:a="http://schemas.openxmlformats.org/drawingml/2006/main" w="10160">
            <a:solidFill>
              <a:srgbClr val="161616"/>
            </a:solidFill>
            <a:prstDash val="solid"/>
          </a:ln>
        </p:spPr>
      </p:sp>
      <p:sp>
        <p:nvSpPr>
          <p:cNvPr id="6" name="Figure_6_Reference_Diagnostics-006">
            <a:extLst xmlns:a="http://schemas.openxmlformats.org/drawingml/2006/main">
              <a:ext uri="{FF2B5EF4-FFF2-40B4-BE49-F238E27FC236}">
                <a16:creationId xmlns:a16="http://schemas.microsoft.com/office/drawing/2014/main" id="{C308497C-A777-4567-8953-1EFA98DD1B22}"/>
              </a:ext>
            </a:extLst>
          </p:cNvPr>
          <p:cNvSpPr>
            <a:spLocks xmlns:a="http://schemas.openxmlformats.org/drawingml/2006/main" noGrp="1"/>
          </p:cNvSpPr>
          <p:nvPr/>
        </p:nvSpPr>
        <p:spPr>
          <a:xfrm xmlns:a="http://schemas.openxmlformats.org/drawingml/2006/main">
            <a:off x="419100" y="1079500"/>
            <a:ext cx="622300" cy="495300"/>
          </a:xfrm>
          <a:prstGeom xmlns:a="http://schemas.openxmlformats.org/drawingml/2006/main" prst="roundRect">
            <a:avLst>
              <a:gd name="adj" fmla="val 5128"/>
            </a:avLst>
          </a:prstGeom>
          <a:solidFill xmlns:a="http://schemas.openxmlformats.org/drawingml/2006/main">
            <a:srgbClr val="DAE2F5"/>
          </a:solidFill>
          <a:ln xmlns:a="http://schemas.openxmlformats.org/drawingml/2006/main" w="10160">
            <a:solidFill>
              <a:srgbClr val="161616"/>
            </a:solidFill>
            <a:prstDash val="solid"/>
          </a:ln>
        </p:spPr>
      </p:sp>
      <p:sp>
        <p:nvSpPr>
          <p:cNvPr id="7" name="Figure_6_Reference_Diagnostics-007">
            <a:extLst xmlns:a="http://schemas.openxmlformats.org/drawingml/2006/main">
              <a:ext uri="{FF2B5EF4-FFF2-40B4-BE49-F238E27FC236}">
                <a16:creationId xmlns:a16="http://schemas.microsoft.com/office/drawing/2014/main" id="{5A1266F8-8108-4F6C-B674-FD5A0CC75B51}"/>
              </a:ext>
            </a:extLst>
          </p:cNvPr>
          <p:cNvSpPr>
            <a:spLocks xmlns:a="http://schemas.openxmlformats.org/drawingml/2006/main" noGrp="1"/>
          </p:cNvSpPr>
          <p:nvPr/>
        </p:nvSpPr>
        <p:spPr>
          <a:xfrm xmlns:a="http://schemas.openxmlformats.org/drawingml/2006/main">
            <a:off x="381000" y="1117600"/>
            <a:ext cx="622300" cy="495300"/>
          </a:xfrm>
          <a:prstGeom xmlns:a="http://schemas.openxmlformats.org/drawingml/2006/main" prst="roundRect">
            <a:avLst>
              <a:gd name="adj" fmla="val 5128"/>
            </a:avLst>
          </a:prstGeom>
          <a:solidFill xmlns:a="http://schemas.openxmlformats.org/drawingml/2006/main">
            <a:srgbClr val="DAE2F5"/>
          </a:solidFill>
          <a:ln xmlns:a="http://schemas.openxmlformats.org/drawingml/2006/main" w="10160">
            <a:solidFill>
              <a:srgbClr val="161616"/>
            </a:solidFill>
            <a:prstDash val="solid"/>
          </a:ln>
        </p:spPr>
      </p:sp>
      <p:sp>
        <p:nvSpPr>
          <p:cNvPr id="8" name="Figure_6_Reference_Diagnostics-008">
            <a:extLst xmlns:a="http://schemas.openxmlformats.org/drawingml/2006/main">
              <a:ext uri="{FF2B5EF4-FFF2-40B4-BE49-F238E27FC236}">
                <a16:creationId xmlns:a16="http://schemas.microsoft.com/office/drawing/2014/main" id="{A76A67B3-70F3-4958-AA6E-4AF0794B2C67}"/>
              </a:ext>
            </a:extLst>
          </p:cNvPr>
          <p:cNvSpPr>
            <a:spLocks xmlns:a="http://schemas.openxmlformats.org/drawingml/2006/main" noGrp="1"/>
          </p:cNvSpPr>
          <p:nvPr/>
        </p:nvSpPr>
        <p:spPr>
          <a:xfrm xmlns:a="http://schemas.openxmlformats.org/drawingml/2006/main">
            <a:off x="342900" y="1155700"/>
            <a:ext cx="622300" cy="495300"/>
          </a:xfrm>
          <a:prstGeom xmlns:a="http://schemas.openxmlformats.org/drawingml/2006/main" prst="roundRect">
            <a:avLst>
              <a:gd name="adj" fmla="val 5128"/>
            </a:avLst>
          </a:prstGeom>
          <a:solidFill xmlns:a="http://schemas.openxmlformats.org/drawingml/2006/main">
            <a:srgbClr val="DAE2F5"/>
          </a:solidFill>
          <a:ln xmlns:a="http://schemas.openxmlformats.org/drawingml/2006/main" w="10160">
            <a:solidFill>
              <a:srgbClr val="161616"/>
            </a:solidFill>
            <a:prstDash val="solid"/>
          </a:ln>
        </p:spPr>
      </p:sp>
      <p:sp>
        <p:nvSpPr>
          <p:cNvPr id="9" name="Figure_6_Reference_Diagnostics-009">
            <a:extLst xmlns:a="http://schemas.openxmlformats.org/drawingml/2006/main">
              <a:ext uri="{FF2B5EF4-FFF2-40B4-BE49-F238E27FC236}">
                <a16:creationId xmlns:a16="http://schemas.microsoft.com/office/drawing/2014/main" id="{EEA3597D-0E4B-41DD-A83E-117D5B372C23}"/>
              </a:ext>
            </a:extLst>
          </p:cNvPr>
          <p:cNvSpPr>
            <a:spLocks xmlns:a="http://schemas.openxmlformats.org/drawingml/2006/main" noGrp="1"/>
          </p:cNvSpPr>
          <p:nvPr/>
        </p:nvSpPr>
        <p:spPr>
          <a:xfrm xmlns:a="http://schemas.openxmlformats.org/drawingml/2006/main">
            <a:off x="381000" y="1339850"/>
            <a:ext cx="546100" cy="14706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20" b="0">
                <a:solidFill>
                  <a:srgbClr val="161616"/>
                </a:solidFill>
                <a:latin typeface="DejaVu Sans"/>
                <a:ea typeface="DejaVu Sans"/>
                <a:cs typeface="DejaVu Sans"/>
              </a:defRPr>
            </a:defPPr>
            <a:lvl1pPr algn="ctr">
              <a:defRPr sz="720" b="0">
                <a:solidFill>
                  <a:srgbClr val="161616"/>
                </a:solidFill>
                <a:latin typeface="DejaVu Sans"/>
                <a:ea typeface="DejaVu Sans"/>
                <a:cs typeface="DejaVu Sans"/>
              </a:defRPr>
            </a:lvl1pPr>
            <a:lvl2pPr algn="ctr">
              <a:defRPr sz="720" b="0">
                <a:solidFill>
                  <a:srgbClr val="161616"/>
                </a:solidFill>
                <a:latin typeface="DejaVu Sans"/>
                <a:ea typeface="DejaVu Sans"/>
                <a:cs typeface="DejaVu Sans"/>
              </a:defRPr>
            </a:lvl2pPr>
            <a:lvl3pPr algn="ctr">
              <a:defRPr sz="720" b="0">
                <a:solidFill>
                  <a:srgbClr val="161616"/>
                </a:solidFill>
                <a:latin typeface="DejaVu Sans"/>
                <a:ea typeface="DejaVu Sans"/>
                <a:cs typeface="DejaVu Sans"/>
              </a:defRPr>
            </a:lvl3pPr>
            <a:lvl4pPr algn="ctr">
              <a:defRPr sz="720" b="0">
                <a:solidFill>
                  <a:srgbClr val="161616"/>
                </a:solidFill>
                <a:latin typeface="DejaVu Sans"/>
                <a:ea typeface="DejaVu Sans"/>
                <a:cs typeface="DejaVu Sans"/>
              </a:defRPr>
            </a:lvl4pPr>
            <a:lvl5pPr algn="ctr">
              <a:defRPr sz="720" b="0">
                <a:solidFill>
                  <a:srgbClr val="161616"/>
                </a:solidFill>
                <a:latin typeface="DejaVu Sans"/>
                <a:ea typeface="DejaVu Sans"/>
                <a:cs typeface="DejaVu Sans"/>
              </a:defRPr>
            </a:lvl5pPr>
            <a:lvl6pPr algn="ctr">
              <a:defRPr sz="720" b="0">
                <a:solidFill>
                  <a:srgbClr val="161616"/>
                </a:solidFill>
                <a:latin typeface="DejaVu Sans"/>
                <a:ea typeface="DejaVu Sans"/>
                <a:cs typeface="DejaVu Sans"/>
              </a:defRPr>
            </a:lvl6pPr>
            <a:lvl7pPr algn="ctr">
              <a:defRPr sz="720" b="0">
                <a:solidFill>
                  <a:srgbClr val="161616"/>
                </a:solidFill>
                <a:latin typeface="DejaVu Sans"/>
                <a:ea typeface="DejaVu Sans"/>
                <a:cs typeface="DejaVu Sans"/>
              </a:defRPr>
            </a:lvl7pPr>
            <a:lvl8pPr algn="ctr">
              <a:defRPr sz="720" b="0">
                <a:solidFill>
                  <a:srgbClr val="161616"/>
                </a:solidFill>
                <a:latin typeface="DejaVu Sans"/>
                <a:ea typeface="DejaVu Sans"/>
                <a:cs typeface="DejaVu Sans"/>
              </a:defRPr>
            </a:lvl8pPr>
            <a:lvl9pPr algn="ctr">
              <a:defRPr sz="720" b="0">
                <a:solidFill>
                  <a:srgbClr val="161616"/>
                </a:solidFill>
                <a:latin typeface="DejaVu Sans"/>
                <a:ea typeface="DejaVu Sans"/>
                <a:cs typeface="DejaVu Sans"/>
              </a:defRPr>
            </a:lvl9pPr>
          </a:lstStyle>
          <a:p xmlns:a="http://schemas.openxmlformats.org/drawingml/2006/main">
            <a:pPr algn="ctr">
              <a:defRPr sz="720" b="0">
                <a:solidFill>
                  <a:srgbClr val="161616"/>
                </a:solidFill>
                <a:latin typeface="DejaVu Sans"/>
                <a:ea typeface="DejaVu Sans"/>
                <a:cs typeface="DejaVu Sans"/>
              </a:defRPr>
            </a:pPr>
            <a:r>
              <a:rPr sz="720" b="0">
                <a:solidFill>
                  <a:srgbClr val="161616"/>
                </a:solidFill>
                <a:latin typeface="DejaVu Sans"/>
                <a:ea typeface="DejaVu Sans"/>
                <a:cs typeface="DejaVu Sans"/>
              </a:rPr>
              <a:t>Pool V</a:t>
            </a:r>
          </a:p>
        </p:txBody>
      </p:sp>
      <p:sp>
        <p:nvSpPr>
          <p:cNvPr id="10" name="Figure_6_Reference_Diagnostics-010">
            <a:extLst xmlns:a="http://schemas.openxmlformats.org/drawingml/2006/main">
              <a:ext uri="{FF2B5EF4-FFF2-40B4-BE49-F238E27FC236}">
                <a16:creationId xmlns:a16="http://schemas.microsoft.com/office/drawing/2014/main" id="{C48D4846-C279-45AA-A351-97428A392C0B}"/>
              </a:ext>
            </a:extLst>
          </p:cNvPr>
          <p:cNvSpPr>
            <a:spLocks xmlns:a="http://schemas.openxmlformats.org/drawingml/2006/main" noGrp="1"/>
          </p:cNvSpPr>
          <p:nvPr/>
        </p:nvSpPr>
        <p:spPr>
          <a:xfrm xmlns:a="http://schemas.openxmlformats.org/drawingml/2006/main">
            <a:off x="177800" y="1866900"/>
            <a:ext cx="1066800" cy="14173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90" b="0">
                <a:solidFill>
                  <a:srgbClr val="161616"/>
                </a:solidFill>
                <a:latin typeface="DejaVu Sans"/>
                <a:ea typeface="DejaVu Sans"/>
                <a:cs typeface="DejaVu Sans"/>
              </a:defRPr>
            </a:defPPr>
            <a:lvl1pPr algn="ctr">
              <a:defRPr sz="690" b="0">
                <a:solidFill>
                  <a:srgbClr val="161616"/>
                </a:solidFill>
                <a:latin typeface="DejaVu Sans"/>
                <a:ea typeface="DejaVu Sans"/>
                <a:cs typeface="DejaVu Sans"/>
              </a:defRPr>
            </a:lvl1pPr>
            <a:lvl2pPr algn="ctr">
              <a:defRPr sz="690" b="0">
                <a:solidFill>
                  <a:srgbClr val="161616"/>
                </a:solidFill>
                <a:latin typeface="DejaVu Sans"/>
                <a:ea typeface="DejaVu Sans"/>
                <a:cs typeface="DejaVu Sans"/>
              </a:defRPr>
            </a:lvl2pPr>
            <a:lvl3pPr algn="ctr">
              <a:defRPr sz="690" b="0">
                <a:solidFill>
                  <a:srgbClr val="161616"/>
                </a:solidFill>
                <a:latin typeface="DejaVu Sans"/>
                <a:ea typeface="DejaVu Sans"/>
                <a:cs typeface="DejaVu Sans"/>
              </a:defRPr>
            </a:lvl3pPr>
            <a:lvl4pPr algn="ctr">
              <a:defRPr sz="690" b="0">
                <a:solidFill>
                  <a:srgbClr val="161616"/>
                </a:solidFill>
                <a:latin typeface="DejaVu Sans"/>
                <a:ea typeface="DejaVu Sans"/>
                <a:cs typeface="DejaVu Sans"/>
              </a:defRPr>
            </a:lvl4pPr>
            <a:lvl5pPr algn="ctr">
              <a:defRPr sz="690" b="0">
                <a:solidFill>
                  <a:srgbClr val="161616"/>
                </a:solidFill>
                <a:latin typeface="DejaVu Sans"/>
                <a:ea typeface="DejaVu Sans"/>
                <a:cs typeface="DejaVu Sans"/>
              </a:defRPr>
            </a:lvl5pPr>
            <a:lvl6pPr algn="ctr">
              <a:defRPr sz="690" b="0">
                <a:solidFill>
                  <a:srgbClr val="161616"/>
                </a:solidFill>
                <a:latin typeface="DejaVu Sans"/>
                <a:ea typeface="DejaVu Sans"/>
                <a:cs typeface="DejaVu Sans"/>
              </a:defRPr>
            </a:lvl6pPr>
            <a:lvl7pPr algn="ctr">
              <a:defRPr sz="690" b="0">
                <a:solidFill>
                  <a:srgbClr val="161616"/>
                </a:solidFill>
                <a:latin typeface="DejaVu Sans"/>
                <a:ea typeface="DejaVu Sans"/>
                <a:cs typeface="DejaVu Sans"/>
              </a:defRPr>
            </a:lvl7pPr>
            <a:lvl8pPr algn="ctr">
              <a:defRPr sz="690" b="0">
                <a:solidFill>
                  <a:srgbClr val="161616"/>
                </a:solidFill>
                <a:latin typeface="DejaVu Sans"/>
                <a:ea typeface="DejaVu Sans"/>
                <a:cs typeface="DejaVu Sans"/>
              </a:defRPr>
            </a:lvl8pPr>
            <a:lvl9pPr algn="ctr">
              <a:defRPr sz="690" b="0">
                <a:solidFill>
                  <a:srgbClr val="161616"/>
                </a:solidFill>
                <a:latin typeface="DejaVu Sans"/>
                <a:ea typeface="DejaVu Sans"/>
                <a:cs typeface="DejaVu Sans"/>
              </a:defRPr>
            </a:lvl9pPr>
          </a:lstStyle>
          <a:p xmlns:a="http://schemas.openxmlformats.org/drawingml/2006/main">
            <a:pPr algn="ctr">
              <a:defRPr sz="690" b="0">
                <a:solidFill>
                  <a:srgbClr val="161616"/>
                </a:solidFill>
                <a:latin typeface="DejaVu Sans"/>
                <a:ea typeface="DejaVu Sans"/>
                <a:cs typeface="DejaVu Sans"/>
              </a:defRPr>
            </a:pPr>
            <a:r>
              <a:rPr sz="690" b="0">
                <a:solidFill>
                  <a:srgbClr val="161616"/>
                </a:solidFill>
                <a:latin typeface="DejaVu Sans"/>
                <a:ea typeface="DejaVu Sans"/>
                <a:cs typeface="DejaVu Sans"/>
              </a:rPr>
              <a:t>Original text + IDs</a:t>
            </a:r>
          </a:p>
        </p:txBody>
      </p:sp>
      <p:sp>
        <p:nvSpPr>
          <p:cNvPr id="11" name="Figure_6_Reference_Diagnostics-011">
            <a:extLst xmlns:a="http://schemas.openxmlformats.org/drawingml/2006/main">
              <a:ext uri="{FF2B5EF4-FFF2-40B4-BE49-F238E27FC236}">
                <a16:creationId xmlns:a16="http://schemas.microsoft.com/office/drawing/2014/main" id="{2D33FFA1-6283-4348-B4ED-910246ED95F1}"/>
              </a:ext>
            </a:extLst>
          </p:cNvPr>
          <p:cNvSpPr>
            <a:spLocks xmlns:a="http://schemas.openxmlformats.org/drawingml/2006/main" noGrp="1"/>
          </p:cNvSpPr>
          <p:nvPr/>
        </p:nvSpPr>
        <p:spPr>
          <a:xfrm xmlns:a="http://schemas.openxmlformats.org/drawingml/2006/main">
            <a:off x="1524000" y="939800"/>
            <a:ext cx="127" cy="1066800"/>
          </a:xfrm>
          <a:custGeom xmlns:a="http://schemas.openxmlformats.org/drawingml/2006/main">
            <a:pathLst>
              <a:path w="127" h="1066800">
                <a:moveTo>
                  <a:pt x="0" y="0"/>
                </a:moveTo>
                <a:lnTo>
                  <a:pt x="0" y="1066800"/>
                </a:lnTo>
              </a:path>
            </a:pathLst>
          </a:custGeom>
          <a:noFill xmlns:a="http://schemas.openxmlformats.org/drawingml/2006/main"/>
          <a:ln xmlns:a="http://schemas.openxmlformats.org/drawingml/2006/main" w="20320">
            <a:solidFill>
              <a:srgbClr val="161616"/>
            </a:solidFill>
            <a:prstDash val="solid"/>
          </a:ln>
        </p:spPr>
      </p:sp>
      <p:sp>
        <p:nvSpPr>
          <p:cNvPr id="12" name="Figure_6_Reference_Diagnostics-012">
            <a:extLst xmlns:a="http://schemas.openxmlformats.org/drawingml/2006/main">
              <a:ext uri="{FF2B5EF4-FFF2-40B4-BE49-F238E27FC236}">
                <a16:creationId xmlns:a16="http://schemas.microsoft.com/office/drawing/2014/main" id="{DA3923DA-F912-4DED-8F48-3483849AC647}"/>
              </a:ext>
            </a:extLst>
          </p:cNvPr>
          <p:cNvSpPr>
            <a:spLocks xmlns:a="http://schemas.openxmlformats.org/drawingml/2006/main" noGrp="1"/>
          </p:cNvSpPr>
          <p:nvPr/>
        </p:nvSpPr>
        <p:spPr>
          <a:xfrm xmlns:a="http://schemas.openxmlformats.org/drawingml/2006/main">
            <a:off x="1371600" y="1460500"/>
            <a:ext cx="152400" cy="127"/>
          </a:xfrm>
          <a:custGeom xmlns:a="http://schemas.openxmlformats.org/drawingml/2006/main">
            <a:pathLst>
              <a:path w="152400" h="127">
                <a:moveTo>
                  <a:pt x="0" y="0"/>
                </a:moveTo>
                <a:lnTo>
                  <a:pt x="152400" y="0"/>
                </a:lnTo>
              </a:path>
            </a:pathLst>
          </a:custGeom>
          <a:noFill xmlns:a="http://schemas.openxmlformats.org/drawingml/2006/main"/>
          <a:ln xmlns:a="http://schemas.openxmlformats.org/drawingml/2006/main" w="20320">
            <a:solidFill>
              <a:srgbClr val="161616"/>
            </a:solidFill>
            <a:prstDash val="solid"/>
          </a:ln>
        </p:spPr>
      </p:sp>
      <p:sp>
        <p:nvSpPr>
          <p:cNvPr id="13" name="Figure_6_Reference_Diagnostics-013">
            <a:extLst xmlns:a="http://schemas.openxmlformats.org/drawingml/2006/main">
              <a:ext uri="{FF2B5EF4-FFF2-40B4-BE49-F238E27FC236}">
                <a16:creationId xmlns:a16="http://schemas.microsoft.com/office/drawing/2014/main" id="{61A47220-3730-4C56-9608-AD9D4C4326F5}"/>
              </a:ext>
            </a:extLst>
          </p:cNvPr>
          <p:cNvSpPr>
            <a:spLocks xmlns:a="http://schemas.openxmlformats.org/drawingml/2006/main" noGrp="1"/>
          </p:cNvSpPr>
          <p:nvPr/>
        </p:nvSpPr>
        <p:spPr>
          <a:xfrm xmlns:a="http://schemas.openxmlformats.org/drawingml/2006/main">
            <a:off x="1473200" y="14381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14" name="Figure_6_Reference_Diagnostics-014">
            <a:extLst xmlns:a="http://schemas.openxmlformats.org/drawingml/2006/main">
              <a:ext uri="{FF2B5EF4-FFF2-40B4-BE49-F238E27FC236}">
                <a16:creationId xmlns:a16="http://schemas.microsoft.com/office/drawing/2014/main" id="{3CF4D623-F0FF-4FF7-903F-E8FB708C21B3}"/>
              </a:ext>
            </a:extLst>
          </p:cNvPr>
          <p:cNvSpPr>
            <a:spLocks xmlns:a="http://schemas.openxmlformats.org/drawingml/2006/main" noGrp="1"/>
          </p:cNvSpPr>
          <p:nvPr/>
        </p:nvSpPr>
        <p:spPr>
          <a:xfrm xmlns:a="http://schemas.openxmlformats.org/drawingml/2006/main">
            <a:off x="1524000" y="9271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20320">
            <a:solidFill>
              <a:srgbClr val="161616"/>
            </a:solidFill>
            <a:prstDash val="solid"/>
          </a:ln>
        </p:spPr>
      </p:sp>
      <p:sp>
        <p:nvSpPr>
          <p:cNvPr id="15" name="Figure_6_Reference_Diagnostics-015">
            <a:extLst xmlns:a="http://schemas.openxmlformats.org/drawingml/2006/main">
              <a:ext uri="{FF2B5EF4-FFF2-40B4-BE49-F238E27FC236}">
                <a16:creationId xmlns:a16="http://schemas.microsoft.com/office/drawing/2014/main" id="{72026B57-A0BA-4547-8A85-27A1BC001B1A}"/>
              </a:ext>
            </a:extLst>
          </p:cNvPr>
          <p:cNvSpPr>
            <a:spLocks xmlns:a="http://schemas.openxmlformats.org/drawingml/2006/main" noGrp="1"/>
          </p:cNvSpPr>
          <p:nvPr/>
        </p:nvSpPr>
        <p:spPr>
          <a:xfrm xmlns:a="http://schemas.openxmlformats.org/drawingml/2006/main">
            <a:off x="1651000" y="9047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16" name="Figure_6_Reference_Diagnostics-016">
            <a:extLst xmlns:a="http://schemas.openxmlformats.org/drawingml/2006/main">
              <a:ext uri="{FF2B5EF4-FFF2-40B4-BE49-F238E27FC236}">
                <a16:creationId xmlns:a16="http://schemas.microsoft.com/office/drawing/2014/main" id="{9BDEC06C-9C40-4596-8F2C-4F59C69AE131}"/>
              </a:ext>
            </a:extLst>
          </p:cNvPr>
          <p:cNvSpPr>
            <a:spLocks xmlns:a="http://schemas.openxmlformats.org/drawingml/2006/main" noGrp="1"/>
          </p:cNvSpPr>
          <p:nvPr/>
        </p:nvSpPr>
        <p:spPr>
          <a:xfrm xmlns:a="http://schemas.openxmlformats.org/drawingml/2006/main">
            <a:off x="1765300" y="736600"/>
            <a:ext cx="2260600" cy="406400"/>
          </a:xfrm>
          <a:prstGeom xmlns:a="http://schemas.openxmlformats.org/drawingml/2006/main" prst="roundRect">
            <a:avLst>
              <a:gd name="adj" fmla="val 12500"/>
            </a:avLst>
          </a:prstGeom>
          <a:solidFill xmlns:a="http://schemas.openxmlformats.org/drawingml/2006/main">
            <a:srgbClr val="FDE694"/>
          </a:solidFill>
          <a:ln xmlns:a="http://schemas.openxmlformats.org/drawingml/2006/main" w="10160">
            <a:solidFill>
              <a:srgbClr val="161616"/>
            </a:solidFill>
            <a:prstDash val="solid"/>
          </a:ln>
        </p:spPr>
      </p:sp>
      <p:sp>
        <p:nvSpPr>
          <p:cNvPr id="17" name="Figure_6_Reference_Diagnostics-017">
            <a:extLst xmlns:a="http://schemas.openxmlformats.org/drawingml/2006/main">
              <a:ext uri="{FF2B5EF4-FFF2-40B4-BE49-F238E27FC236}">
                <a16:creationId xmlns:a16="http://schemas.microsoft.com/office/drawing/2014/main" id="{759B6D96-3F49-4FAF-A323-A0A7161FB133}"/>
              </a:ext>
            </a:extLst>
          </p:cNvPr>
          <p:cNvSpPr>
            <a:spLocks xmlns:a="http://schemas.openxmlformats.org/drawingml/2006/main" noGrp="1"/>
          </p:cNvSpPr>
          <p:nvPr/>
        </p:nvSpPr>
        <p:spPr>
          <a:xfrm xmlns:a="http://schemas.openxmlformats.org/drawingml/2006/main">
            <a:off x="1841500" y="787400"/>
            <a:ext cx="210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50" b="1">
                <a:solidFill>
                  <a:srgbClr val="161616"/>
                </a:solidFill>
                <a:latin typeface="DejaVu Sans"/>
                <a:ea typeface="DejaVu Sans"/>
                <a:cs typeface="DejaVu Sans"/>
              </a:defRPr>
            </a:defPPr>
            <a:lvl1pPr algn="l">
              <a:defRPr sz="750" b="1">
                <a:solidFill>
                  <a:srgbClr val="161616"/>
                </a:solidFill>
                <a:latin typeface="DejaVu Sans"/>
                <a:ea typeface="DejaVu Sans"/>
                <a:cs typeface="DejaVu Sans"/>
              </a:defRPr>
            </a:lvl1pPr>
            <a:lvl2pPr algn="l">
              <a:defRPr sz="750" b="1">
                <a:solidFill>
                  <a:srgbClr val="161616"/>
                </a:solidFill>
                <a:latin typeface="DejaVu Sans"/>
                <a:ea typeface="DejaVu Sans"/>
                <a:cs typeface="DejaVu Sans"/>
              </a:defRPr>
            </a:lvl2pPr>
            <a:lvl3pPr algn="l">
              <a:defRPr sz="750" b="1">
                <a:solidFill>
                  <a:srgbClr val="161616"/>
                </a:solidFill>
                <a:latin typeface="DejaVu Sans"/>
                <a:ea typeface="DejaVu Sans"/>
                <a:cs typeface="DejaVu Sans"/>
              </a:defRPr>
            </a:lvl3pPr>
            <a:lvl4pPr algn="l">
              <a:defRPr sz="750" b="1">
                <a:solidFill>
                  <a:srgbClr val="161616"/>
                </a:solidFill>
                <a:latin typeface="DejaVu Sans"/>
                <a:ea typeface="DejaVu Sans"/>
                <a:cs typeface="DejaVu Sans"/>
              </a:defRPr>
            </a:lvl4pPr>
            <a:lvl5pPr algn="l">
              <a:defRPr sz="750" b="1">
                <a:solidFill>
                  <a:srgbClr val="161616"/>
                </a:solidFill>
                <a:latin typeface="DejaVu Sans"/>
                <a:ea typeface="DejaVu Sans"/>
                <a:cs typeface="DejaVu Sans"/>
              </a:defRPr>
            </a:lvl5pPr>
            <a:lvl6pPr algn="l">
              <a:defRPr sz="750" b="1">
                <a:solidFill>
                  <a:srgbClr val="161616"/>
                </a:solidFill>
                <a:latin typeface="DejaVu Sans"/>
                <a:ea typeface="DejaVu Sans"/>
                <a:cs typeface="DejaVu Sans"/>
              </a:defRPr>
            </a:lvl6pPr>
            <a:lvl7pPr algn="l">
              <a:defRPr sz="750" b="1">
                <a:solidFill>
                  <a:srgbClr val="161616"/>
                </a:solidFill>
                <a:latin typeface="DejaVu Sans"/>
                <a:ea typeface="DejaVu Sans"/>
                <a:cs typeface="DejaVu Sans"/>
              </a:defRPr>
            </a:lvl7pPr>
            <a:lvl8pPr algn="l">
              <a:defRPr sz="750" b="1">
                <a:solidFill>
                  <a:srgbClr val="161616"/>
                </a:solidFill>
                <a:latin typeface="DejaVu Sans"/>
                <a:ea typeface="DejaVu Sans"/>
                <a:cs typeface="DejaVu Sans"/>
              </a:defRPr>
            </a:lvl8pPr>
            <a:lvl9pPr algn="l">
              <a:defRPr sz="750" b="1">
                <a:solidFill>
                  <a:srgbClr val="161616"/>
                </a:solidFill>
                <a:latin typeface="DejaVu Sans"/>
                <a:ea typeface="DejaVu Sans"/>
                <a:cs typeface="DejaVu Sans"/>
              </a:defRPr>
            </a:lvl9pPr>
          </a:lstStyle>
          <a:p xmlns:a="http://schemas.openxmlformats.org/drawingml/2006/main">
            <a:pPr algn="l">
              <a:defRPr sz="750" b="1">
                <a:solidFill>
                  <a:srgbClr val="161616"/>
                </a:solidFill>
                <a:latin typeface="DejaVu Sans"/>
                <a:ea typeface="DejaVu Sans"/>
                <a:cs typeface="DejaVu Sans"/>
              </a:defRPr>
            </a:pPr>
            <a:r>
              <a:rPr sz="750" b="1">
                <a:solidFill>
                  <a:srgbClr val="161616"/>
                </a:solidFill>
                <a:latin typeface="DejaVu Sans"/>
                <a:ea typeface="DejaVu Sans"/>
                <a:cs typeface="DejaVu Sans"/>
              </a:rPr>
              <a:t>Selected packet S</a:t>
            </a:r>
          </a:p>
        </p:txBody>
      </p:sp>
      <p:sp>
        <p:nvSpPr>
          <p:cNvPr id="18" name="Figure_6_Reference_Diagnostics-018">
            <a:extLst xmlns:a="http://schemas.openxmlformats.org/drawingml/2006/main">
              <a:ext uri="{FF2B5EF4-FFF2-40B4-BE49-F238E27FC236}">
                <a16:creationId xmlns:a16="http://schemas.microsoft.com/office/drawing/2014/main" id="{E7910776-C106-433B-AC10-E24C87100418}"/>
              </a:ext>
            </a:extLst>
          </p:cNvPr>
          <p:cNvSpPr>
            <a:spLocks xmlns:a="http://schemas.openxmlformats.org/drawingml/2006/main" noGrp="1"/>
          </p:cNvSpPr>
          <p:nvPr/>
        </p:nvSpPr>
        <p:spPr>
          <a:xfrm xmlns:a="http://schemas.openxmlformats.org/drawingml/2006/main">
            <a:off x="1841500" y="952500"/>
            <a:ext cx="21082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80" b="0">
                <a:solidFill>
                  <a:srgbClr val="161616"/>
                </a:solidFill>
                <a:latin typeface="DejaVu Sans"/>
                <a:ea typeface="DejaVu Sans"/>
                <a:cs typeface="DejaVu Sans"/>
              </a:defRPr>
            </a:defPPr>
            <a:lvl1pPr algn="l">
              <a:defRPr sz="680" b="0">
                <a:solidFill>
                  <a:srgbClr val="161616"/>
                </a:solidFill>
                <a:latin typeface="DejaVu Sans"/>
                <a:ea typeface="DejaVu Sans"/>
                <a:cs typeface="DejaVu Sans"/>
              </a:defRPr>
            </a:lvl1pPr>
            <a:lvl2pPr algn="l">
              <a:defRPr sz="680" b="0">
                <a:solidFill>
                  <a:srgbClr val="161616"/>
                </a:solidFill>
                <a:latin typeface="DejaVu Sans"/>
                <a:ea typeface="DejaVu Sans"/>
                <a:cs typeface="DejaVu Sans"/>
              </a:defRPr>
            </a:lvl2pPr>
            <a:lvl3pPr algn="l">
              <a:defRPr sz="680" b="0">
                <a:solidFill>
                  <a:srgbClr val="161616"/>
                </a:solidFill>
                <a:latin typeface="DejaVu Sans"/>
                <a:ea typeface="DejaVu Sans"/>
                <a:cs typeface="DejaVu Sans"/>
              </a:defRPr>
            </a:lvl3pPr>
            <a:lvl4pPr algn="l">
              <a:defRPr sz="680" b="0">
                <a:solidFill>
                  <a:srgbClr val="161616"/>
                </a:solidFill>
                <a:latin typeface="DejaVu Sans"/>
                <a:ea typeface="DejaVu Sans"/>
                <a:cs typeface="DejaVu Sans"/>
              </a:defRPr>
            </a:lvl4pPr>
            <a:lvl5pPr algn="l">
              <a:defRPr sz="680" b="0">
                <a:solidFill>
                  <a:srgbClr val="161616"/>
                </a:solidFill>
                <a:latin typeface="DejaVu Sans"/>
                <a:ea typeface="DejaVu Sans"/>
                <a:cs typeface="DejaVu Sans"/>
              </a:defRPr>
            </a:lvl5pPr>
            <a:lvl6pPr algn="l">
              <a:defRPr sz="680" b="0">
                <a:solidFill>
                  <a:srgbClr val="161616"/>
                </a:solidFill>
                <a:latin typeface="DejaVu Sans"/>
                <a:ea typeface="DejaVu Sans"/>
                <a:cs typeface="DejaVu Sans"/>
              </a:defRPr>
            </a:lvl6pPr>
            <a:lvl7pPr algn="l">
              <a:defRPr sz="680" b="0">
                <a:solidFill>
                  <a:srgbClr val="161616"/>
                </a:solidFill>
                <a:latin typeface="DejaVu Sans"/>
                <a:ea typeface="DejaVu Sans"/>
                <a:cs typeface="DejaVu Sans"/>
              </a:defRPr>
            </a:lvl7pPr>
            <a:lvl8pPr algn="l">
              <a:defRPr sz="680" b="0">
                <a:solidFill>
                  <a:srgbClr val="161616"/>
                </a:solidFill>
                <a:latin typeface="DejaVu Sans"/>
                <a:ea typeface="DejaVu Sans"/>
                <a:cs typeface="DejaVu Sans"/>
              </a:defRPr>
            </a:lvl8pPr>
            <a:lvl9pPr algn="l">
              <a:defRPr sz="680" b="0">
                <a:solidFill>
                  <a:srgbClr val="161616"/>
                </a:solidFill>
                <a:latin typeface="DejaVu Sans"/>
                <a:ea typeface="DejaVu Sans"/>
                <a:cs typeface="DejaVu Sans"/>
              </a:defRPr>
            </a:lvl9pPr>
          </a:lstStyle>
          <a:p xmlns:a="http://schemas.openxmlformats.org/drawingml/2006/main">
            <a:pPr algn="l">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Automatic selection; 256-token cap</a:t>
            </a:r>
          </a:p>
        </p:txBody>
      </p:sp>
      <p:sp>
        <p:nvSpPr>
          <p:cNvPr id="19" name="Figure_6_Reference_Diagnostics-019">
            <a:extLst xmlns:a="http://schemas.openxmlformats.org/drawingml/2006/main">
              <a:ext uri="{FF2B5EF4-FFF2-40B4-BE49-F238E27FC236}">
                <a16:creationId xmlns:a16="http://schemas.microsoft.com/office/drawing/2014/main" id="{5E7C980B-34FA-4BAD-9E91-5F37D179AE17}"/>
              </a:ext>
            </a:extLst>
          </p:cNvPr>
          <p:cNvSpPr>
            <a:spLocks xmlns:a="http://schemas.openxmlformats.org/drawingml/2006/main" noGrp="1"/>
          </p:cNvSpPr>
          <p:nvPr/>
        </p:nvSpPr>
        <p:spPr>
          <a:xfrm xmlns:a="http://schemas.openxmlformats.org/drawingml/2006/main">
            <a:off x="4051300" y="939800"/>
            <a:ext cx="203200" cy="127"/>
          </a:xfrm>
          <a:custGeom xmlns:a="http://schemas.openxmlformats.org/drawingml/2006/main">
            <a:pathLst>
              <a:path w="203200" h="127">
                <a:moveTo>
                  <a:pt x="0" y="0"/>
                </a:moveTo>
                <a:lnTo>
                  <a:pt x="203200" y="0"/>
                </a:lnTo>
              </a:path>
            </a:pathLst>
          </a:custGeom>
          <a:noFill xmlns:a="http://schemas.openxmlformats.org/drawingml/2006/main"/>
          <a:ln xmlns:a="http://schemas.openxmlformats.org/drawingml/2006/main" w="17780">
            <a:solidFill>
              <a:srgbClr val="161616"/>
            </a:solidFill>
            <a:prstDash val="solid"/>
          </a:ln>
        </p:spPr>
      </p:sp>
      <p:sp>
        <p:nvSpPr>
          <p:cNvPr id="20" name="Figure_6_Reference_Diagnostics-020">
            <a:extLst xmlns:a="http://schemas.openxmlformats.org/drawingml/2006/main">
              <a:ext uri="{FF2B5EF4-FFF2-40B4-BE49-F238E27FC236}">
                <a16:creationId xmlns:a16="http://schemas.microsoft.com/office/drawing/2014/main" id="{F9F38BF4-B80C-4606-BE20-3EC78A7DCD3F}"/>
              </a:ext>
            </a:extLst>
          </p:cNvPr>
          <p:cNvSpPr>
            <a:spLocks xmlns:a="http://schemas.openxmlformats.org/drawingml/2006/main" noGrp="1"/>
          </p:cNvSpPr>
          <p:nvPr/>
        </p:nvSpPr>
        <p:spPr>
          <a:xfrm xmlns:a="http://schemas.openxmlformats.org/drawingml/2006/main">
            <a:off x="4203700" y="9174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21" name="Figure_6_Reference_Diagnostics-021">
            <a:extLst xmlns:a="http://schemas.openxmlformats.org/drawingml/2006/main">
              <a:ext uri="{FF2B5EF4-FFF2-40B4-BE49-F238E27FC236}">
                <a16:creationId xmlns:a16="http://schemas.microsoft.com/office/drawing/2014/main" id="{8A62D776-BC96-4503-A570-5876BA900D59}"/>
              </a:ext>
            </a:extLst>
          </p:cNvPr>
          <p:cNvSpPr>
            <a:spLocks xmlns:a="http://schemas.openxmlformats.org/drawingml/2006/main" noGrp="1"/>
          </p:cNvSpPr>
          <p:nvPr/>
        </p:nvSpPr>
        <p:spPr>
          <a:xfrm xmlns:a="http://schemas.openxmlformats.org/drawingml/2006/main">
            <a:off x="1524000" y="14732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20320">
            <a:solidFill>
              <a:srgbClr val="161616"/>
            </a:solidFill>
            <a:prstDash val="solid"/>
          </a:ln>
        </p:spPr>
      </p:sp>
      <p:sp>
        <p:nvSpPr>
          <p:cNvPr id="22" name="Figure_6_Reference_Diagnostics-022">
            <a:extLst xmlns:a="http://schemas.openxmlformats.org/drawingml/2006/main">
              <a:ext uri="{FF2B5EF4-FFF2-40B4-BE49-F238E27FC236}">
                <a16:creationId xmlns:a16="http://schemas.microsoft.com/office/drawing/2014/main" id="{D89AAE13-412A-4C93-94DB-21CE1513CE2F}"/>
              </a:ext>
            </a:extLst>
          </p:cNvPr>
          <p:cNvSpPr>
            <a:spLocks xmlns:a="http://schemas.openxmlformats.org/drawingml/2006/main" noGrp="1"/>
          </p:cNvSpPr>
          <p:nvPr/>
        </p:nvSpPr>
        <p:spPr>
          <a:xfrm xmlns:a="http://schemas.openxmlformats.org/drawingml/2006/main">
            <a:off x="1651000" y="14508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23" name="Figure_6_Reference_Diagnostics-023">
            <a:extLst xmlns:a="http://schemas.openxmlformats.org/drawingml/2006/main">
              <a:ext uri="{FF2B5EF4-FFF2-40B4-BE49-F238E27FC236}">
                <a16:creationId xmlns:a16="http://schemas.microsoft.com/office/drawing/2014/main" id="{079FD0BD-59CA-465C-9272-B0EB05BF2336}"/>
              </a:ext>
            </a:extLst>
          </p:cNvPr>
          <p:cNvSpPr>
            <a:spLocks xmlns:a="http://schemas.openxmlformats.org/drawingml/2006/main" noGrp="1"/>
          </p:cNvSpPr>
          <p:nvPr/>
        </p:nvSpPr>
        <p:spPr>
          <a:xfrm xmlns:a="http://schemas.openxmlformats.org/drawingml/2006/main">
            <a:off x="1765300" y="1282700"/>
            <a:ext cx="2260600" cy="406400"/>
          </a:xfrm>
          <a:prstGeom xmlns:a="http://schemas.openxmlformats.org/drawingml/2006/main" prst="roundRect">
            <a:avLst>
              <a:gd name="adj" fmla="val 12500"/>
            </a:avLst>
          </a:prstGeom>
          <a:solidFill xmlns:a="http://schemas.openxmlformats.org/drawingml/2006/main">
            <a:srgbClr val="DAE2F5"/>
          </a:solidFill>
          <a:ln xmlns:a="http://schemas.openxmlformats.org/drawingml/2006/main" w="10160">
            <a:solidFill>
              <a:srgbClr val="161616"/>
            </a:solidFill>
            <a:prstDash val="solid"/>
          </a:ln>
        </p:spPr>
      </p:sp>
      <p:sp>
        <p:nvSpPr>
          <p:cNvPr id="24" name="Figure_6_Reference_Diagnostics-024">
            <a:extLst xmlns:a="http://schemas.openxmlformats.org/drawingml/2006/main">
              <a:ext uri="{FF2B5EF4-FFF2-40B4-BE49-F238E27FC236}">
                <a16:creationId xmlns:a16="http://schemas.microsoft.com/office/drawing/2014/main" id="{40D2B66A-6C4F-431A-B24C-4109BA01096E}"/>
              </a:ext>
            </a:extLst>
          </p:cNvPr>
          <p:cNvSpPr>
            <a:spLocks xmlns:a="http://schemas.openxmlformats.org/drawingml/2006/main" noGrp="1"/>
          </p:cNvSpPr>
          <p:nvPr/>
        </p:nvSpPr>
        <p:spPr>
          <a:xfrm xmlns:a="http://schemas.openxmlformats.org/drawingml/2006/main">
            <a:off x="1841500" y="1333500"/>
            <a:ext cx="210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50" b="1">
                <a:solidFill>
                  <a:srgbClr val="161616"/>
                </a:solidFill>
                <a:latin typeface="DejaVu Sans"/>
                <a:ea typeface="DejaVu Sans"/>
                <a:cs typeface="DejaVu Sans"/>
              </a:defRPr>
            </a:defPPr>
            <a:lvl1pPr algn="l">
              <a:defRPr sz="750" b="1">
                <a:solidFill>
                  <a:srgbClr val="161616"/>
                </a:solidFill>
                <a:latin typeface="DejaVu Sans"/>
                <a:ea typeface="DejaVu Sans"/>
                <a:cs typeface="DejaVu Sans"/>
              </a:defRPr>
            </a:lvl1pPr>
            <a:lvl2pPr algn="l">
              <a:defRPr sz="750" b="1">
                <a:solidFill>
                  <a:srgbClr val="161616"/>
                </a:solidFill>
                <a:latin typeface="DejaVu Sans"/>
                <a:ea typeface="DejaVu Sans"/>
                <a:cs typeface="DejaVu Sans"/>
              </a:defRPr>
            </a:lvl2pPr>
            <a:lvl3pPr algn="l">
              <a:defRPr sz="750" b="1">
                <a:solidFill>
                  <a:srgbClr val="161616"/>
                </a:solidFill>
                <a:latin typeface="DejaVu Sans"/>
                <a:ea typeface="DejaVu Sans"/>
                <a:cs typeface="DejaVu Sans"/>
              </a:defRPr>
            </a:lvl3pPr>
            <a:lvl4pPr algn="l">
              <a:defRPr sz="750" b="1">
                <a:solidFill>
                  <a:srgbClr val="161616"/>
                </a:solidFill>
                <a:latin typeface="DejaVu Sans"/>
                <a:ea typeface="DejaVu Sans"/>
                <a:cs typeface="DejaVu Sans"/>
              </a:defRPr>
            </a:lvl4pPr>
            <a:lvl5pPr algn="l">
              <a:defRPr sz="750" b="1">
                <a:solidFill>
                  <a:srgbClr val="161616"/>
                </a:solidFill>
                <a:latin typeface="DejaVu Sans"/>
                <a:ea typeface="DejaVu Sans"/>
                <a:cs typeface="DejaVu Sans"/>
              </a:defRPr>
            </a:lvl5pPr>
            <a:lvl6pPr algn="l">
              <a:defRPr sz="750" b="1">
                <a:solidFill>
                  <a:srgbClr val="161616"/>
                </a:solidFill>
                <a:latin typeface="DejaVu Sans"/>
                <a:ea typeface="DejaVu Sans"/>
                <a:cs typeface="DejaVu Sans"/>
              </a:defRPr>
            </a:lvl6pPr>
            <a:lvl7pPr algn="l">
              <a:defRPr sz="750" b="1">
                <a:solidFill>
                  <a:srgbClr val="161616"/>
                </a:solidFill>
                <a:latin typeface="DejaVu Sans"/>
                <a:ea typeface="DejaVu Sans"/>
                <a:cs typeface="DejaVu Sans"/>
              </a:defRPr>
            </a:lvl7pPr>
            <a:lvl8pPr algn="l">
              <a:defRPr sz="750" b="1">
                <a:solidFill>
                  <a:srgbClr val="161616"/>
                </a:solidFill>
                <a:latin typeface="DejaVu Sans"/>
                <a:ea typeface="DejaVu Sans"/>
                <a:cs typeface="DejaVu Sans"/>
              </a:defRPr>
            </a:lvl8pPr>
            <a:lvl9pPr algn="l">
              <a:defRPr sz="750" b="1">
                <a:solidFill>
                  <a:srgbClr val="161616"/>
                </a:solidFill>
                <a:latin typeface="DejaVu Sans"/>
                <a:ea typeface="DejaVu Sans"/>
                <a:cs typeface="DejaVu Sans"/>
              </a:defRPr>
            </a:lvl9pPr>
          </a:lstStyle>
          <a:p xmlns:a="http://schemas.openxmlformats.org/drawingml/2006/main">
            <a:pPr algn="l">
              <a:defRPr sz="750" b="1">
                <a:solidFill>
                  <a:srgbClr val="161616"/>
                </a:solidFill>
                <a:latin typeface="DejaVu Sans"/>
                <a:ea typeface="DejaVu Sans"/>
                <a:cs typeface="DejaVu Sans"/>
              </a:defRPr>
            </a:pPr>
            <a:r>
              <a:rPr sz="750" b="1">
                <a:solidFill>
                  <a:srgbClr val="161616"/>
                </a:solidFill>
                <a:latin typeface="DejaVu Sans"/>
                <a:ea typeface="DejaVu Sans"/>
                <a:cs typeface="DejaVu Sans"/>
              </a:rPr>
              <a:t>Full context V</a:t>
            </a:r>
          </a:p>
        </p:txBody>
      </p:sp>
      <p:sp>
        <p:nvSpPr>
          <p:cNvPr id="25" name="Figure_6_Reference_Diagnostics-025">
            <a:extLst xmlns:a="http://schemas.openxmlformats.org/drawingml/2006/main">
              <a:ext uri="{FF2B5EF4-FFF2-40B4-BE49-F238E27FC236}">
                <a16:creationId xmlns:a16="http://schemas.microsoft.com/office/drawing/2014/main" id="{AEC70039-E5B4-48BA-A18C-AA07255DCC88}"/>
              </a:ext>
            </a:extLst>
          </p:cNvPr>
          <p:cNvSpPr>
            <a:spLocks xmlns:a="http://schemas.openxmlformats.org/drawingml/2006/main" noGrp="1"/>
          </p:cNvSpPr>
          <p:nvPr/>
        </p:nvSpPr>
        <p:spPr>
          <a:xfrm xmlns:a="http://schemas.openxmlformats.org/drawingml/2006/main">
            <a:off x="1841500" y="1498600"/>
            <a:ext cx="21082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80" b="0">
                <a:solidFill>
                  <a:srgbClr val="161616"/>
                </a:solidFill>
                <a:latin typeface="DejaVu Sans"/>
                <a:ea typeface="DejaVu Sans"/>
                <a:cs typeface="DejaVu Sans"/>
              </a:defRPr>
            </a:defPPr>
            <a:lvl1pPr algn="l">
              <a:defRPr sz="680" b="0">
                <a:solidFill>
                  <a:srgbClr val="161616"/>
                </a:solidFill>
                <a:latin typeface="DejaVu Sans"/>
                <a:ea typeface="DejaVu Sans"/>
                <a:cs typeface="DejaVu Sans"/>
              </a:defRPr>
            </a:lvl1pPr>
            <a:lvl2pPr algn="l">
              <a:defRPr sz="680" b="0">
                <a:solidFill>
                  <a:srgbClr val="161616"/>
                </a:solidFill>
                <a:latin typeface="DejaVu Sans"/>
                <a:ea typeface="DejaVu Sans"/>
                <a:cs typeface="DejaVu Sans"/>
              </a:defRPr>
            </a:lvl2pPr>
            <a:lvl3pPr algn="l">
              <a:defRPr sz="680" b="0">
                <a:solidFill>
                  <a:srgbClr val="161616"/>
                </a:solidFill>
                <a:latin typeface="DejaVu Sans"/>
                <a:ea typeface="DejaVu Sans"/>
                <a:cs typeface="DejaVu Sans"/>
              </a:defRPr>
            </a:lvl3pPr>
            <a:lvl4pPr algn="l">
              <a:defRPr sz="680" b="0">
                <a:solidFill>
                  <a:srgbClr val="161616"/>
                </a:solidFill>
                <a:latin typeface="DejaVu Sans"/>
                <a:ea typeface="DejaVu Sans"/>
                <a:cs typeface="DejaVu Sans"/>
              </a:defRPr>
            </a:lvl4pPr>
            <a:lvl5pPr algn="l">
              <a:defRPr sz="680" b="0">
                <a:solidFill>
                  <a:srgbClr val="161616"/>
                </a:solidFill>
                <a:latin typeface="DejaVu Sans"/>
                <a:ea typeface="DejaVu Sans"/>
                <a:cs typeface="DejaVu Sans"/>
              </a:defRPr>
            </a:lvl5pPr>
            <a:lvl6pPr algn="l">
              <a:defRPr sz="680" b="0">
                <a:solidFill>
                  <a:srgbClr val="161616"/>
                </a:solidFill>
                <a:latin typeface="DejaVu Sans"/>
                <a:ea typeface="DejaVu Sans"/>
                <a:cs typeface="DejaVu Sans"/>
              </a:defRPr>
            </a:lvl6pPr>
            <a:lvl7pPr algn="l">
              <a:defRPr sz="680" b="0">
                <a:solidFill>
                  <a:srgbClr val="161616"/>
                </a:solidFill>
                <a:latin typeface="DejaVu Sans"/>
                <a:ea typeface="DejaVu Sans"/>
                <a:cs typeface="DejaVu Sans"/>
              </a:defRPr>
            </a:lvl7pPr>
            <a:lvl8pPr algn="l">
              <a:defRPr sz="680" b="0">
                <a:solidFill>
                  <a:srgbClr val="161616"/>
                </a:solidFill>
                <a:latin typeface="DejaVu Sans"/>
                <a:ea typeface="DejaVu Sans"/>
                <a:cs typeface="DejaVu Sans"/>
              </a:defRPr>
            </a:lvl8pPr>
            <a:lvl9pPr algn="l">
              <a:defRPr sz="680" b="0">
                <a:solidFill>
                  <a:srgbClr val="161616"/>
                </a:solidFill>
                <a:latin typeface="DejaVu Sans"/>
                <a:ea typeface="DejaVu Sans"/>
                <a:cs typeface="DejaVu Sans"/>
              </a:defRPr>
            </a:lvl9pPr>
          </a:lstStyle>
          <a:p xmlns:a="http://schemas.openxmlformats.org/drawingml/2006/main">
            <a:pPr algn="l">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All candidate units</a:t>
            </a:r>
          </a:p>
        </p:txBody>
      </p:sp>
      <p:sp>
        <p:nvSpPr>
          <p:cNvPr id="26" name="Figure_6_Reference_Diagnostics-026">
            <a:extLst xmlns:a="http://schemas.openxmlformats.org/drawingml/2006/main">
              <a:ext uri="{FF2B5EF4-FFF2-40B4-BE49-F238E27FC236}">
                <a16:creationId xmlns:a16="http://schemas.microsoft.com/office/drawing/2014/main" id="{5B702025-F99D-4CCD-89A1-213331F33CF7}"/>
              </a:ext>
            </a:extLst>
          </p:cNvPr>
          <p:cNvSpPr>
            <a:spLocks xmlns:a="http://schemas.openxmlformats.org/drawingml/2006/main" noGrp="1"/>
          </p:cNvSpPr>
          <p:nvPr/>
        </p:nvSpPr>
        <p:spPr>
          <a:xfrm xmlns:a="http://schemas.openxmlformats.org/drawingml/2006/main">
            <a:off x="4051300" y="1485900"/>
            <a:ext cx="203200" cy="127"/>
          </a:xfrm>
          <a:custGeom xmlns:a="http://schemas.openxmlformats.org/drawingml/2006/main">
            <a:pathLst>
              <a:path w="203200" h="127">
                <a:moveTo>
                  <a:pt x="0" y="0"/>
                </a:moveTo>
                <a:lnTo>
                  <a:pt x="203200" y="0"/>
                </a:lnTo>
              </a:path>
            </a:pathLst>
          </a:custGeom>
          <a:noFill xmlns:a="http://schemas.openxmlformats.org/drawingml/2006/main"/>
          <a:ln xmlns:a="http://schemas.openxmlformats.org/drawingml/2006/main" w="17780">
            <a:solidFill>
              <a:srgbClr val="161616"/>
            </a:solidFill>
            <a:prstDash val="solid"/>
          </a:ln>
        </p:spPr>
      </p:sp>
      <p:sp>
        <p:nvSpPr>
          <p:cNvPr id="27" name="Figure_6_Reference_Diagnostics-027">
            <a:extLst xmlns:a="http://schemas.openxmlformats.org/drawingml/2006/main">
              <a:ext uri="{FF2B5EF4-FFF2-40B4-BE49-F238E27FC236}">
                <a16:creationId xmlns:a16="http://schemas.microsoft.com/office/drawing/2014/main" id="{C83EBECD-6215-42B4-9062-5630233914E7}"/>
              </a:ext>
            </a:extLst>
          </p:cNvPr>
          <p:cNvSpPr>
            <a:spLocks xmlns:a="http://schemas.openxmlformats.org/drawingml/2006/main" noGrp="1"/>
          </p:cNvSpPr>
          <p:nvPr/>
        </p:nvSpPr>
        <p:spPr>
          <a:xfrm xmlns:a="http://schemas.openxmlformats.org/drawingml/2006/main">
            <a:off x="4203700" y="14635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28" name="Figure_6_Reference_Diagnostics-028">
            <a:extLst xmlns:a="http://schemas.openxmlformats.org/drawingml/2006/main">
              <a:ext uri="{FF2B5EF4-FFF2-40B4-BE49-F238E27FC236}">
                <a16:creationId xmlns:a16="http://schemas.microsoft.com/office/drawing/2014/main" id="{D596933C-EA09-4643-AEDC-AD0C4158B0A3}"/>
              </a:ext>
            </a:extLst>
          </p:cNvPr>
          <p:cNvSpPr>
            <a:spLocks xmlns:a="http://schemas.openxmlformats.org/drawingml/2006/main" noGrp="1"/>
          </p:cNvSpPr>
          <p:nvPr/>
        </p:nvSpPr>
        <p:spPr>
          <a:xfrm xmlns:a="http://schemas.openxmlformats.org/drawingml/2006/main">
            <a:off x="1524000" y="20193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20320">
            <a:solidFill>
              <a:srgbClr val="161616"/>
            </a:solidFill>
            <a:prstDash val="solid"/>
          </a:ln>
        </p:spPr>
      </p:sp>
      <p:sp>
        <p:nvSpPr>
          <p:cNvPr id="29" name="Figure_6_Reference_Diagnostics-029">
            <a:extLst xmlns:a="http://schemas.openxmlformats.org/drawingml/2006/main">
              <a:ext uri="{FF2B5EF4-FFF2-40B4-BE49-F238E27FC236}">
                <a16:creationId xmlns:a16="http://schemas.microsoft.com/office/drawing/2014/main" id="{E7D81998-64B7-4865-9D1E-B9DC148A0F41}"/>
              </a:ext>
            </a:extLst>
          </p:cNvPr>
          <p:cNvSpPr>
            <a:spLocks xmlns:a="http://schemas.openxmlformats.org/drawingml/2006/main" noGrp="1"/>
          </p:cNvSpPr>
          <p:nvPr/>
        </p:nvSpPr>
        <p:spPr>
          <a:xfrm xmlns:a="http://schemas.openxmlformats.org/drawingml/2006/main">
            <a:off x="1651000" y="19969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30" name="Figure_6_Reference_Diagnostics-030">
            <a:extLst xmlns:a="http://schemas.openxmlformats.org/drawingml/2006/main">
              <a:ext uri="{FF2B5EF4-FFF2-40B4-BE49-F238E27FC236}">
                <a16:creationId xmlns:a16="http://schemas.microsoft.com/office/drawing/2014/main" id="{0FE7E9EC-B69E-4E4F-96C8-5C17C2953ECA}"/>
              </a:ext>
            </a:extLst>
          </p:cNvPr>
          <p:cNvSpPr>
            <a:spLocks xmlns:a="http://schemas.openxmlformats.org/drawingml/2006/main" noGrp="1"/>
          </p:cNvSpPr>
          <p:nvPr/>
        </p:nvSpPr>
        <p:spPr>
          <a:xfrm xmlns:a="http://schemas.openxmlformats.org/drawingml/2006/main">
            <a:off x="1765300" y="1828800"/>
            <a:ext cx="2260600" cy="406400"/>
          </a:xfrm>
          <a:prstGeom xmlns:a="http://schemas.openxmlformats.org/drawingml/2006/main" prst="roundRect">
            <a:avLst>
              <a:gd name="adj" fmla="val 12500"/>
            </a:avLst>
          </a:prstGeom>
          <a:solidFill xmlns:a="http://schemas.openxmlformats.org/drawingml/2006/main">
            <a:srgbClr val="E1EFD9"/>
          </a:solidFill>
          <a:ln xmlns:a="http://schemas.openxmlformats.org/drawingml/2006/main" w="10160">
            <a:solidFill>
              <a:srgbClr val="161616"/>
            </a:solidFill>
            <a:prstDash val="solid"/>
          </a:ln>
        </p:spPr>
      </p:sp>
      <p:sp>
        <p:nvSpPr>
          <p:cNvPr id="31" name="Figure_6_Reference_Diagnostics-031">
            <a:extLst xmlns:a="http://schemas.openxmlformats.org/drawingml/2006/main">
              <a:ext uri="{FF2B5EF4-FFF2-40B4-BE49-F238E27FC236}">
                <a16:creationId xmlns:a16="http://schemas.microsoft.com/office/drawing/2014/main" id="{36BEA1BF-8906-46D1-A3AC-98DBD8DB8F76}"/>
              </a:ext>
            </a:extLst>
          </p:cNvPr>
          <p:cNvSpPr>
            <a:spLocks xmlns:a="http://schemas.openxmlformats.org/drawingml/2006/main" noGrp="1"/>
          </p:cNvSpPr>
          <p:nvPr/>
        </p:nvSpPr>
        <p:spPr>
          <a:xfrm xmlns:a="http://schemas.openxmlformats.org/drawingml/2006/main">
            <a:off x="1841500" y="1879600"/>
            <a:ext cx="21082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750" b="1">
                <a:solidFill>
                  <a:srgbClr val="161616"/>
                </a:solidFill>
                <a:latin typeface="DejaVu Sans"/>
                <a:ea typeface="DejaVu Sans"/>
                <a:cs typeface="DejaVu Sans"/>
              </a:defRPr>
            </a:defPPr>
            <a:lvl1pPr algn="l">
              <a:defRPr sz="750" b="1">
                <a:solidFill>
                  <a:srgbClr val="161616"/>
                </a:solidFill>
                <a:latin typeface="DejaVu Sans"/>
                <a:ea typeface="DejaVu Sans"/>
                <a:cs typeface="DejaVu Sans"/>
              </a:defRPr>
            </a:lvl1pPr>
            <a:lvl2pPr algn="l">
              <a:defRPr sz="750" b="1">
                <a:solidFill>
                  <a:srgbClr val="161616"/>
                </a:solidFill>
                <a:latin typeface="DejaVu Sans"/>
                <a:ea typeface="DejaVu Sans"/>
                <a:cs typeface="DejaVu Sans"/>
              </a:defRPr>
            </a:lvl2pPr>
            <a:lvl3pPr algn="l">
              <a:defRPr sz="750" b="1">
                <a:solidFill>
                  <a:srgbClr val="161616"/>
                </a:solidFill>
                <a:latin typeface="DejaVu Sans"/>
                <a:ea typeface="DejaVu Sans"/>
                <a:cs typeface="DejaVu Sans"/>
              </a:defRPr>
            </a:lvl3pPr>
            <a:lvl4pPr algn="l">
              <a:defRPr sz="750" b="1">
                <a:solidFill>
                  <a:srgbClr val="161616"/>
                </a:solidFill>
                <a:latin typeface="DejaVu Sans"/>
                <a:ea typeface="DejaVu Sans"/>
                <a:cs typeface="DejaVu Sans"/>
              </a:defRPr>
            </a:lvl4pPr>
            <a:lvl5pPr algn="l">
              <a:defRPr sz="750" b="1">
                <a:solidFill>
                  <a:srgbClr val="161616"/>
                </a:solidFill>
                <a:latin typeface="DejaVu Sans"/>
                <a:ea typeface="DejaVu Sans"/>
                <a:cs typeface="DejaVu Sans"/>
              </a:defRPr>
            </a:lvl5pPr>
            <a:lvl6pPr algn="l">
              <a:defRPr sz="750" b="1">
                <a:solidFill>
                  <a:srgbClr val="161616"/>
                </a:solidFill>
                <a:latin typeface="DejaVu Sans"/>
                <a:ea typeface="DejaVu Sans"/>
                <a:cs typeface="DejaVu Sans"/>
              </a:defRPr>
            </a:lvl6pPr>
            <a:lvl7pPr algn="l">
              <a:defRPr sz="750" b="1">
                <a:solidFill>
                  <a:srgbClr val="161616"/>
                </a:solidFill>
                <a:latin typeface="DejaVu Sans"/>
                <a:ea typeface="DejaVu Sans"/>
                <a:cs typeface="DejaVu Sans"/>
              </a:defRPr>
            </a:lvl7pPr>
            <a:lvl8pPr algn="l">
              <a:defRPr sz="750" b="1">
                <a:solidFill>
                  <a:srgbClr val="161616"/>
                </a:solidFill>
                <a:latin typeface="DejaVu Sans"/>
                <a:ea typeface="DejaVu Sans"/>
                <a:cs typeface="DejaVu Sans"/>
              </a:defRPr>
            </a:lvl8pPr>
            <a:lvl9pPr algn="l">
              <a:defRPr sz="750" b="1">
                <a:solidFill>
                  <a:srgbClr val="161616"/>
                </a:solidFill>
                <a:latin typeface="DejaVu Sans"/>
                <a:ea typeface="DejaVu Sans"/>
                <a:cs typeface="DejaVu Sans"/>
              </a:defRPr>
            </a:lvl9pPr>
          </a:lstStyle>
          <a:p xmlns:a="http://schemas.openxmlformats.org/drawingml/2006/main">
            <a:pPr algn="l">
              <a:defRPr sz="750" b="1">
                <a:solidFill>
                  <a:srgbClr val="161616"/>
                </a:solidFill>
                <a:latin typeface="DejaVu Sans"/>
                <a:ea typeface="DejaVu Sans"/>
                <a:cs typeface="DejaVu Sans"/>
              </a:defRPr>
            </a:pPr>
            <a:r>
              <a:rPr sz="750" b="1">
                <a:solidFill>
                  <a:srgbClr val="161616"/>
                </a:solidFill>
                <a:latin typeface="DejaVu Sans"/>
                <a:ea typeface="DejaVu Sans"/>
                <a:cs typeface="DejaVu Sans"/>
              </a:rPr>
              <a:t>Annotation reference R</a:t>
            </a:r>
          </a:p>
        </p:txBody>
      </p:sp>
      <p:sp>
        <p:nvSpPr>
          <p:cNvPr id="32" name="Figure_6_Reference_Diagnostics-032">
            <a:extLst xmlns:a="http://schemas.openxmlformats.org/drawingml/2006/main">
              <a:ext uri="{FF2B5EF4-FFF2-40B4-BE49-F238E27FC236}">
                <a16:creationId xmlns:a16="http://schemas.microsoft.com/office/drawing/2014/main" id="{01AAAD5A-AD5C-4022-856B-1D39036730F1}"/>
              </a:ext>
            </a:extLst>
          </p:cNvPr>
          <p:cNvSpPr>
            <a:spLocks xmlns:a="http://schemas.openxmlformats.org/drawingml/2006/main" noGrp="1"/>
          </p:cNvSpPr>
          <p:nvPr/>
        </p:nvSpPr>
        <p:spPr>
          <a:xfrm xmlns:a="http://schemas.openxmlformats.org/drawingml/2006/main">
            <a:off x="1841500" y="2044700"/>
            <a:ext cx="2108200" cy="13995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680" b="0">
                <a:solidFill>
                  <a:srgbClr val="161616"/>
                </a:solidFill>
                <a:latin typeface="DejaVu Sans"/>
                <a:ea typeface="DejaVu Sans"/>
                <a:cs typeface="DejaVu Sans"/>
              </a:defRPr>
            </a:defPPr>
            <a:lvl1pPr algn="l">
              <a:defRPr sz="680" b="0">
                <a:solidFill>
                  <a:srgbClr val="161616"/>
                </a:solidFill>
                <a:latin typeface="DejaVu Sans"/>
                <a:ea typeface="DejaVu Sans"/>
                <a:cs typeface="DejaVu Sans"/>
              </a:defRPr>
            </a:lvl1pPr>
            <a:lvl2pPr algn="l">
              <a:defRPr sz="680" b="0">
                <a:solidFill>
                  <a:srgbClr val="161616"/>
                </a:solidFill>
                <a:latin typeface="DejaVu Sans"/>
                <a:ea typeface="DejaVu Sans"/>
                <a:cs typeface="DejaVu Sans"/>
              </a:defRPr>
            </a:lvl2pPr>
            <a:lvl3pPr algn="l">
              <a:defRPr sz="680" b="0">
                <a:solidFill>
                  <a:srgbClr val="161616"/>
                </a:solidFill>
                <a:latin typeface="DejaVu Sans"/>
                <a:ea typeface="DejaVu Sans"/>
                <a:cs typeface="DejaVu Sans"/>
              </a:defRPr>
            </a:lvl3pPr>
            <a:lvl4pPr algn="l">
              <a:defRPr sz="680" b="0">
                <a:solidFill>
                  <a:srgbClr val="161616"/>
                </a:solidFill>
                <a:latin typeface="DejaVu Sans"/>
                <a:ea typeface="DejaVu Sans"/>
                <a:cs typeface="DejaVu Sans"/>
              </a:defRPr>
            </a:lvl4pPr>
            <a:lvl5pPr algn="l">
              <a:defRPr sz="680" b="0">
                <a:solidFill>
                  <a:srgbClr val="161616"/>
                </a:solidFill>
                <a:latin typeface="DejaVu Sans"/>
                <a:ea typeface="DejaVu Sans"/>
                <a:cs typeface="DejaVu Sans"/>
              </a:defRPr>
            </a:lvl5pPr>
            <a:lvl6pPr algn="l">
              <a:defRPr sz="680" b="0">
                <a:solidFill>
                  <a:srgbClr val="161616"/>
                </a:solidFill>
                <a:latin typeface="DejaVu Sans"/>
                <a:ea typeface="DejaVu Sans"/>
                <a:cs typeface="DejaVu Sans"/>
              </a:defRPr>
            </a:lvl6pPr>
            <a:lvl7pPr algn="l">
              <a:defRPr sz="680" b="0">
                <a:solidFill>
                  <a:srgbClr val="161616"/>
                </a:solidFill>
                <a:latin typeface="DejaVu Sans"/>
                <a:ea typeface="DejaVu Sans"/>
                <a:cs typeface="DejaVu Sans"/>
              </a:defRPr>
            </a:lvl7pPr>
            <a:lvl8pPr algn="l">
              <a:defRPr sz="680" b="0">
                <a:solidFill>
                  <a:srgbClr val="161616"/>
                </a:solidFill>
                <a:latin typeface="DejaVu Sans"/>
                <a:ea typeface="DejaVu Sans"/>
                <a:cs typeface="DejaVu Sans"/>
              </a:defRPr>
            </a:lvl8pPr>
            <a:lvl9pPr algn="l">
              <a:defRPr sz="680" b="0">
                <a:solidFill>
                  <a:srgbClr val="161616"/>
                </a:solidFill>
                <a:latin typeface="DejaVu Sans"/>
                <a:ea typeface="DejaVu Sans"/>
                <a:cs typeface="DejaVu Sans"/>
              </a:defRPr>
            </a:lvl9pPr>
          </a:lstStyle>
          <a:p xmlns:a="http://schemas.openxmlformats.org/drawingml/2006/main">
            <a:pPr algn="l">
              <a:defRPr sz="680" b="0">
                <a:solidFill>
                  <a:srgbClr val="161616"/>
                </a:solidFill>
                <a:latin typeface="DejaVu Sans"/>
                <a:ea typeface="DejaVu Sans"/>
                <a:cs typeface="DejaVu Sans"/>
              </a:defRPr>
            </a:pPr>
            <a:r>
              <a:rPr sz="680" b="0">
                <a:solidFill>
                  <a:srgbClr val="161616"/>
                </a:solidFill>
                <a:latin typeface="DejaVu Sans"/>
                <a:ea typeface="DejaVu Sans"/>
                <a:cs typeface="DejaVu Sans"/>
              </a:rPr>
              <a:t>Privileged support identifiers</a:t>
            </a:r>
          </a:p>
        </p:txBody>
      </p:sp>
      <p:sp>
        <p:nvSpPr>
          <p:cNvPr id="33" name="Figure_6_Reference_Diagnostics-033">
            <a:extLst xmlns:a="http://schemas.openxmlformats.org/drawingml/2006/main">
              <a:ext uri="{FF2B5EF4-FFF2-40B4-BE49-F238E27FC236}">
                <a16:creationId xmlns:a16="http://schemas.microsoft.com/office/drawing/2014/main" id="{B0F46165-FC24-4FB8-A766-59C5AEEFAF19}"/>
              </a:ext>
            </a:extLst>
          </p:cNvPr>
          <p:cNvSpPr>
            <a:spLocks xmlns:a="http://schemas.openxmlformats.org/drawingml/2006/main" noGrp="1"/>
          </p:cNvSpPr>
          <p:nvPr/>
        </p:nvSpPr>
        <p:spPr>
          <a:xfrm xmlns:a="http://schemas.openxmlformats.org/drawingml/2006/main">
            <a:off x="4051300" y="2032000"/>
            <a:ext cx="203200" cy="127"/>
          </a:xfrm>
          <a:custGeom xmlns:a="http://schemas.openxmlformats.org/drawingml/2006/main">
            <a:pathLst>
              <a:path w="203200" h="127">
                <a:moveTo>
                  <a:pt x="0" y="0"/>
                </a:moveTo>
                <a:lnTo>
                  <a:pt x="203200" y="0"/>
                </a:lnTo>
              </a:path>
            </a:pathLst>
          </a:custGeom>
          <a:noFill xmlns:a="http://schemas.openxmlformats.org/drawingml/2006/main"/>
          <a:ln xmlns:a="http://schemas.openxmlformats.org/drawingml/2006/main" w="17780">
            <a:solidFill>
              <a:srgbClr val="161616"/>
            </a:solidFill>
            <a:prstDash val="solid"/>
          </a:ln>
        </p:spPr>
      </p:sp>
      <p:sp>
        <p:nvSpPr>
          <p:cNvPr id="34" name="Figure_6_Reference_Diagnostics-034">
            <a:extLst xmlns:a="http://schemas.openxmlformats.org/drawingml/2006/main">
              <a:ext uri="{FF2B5EF4-FFF2-40B4-BE49-F238E27FC236}">
                <a16:creationId xmlns:a16="http://schemas.microsoft.com/office/drawing/2014/main" id="{E6D84DC2-89B9-42A5-AEAF-ABF4291EA03B}"/>
              </a:ext>
            </a:extLst>
          </p:cNvPr>
          <p:cNvSpPr>
            <a:spLocks xmlns:a="http://schemas.openxmlformats.org/drawingml/2006/main" noGrp="1"/>
          </p:cNvSpPr>
          <p:nvPr/>
        </p:nvSpPr>
        <p:spPr>
          <a:xfrm xmlns:a="http://schemas.openxmlformats.org/drawingml/2006/main">
            <a:off x="4203700" y="20096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35" name="Figure_6_Reference_Diagnostics-035">
            <a:extLst xmlns:a="http://schemas.openxmlformats.org/drawingml/2006/main">
              <a:ext uri="{FF2B5EF4-FFF2-40B4-BE49-F238E27FC236}">
                <a16:creationId xmlns:a16="http://schemas.microsoft.com/office/drawing/2014/main" id="{D4E43A86-8756-4856-A488-B3A080574552}"/>
              </a:ext>
            </a:extLst>
          </p:cNvPr>
          <p:cNvSpPr>
            <a:spLocks xmlns:a="http://schemas.openxmlformats.org/drawingml/2006/main" noGrp="1"/>
          </p:cNvSpPr>
          <p:nvPr/>
        </p:nvSpPr>
        <p:spPr>
          <a:xfrm xmlns:a="http://schemas.openxmlformats.org/drawingml/2006/main">
            <a:off x="4292600" y="939800"/>
            <a:ext cx="127" cy="1092200"/>
          </a:xfrm>
          <a:custGeom xmlns:a="http://schemas.openxmlformats.org/drawingml/2006/main">
            <a:pathLst>
              <a:path w="127" h="1092200">
                <a:moveTo>
                  <a:pt x="0" y="0"/>
                </a:moveTo>
                <a:lnTo>
                  <a:pt x="0" y="1092200"/>
                </a:lnTo>
              </a:path>
            </a:pathLst>
          </a:custGeom>
          <a:noFill xmlns:a="http://schemas.openxmlformats.org/drawingml/2006/main"/>
          <a:ln xmlns:a="http://schemas.openxmlformats.org/drawingml/2006/main" w="20320">
            <a:solidFill>
              <a:srgbClr val="161616"/>
            </a:solidFill>
            <a:prstDash val="solid"/>
          </a:ln>
        </p:spPr>
      </p:sp>
      <p:sp>
        <p:nvSpPr>
          <p:cNvPr id="36" name="Figure_6_Reference_Diagnostics-036">
            <a:extLst xmlns:a="http://schemas.openxmlformats.org/drawingml/2006/main">
              <a:ext uri="{FF2B5EF4-FFF2-40B4-BE49-F238E27FC236}">
                <a16:creationId xmlns:a16="http://schemas.microsoft.com/office/drawing/2014/main" id="{AD0F0A39-7450-4B87-BCF6-8ED9C3B8D895}"/>
              </a:ext>
            </a:extLst>
          </p:cNvPr>
          <p:cNvSpPr>
            <a:spLocks xmlns:a="http://schemas.openxmlformats.org/drawingml/2006/main" noGrp="1"/>
          </p:cNvSpPr>
          <p:nvPr/>
        </p:nvSpPr>
        <p:spPr>
          <a:xfrm xmlns:a="http://schemas.openxmlformats.org/drawingml/2006/main">
            <a:off x="4292600" y="1485900"/>
            <a:ext cx="177800" cy="127"/>
          </a:xfrm>
          <a:custGeom xmlns:a="http://schemas.openxmlformats.org/drawingml/2006/main">
            <a:pathLst>
              <a:path w="177800" h="127">
                <a:moveTo>
                  <a:pt x="0" y="0"/>
                </a:moveTo>
                <a:lnTo>
                  <a:pt x="177800" y="0"/>
                </a:lnTo>
              </a:path>
            </a:pathLst>
          </a:custGeom>
          <a:noFill xmlns:a="http://schemas.openxmlformats.org/drawingml/2006/main"/>
          <a:ln xmlns:a="http://schemas.openxmlformats.org/drawingml/2006/main" w="22860">
            <a:solidFill>
              <a:srgbClr val="161616"/>
            </a:solidFill>
            <a:prstDash val="solid"/>
          </a:ln>
        </p:spPr>
      </p:sp>
      <p:sp>
        <p:nvSpPr>
          <p:cNvPr id="37" name="Figure_6_Reference_Diagnostics-037">
            <a:extLst xmlns:a="http://schemas.openxmlformats.org/drawingml/2006/main">
              <a:ext uri="{FF2B5EF4-FFF2-40B4-BE49-F238E27FC236}">
                <a16:creationId xmlns:a16="http://schemas.microsoft.com/office/drawing/2014/main" id="{6A6AB65A-9910-4D16-B3A0-274C8954139A}"/>
              </a:ext>
            </a:extLst>
          </p:cNvPr>
          <p:cNvSpPr>
            <a:spLocks xmlns:a="http://schemas.openxmlformats.org/drawingml/2006/main" noGrp="1"/>
          </p:cNvSpPr>
          <p:nvPr/>
        </p:nvSpPr>
        <p:spPr>
          <a:xfrm xmlns:a="http://schemas.openxmlformats.org/drawingml/2006/main">
            <a:off x="4419600" y="1463548"/>
            <a:ext cx="50800" cy="44704"/>
          </a:xfrm>
          <a:custGeom xmlns:a="http://schemas.openxmlformats.org/drawingml/2006/main">
            <a:pathLst>
              <a:path w="50800" h="44704">
                <a:moveTo>
                  <a:pt x="50800" y="22352"/>
                </a:moveTo>
                <a:lnTo>
                  <a:pt x="0" y="0"/>
                </a:lnTo>
                <a:lnTo>
                  <a:pt x="0" y="44704"/>
                </a:lnTo>
                <a:close/>
              </a:path>
            </a:pathLst>
          </a:custGeom>
          <a:solidFill xmlns:a="http://schemas.openxmlformats.org/drawingml/2006/main">
            <a:srgbClr val="161616"/>
          </a:solidFill>
          <a:ln xmlns:a="http://schemas.openxmlformats.org/drawingml/2006/main" w="0">
            <a:noFill/>
            <a:prstDash val="solid"/>
          </a:ln>
        </p:spPr>
      </p:sp>
      <p:sp>
        <p:nvSpPr>
          <p:cNvPr id="38" name="Figure_6_Reference_Diagnostics-038">
            <a:extLst xmlns:a="http://schemas.openxmlformats.org/drawingml/2006/main">
              <a:ext uri="{FF2B5EF4-FFF2-40B4-BE49-F238E27FC236}">
                <a16:creationId xmlns:a16="http://schemas.microsoft.com/office/drawing/2014/main" id="{26273D6F-7543-466A-B1D6-EF26CF4EAAEB}"/>
              </a:ext>
            </a:extLst>
          </p:cNvPr>
          <p:cNvSpPr>
            <a:spLocks xmlns:a="http://schemas.openxmlformats.org/drawingml/2006/main" noGrp="1"/>
          </p:cNvSpPr>
          <p:nvPr/>
        </p:nvSpPr>
        <p:spPr>
          <a:xfrm xmlns:a="http://schemas.openxmlformats.org/drawingml/2006/main">
            <a:off x="4533900" y="1092200"/>
            <a:ext cx="1320800" cy="787400"/>
          </a:xfrm>
          <a:prstGeom xmlns:a="http://schemas.openxmlformats.org/drawingml/2006/main" prst="roundRect">
            <a:avLst>
              <a:gd name="adj" fmla="val 8065"/>
            </a:avLst>
          </a:prstGeom>
          <a:solidFill xmlns:a="http://schemas.openxmlformats.org/drawingml/2006/main">
            <a:srgbClr val="FAE4D5"/>
          </a:solidFill>
          <a:ln xmlns:a="http://schemas.openxmlformats.org/drawingml/2006/main" w="11430">
            <a:solidFill>
              <a:srgbClr val="161616"/>
            </a:solidFill>
            <a:prstDash val="solid"/>
          </a:ln>
        </p:spPr>
      </p:sp>
      <p:sp>
        <p:nvSpPr>
          <p:cNvPr id="39" name="Figure_6_Reference_Diagnostics-039">
            <a:extLst xmlns:a="http://schemas.openxmlformats.org/drawingml/2006/main">
              <a:ext uri="{FF2B5EF4-FFF2-40B4-BE49-F238E27FC236}">
                <a16:creationId xmlns:a16="http://schemas.microsoft.com/office/drawing/2014/main" id="{B13A30EF-C952-4E1C-AAEB-6BECFB8145E6}"/>
              </a:ext>
            </a:extLst>
          </p:cNvPr>
          <p:cNvSpPr>
            <a:spLocks xmlns:a="http://schemas.openxmlformats.org/drawingml/2006/main" noGrp="1"/>
          </p:cNvSpPr>
          <p:nvPr/>
        </p:nvSpPr>
        <p:spPr>
          <a:xfrm xmlns:a="http://schemas.openxmlformats.org/drawingml/2006/main">
            <a:off x="4610100" y="1219200"/>
            <a:ext cx="1168400" cy="1541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60" b="0">
                <a:solidFill>
                  <a:srgbClr val="161616"/>
                </a:solidFill>
                <a:latin typeface="DejaVu Sans"/>
                <a:ea typeface="DejaVu Sans"/>
                <a:cs typeface="DejaVu Sans"/>
              </a:defRPr>
            </a:defPPr>
            <a:lvl1pPr algn="ctr">
              <a:defRPr sz="760" b="0">
                <a:solidFill>
                  <a:srgbClr val="161616"/>
                </a:solidFill>
                <a:latin typeface="DejaVu Sans"/>
                <a:ea typeface="DejaVu Sans"/>
                <a:cs typeface="DejaVu Sans"/>
              </a:defRPr>
            </a:lvl1pPr>
            <a:lvl2pPr algn="ctr">
              <a:defRPr sz="760" b="0">
                <a:solidFill>
                  <a:srgbClr val="161616"/>
                </a:solidFill>
                <a:latin typeface="DejaVu Sans"/>
                <a:ea typeface="DejaVu Sans"/>
                <a:cs typeface="DejaVu Sans"/>
              </a:defRPr>
            </a:lvl2pPr>
            <a:lvl3pPr algn="ctr">
              <a:defRPr sz="760" b="0">
                <a:solidFill>
                  <a:srgbClr val="161616"/>
                </a:solidFill>
                <a:latin typeface="DejaVu Sans"/>
                <a:ea typeface="DejaVu Sans"/>
                <a:cs typeface="DejaVu Sans"/>
              </a:defRPr>
            </a:lvl3pPr>
            <a:lvl4pPr algn="ctr">
              <a:defRPr sz="760" b="0">
                <a:solidFill>
                  <a:srgbClr val="161616"/>
                </a:solidFill>
                <a:latin typeface="DejaVu Sans"/>
                <a:ea typeface="DejaVu Sans"/>
                <a:cs typeface="DejaVu Sans"/>
              </a:defRPr>
            </a:lvl4pPr>
            <a:lvl5pPr algn="ctr">
              <a:defRPr sz="760" b="0">
                <a:solidFill>
                  <a:srgbClr val="161616"/>
                </a:solidFill>
                <a:latin typeface="DejaVu Sans"/>
                <a:ea typeface="DejaVu Sans"/>
                <a:cs typeface="DejaVu Sans"/>
              </a:defRPr>
            </a:lvl5pPr>
            <a:lvl6pPr algn="ctr">
              <a:defRPr sz="760" b="0">
                <a:solidFill>
                  <a:srgbClr val="161616"/>
                </a:solidFill>
                <a:latin typeface="DejaVu Sans"/>
                <a:ea typeface="DejaVu Sans"/>
                <a:cs typeface="DejaVu Sans"/>
              </a:defRPr>
            </a:lvl6pPr>
            <a:lvl7pPr algn="ctr">
              <a:defRPr sz="760" b="0">
                <a:solidFill>
                  <a:srgbClr val="161616"/>
                </a:solidFill>
                <a:latin typeface="DejaVu Sans"/>
                <a:ea typeface="DejaVu Sans"/>
                <a:cs typeface="DejaVu Sans"/>
              </a:defRPr>
            </a:lvl7pPr>
            <a:lvl8pPr algn="ctr">
              <a:defRPr sz="760" b="0">
                <a:solidFill>
                  <a:srgbClr val="161616"/>
                </a:solidFill>
                <a:latin typeface="DejaVu Sans"/>
                <a:ea typeface="DejaVu Sans"/>
                <a:cs typeface="DejaVu Sans"/>
              </a:defRPr>
            </a:lvl8pPr>
            <a:lvl9pPr algn="ctr">
              <a:defRPr sz="760" b="0">
                <a:solidFill>
                  <a:srgbClr val="161616"/>
                </a:solidFill>
                <a:latin typeface="DejaVu Sans"/>
                <a:ea typeface="DejaVu Sans"/>
                <a:cs typeface="DejaVu Sans"/>
              </a:defRPr>
            </a:lvl9pPr>
          </a:lstStyle>
          <a:p xmlns:a="http://schemas.openxmlformats.org/drawingml/2006/main">
            <a:pPr algn="ctr">
              <a:defRPr sz="760" b="0">
                <a:solidFill>
                  <a:srgbClr val="161616"/>
                </a:solidFill>
                <a:latin typeface="DejaVu Sans"/>
                <a:ea typeface="DejaVu Sans"/>
                <a:cs typeface="DejaVu Sans"/>
              </a:defRPr>
            </a:pPr>
            <a:r>
              <a:rPr sz="760" b="0">
                <a:solidFill>
                  <a:srgbClr val="161616"/>
                </a:solidFill>
                <a:latin typeface="DejaVu Sans"/>
                <a:ea typeface="DejaVu Sans"/>
                <a:cs typeface="DejaVu Sans"/>
              </a:rPr>
              <a:t>Same fixed</a:t>
            </a:r>
          </a:p>
        </p:txBody>
      </p:sp>
      <p:sp>
        <p:nvSpPr>
          <p:cNvPr id="40" name="Figure_6_Reference_Diagnostics-040">
            <a:extLst xmlns:a="http://schemas.openxmlformats.org/drawingml/2006/main">
              <a:ext uri="{FF2B5EF4-FFF2-40B4-BE49-F238E27FC236}">
                <a16:creationId xmlns:a16="http://schemas.microsoft.com/office/drawing/2014/main" id="{2F1DF19E-7876-480E-9600-F34CC449FF2D}"/>
              </a:ext>
            </a:extLst>
          </p:cNvPr>
          <p:cNvSpPr>
            <a:spLocks xmlns:a="http://schemas.openxmlformats.org/drawingml/2006/main" noGrp="1"/>
          </p:cNvSpPr>
          <p:nvPr/>
        </p:nvSpPr>
        <p:spPr>
          <a:xfrm xmlns:a="http://schemas.openxmlformats.org/drawingml/2006/main">
            <a:off x="4610100" y="1397000"/>
            <a:ext cx="1168400" cy="15417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60" b="1">
                <a:solidFill>
                  <a:srgbClr val="161616"/>
                </a:solidFill>
                <a:latin typeface="DejaVu Sans"/>
                <a:ea typeface="DejaVu Sans"/>
                <a:cs typeface="DejaVu Sans"/>
              </a:defRPr>
            </a:defPPr>
            <a:lvl1pPr algn="ctr">
              <a:defRPr sz="760" b="1">
                <a:solidFill>
                  <a:srgbClr val="161616"/>
                </a:solidFill>
                <a:latin typeface="DejaVu Sans"/>
                <a:ea typeface="DejaVu Sans"/>
                <a:cs typeface="DejaVu Sans"/>
              </a:defRPr>
            </a:lvl1pPr>
            <a:lvl2pPr algn="ctr">
              <a:defRPr sz="760" b="1">
                <a:solidFill>
                  <a:srgbClr val="161616"/>
                </a:solidFill>
                <a:latin typeface="DejaVu Sans"/>
                <a:ea typeface="DejaVu Sans"/>
                <a:cs typeface="DejaVu Sans"/>
              </a:defRPr>
            </a:lvl2pPr>
            <a:lvl3pPr algn="ctr">
              <a:defRPr sz="760" b="1">
                <a:solidFill>
                  <a:srgbClr val="161616"/>
                </a:solidFill>
                <a:latin typeface="DejaVu Sans"/>
                <a:ea typeface="DejaVu Sans"/>
                <a:cs typeface="DejaVu Sans"/>
              </a:defRPr>
            </a:lvl3pPr>
            <a:lvl4pPr algn="ctr">
              <a:defRPr sz="760" b="1">
                <a:solidFill>
                  <a:srgbClr val="161616"/>
                </a:solidFill>
                <a:latin typeface="DejaVu Sans"/>
                <a:ea typeface="DejaVu Sans"/>
                <a:cs typeface="DejaVu Sans"/>
              </a:defRPr>
            </a:lvl4pPr>
            <a:lvl5pPr algn="ctr">
              <a:defRPr sz="760" b="1">
                <a:solidFill>
                  <a:srgbClr val="161616"/>
                </a:solidFill>
                <a:latin typeface="DejaVu Sans"/>
                <a:ea typeface="DejaVu Sans"/>
                <a:cs typeface="DejaVu Sans"/>
              </a:defRPr>
            </a:lvl5pPr>
            <a:lvl6pPr algn="ctr">
              <a:defRPr sz="760" b="1">
                <a:solidFill>
                  <a:srgbClr val="161616"/>
                </a:solidFill>
                <a:latin typeface="DejaVu Sans"/>
                <a:ea typeface="DejaVu Sans"/>
                <a:cs typeface="DejaVu Sans"/>
              </a:defRPr>
            </a:lvl6pPr>
            <a:lvl7pPr algn="ctr">
              <a:defRPr sz="760" b="1">
                <a:solidFill>
                  <a:srgbClr val="161616"/>
                </a:solidFill>
                <a:latin typeface="DejaVu Sans"/>
                <a:ea typeface="DejaVu Sans"/>
                <a:cs typeface="DejaVu Sans"/>
              </a:defRPr>
            </a:lvl7pPr>
            <a:lvl8pPr algn="ctr">
              <a:defRPr sz="760" b="1">
                <a:solidFill>
                  <a:srgbClr val="161616"/>
                </a:solidFill>
                <a:latin typeface="DejaVu Sans"/>
                <a:ea typeface="DejaVu Sans"/>
                <a:cs typeface="DejaVu Sans"/>
              </a:defRPr>
            </a:lvl8pPr>
            <a:lvl9pPr algn="ctr">
              <a:defRPr sz="760" b="1">
                <a:solidFill>
                  <a:srgbClr val="161616"/>
                </a:solidFill>
                <a:latin typeface="DejaVu Sans"/>
                <a:ea typeface="DejaVu Sans"/>
                <a:cs typeface="DejaVu Sans"/>
              </a:defRPr>
            </a:lvl9pPr>
          </a:lstStyle>
          <a:p xmlns:a="http://schemas.openxmlformats.org/drawingml/2006/main">
            <a:pPr algn="ctr">
              <a:defRPr sz="760" b="1">
                <a:solidFill>
                  <a:srgbClr val="161616"/>
                </a:solidFill>
                <a:latin typeface="DejaVu Sans"/>
                <a:ea typeface="DejaVu Sans"/>
                <a:cs typeface="DejaVu Sans"/>
              </a:defRPr>
            </a:pPr>
            <a:r>
              <a:rPr sz="760" b="1">
                <a:solidFill>
                  <a:srgbClr val="161616"/>
                </a:solidFill>
                <a:latin typeface="DejaVu Sans"/>
                <a:ea typeface="DejaVu Sans"/>
                <a:cs typeface="DejaVu Sans"/>
              </a:rPr>
              <a:t>8B reader</a:t>
            </a:r>
          </a:p>
        </p:txBody>
      </p:sp>
      <p:sp>
        <p:nvSpPr>
          <p:cNvPr id="41" name="Figure_6_Reference_Diagnostics-041">
            <a:extLst xmlns:a="http://schemas.openxmlformats.org/drawingml/2006/main">
              <a:ext uri="{FF2B5EF4-FFF2-40B4-BE49-F238E27FC236}">
                <a16:creationId xmlns:a16="http://schemas.microsoft.com/office/drawing/2014/main" id="{5D2A54D9-3937-4028-A169-E39C75404B5C}"/>
              </a:ext>
            </a:extLst>
          </p:cNvPr>
          <p:cNvSpPr>
            <a:spLocks xmlns:a="http://schemas.openxmlformats.org/drawingml/2006/main" noGrp="1"/>
          </p:cNvSpPr>
          <p:nvPr/>
        </p:nvSpPr>
        <p:spPr>
          <a:xfrm xmlns:a="http://schemas.openxmlformats.org/drawingml/2006/main">
            <a:off x="4610100" y="1663700"/>
            <a:ext cx="1168400" cy="13284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40" b="0">
                <a:solidFill>
                  <a:srgbClr val="161616"/>
                </a:solidFill>
                <a:latin typeface="DejaVu Sans"/>
                <a:ea typeface="DejaVu Sans"/>
                <a:cs typeface="DejaVu Sans"/>
              </a:defRPr>
            </a:defPPr>
            <a:lvl1pPr algn="ctr">
              <a:defRPr sz="640" b="0">
                <a:solidFill>
                  <a:srgbClr val="161616"/>
                </a:solidFill>
                <a:latin typeface="DejaVu Sans"/>
                <a:ea typeface="DejaVu Sans"/>
                <a:cs typeface="DejaVu Sans"/>
              </a:defRPr>
            </a:lvl1pPr>
            <a:lvl2pPr algn="ctr">
              <a:defRPr sz="640" b="0">
                <a:solidFill>
                  <a:srgbClr val="161616"/>
                </a:solidFill>
                <a:latin typeface="DejaVu Sans"/>
                <a:ea typeface="DejaVu Sans"/>
                <a:cs typeface="DejaVu Sans"/>
              </a:defRPr>
            </a:lvl2pPr>
            <a:lvl3pPr algn="ctr">
              <a:defRPr sz="640" b="0">
                <a:solidFill>
                  <a:srgbClr val="161616"/>
                </a:solidFill>
                <a:latin typeface="DejaVu Sans"/>
                <a:ea typeface="DejaVu Sans"/>
                <a:cs typeface="DejaVu Sans"/>
              </a:defRPr>
            </a:lvl3pPr>
            <a:lvl4pPr algn="ctr">
              <a:defRPr sz="640" b="0">
                <a:solidFill>
                  <a:srgbClr val="161616"/>
                </a:solidFill>
                <a:latin typeface="DejaVu Sans"/>
                <a:ea typeface="DejaVu Sans"/>
                <a:cs typeface="DejaVu Sans"/>
              </a:defRPr>
            </a:lvl4pPr>
            <a:lvl5pPr algn="ctr">
              <a:defRPr sz="640" b="0">
                <a:solidFill>
                  <a:srgbClr val="161616"/>
                </a:solidFill>
                <a:latin typeface="DejaVu Sans"/>
                <a:ea typeface="DejaVu Sans"/>
                <a:cs typeface="DejaVu Sans"/>
              </a:defRPr>
            </a:lvl5pPr>
            <a:lvl6pPr algn="ctr">
              <a:defRPr sz="640" b="0">
                <a:solidFill>
                  <a:srgbClr val="161616"/>
                </a:solidFill>
                <a:latin typeface="DejaVu Sans"/>
                <a:ea typeface="DejaVu Sans"/>
                <a:cs typeface="DejaVu Sans"/>
              </a:defRPr>
            </a:lvl6pPr>
            <a:lvl7pPr algn="ctr">
              <a:defRPr sz="640" b="0">
                <a:solidFill>
                  <a:srgbClr val="161616"/>
                </a:solidFill>
                <a:latin typeface="DejaVu Sans"/>
                <a:ea typeface="DejaVu Sans"/>
                <a:cs typeface="DejaVu Sans"/>
              </a:defRPr>
            </a:lvl7pPr>
            <a:lvl8pPr algn="ctr">
              <a:defRPr sz="640" b="0">
                <a:solidFill>
                  <a:srgbClr val="161616"/>
                </a:solidFill>
                <a:latin typeface="DejaVu Sans"/>
                <a:ea typeface="DejaVu Sans"/>
                <a:cs typeface="DejaVu Sans"/>
              </a:defRPr>
            </a:lvl8pPr>
            <a:lvl9pPr algn="ctr">
              <a:defRPr sz="640" b="0">
                <a:solidFill>
                  <a:srgbClr val="161616"/>
                </a:solidFill>
                <a:latin typeface="DejaVu Sans"/>
                <a:ea typeface="DejaVu Sans"/>
                <a:cs typeface="DejaVu Sans"/>
              </a:defRPr>
            </a:lvl9pPr>
          </a:lstStyle>
          <a:p xmlns:a="http://schemas.openxmlformats.org/drawingml/2006/main">
            <a:pPr algn="ctr">
              <a:defRPr sz="640" b="0">
                <a:solidFill>
                  <a:srgbClr val="161616"/>
                </a:solidFill>
                <a:latin typeface="DejaVu Sans"/>
                <a:ea typeface="DejaVu Sans"/>
                <a:cs typeface="DejaVu Sans"/>
              </a:defRPr>
            </a:pPr>
            <a:r>
              <a:rPr sz="640" b="0">
                <a:solidFill>
                  <a:srgbClr val="161616"/>
                </a:solidFill>
                <a:latin typeface="DejaVu Sans"/>
                <a:ea typeface="DejaVu Sans"/>
                <a:cs typeface="DejaVu Sans"/>
              </a:rPr>
              <a:t>Separate input conditions</a:t>
            </a:r>
          </a:p>
        </p:txBody>
      </p:sp>
      <p:sp>
        <p:nvSpPr>
          <p:cNvPr id="42" name="Figure_6_Reference_Diagnostics-042">
            <a:extLst xmlns:a="http://schemas.openxmlformats.org/drawingml/2006/main">
              <a:ext uri="{FF2B5EF4-FFF2-40B4-BE49-F238E27FC236}">
                <a16:creationId xmlns:a16="http://schemas.microsoft.com/office/drawing/2014/main" id="{1E5B85E3-153C-4195-BE1E-8F736915AD51}"/>
              </a:ext>
            </a:extLst>
          </p:cNvPr>
          <p:cNvSpPr>
            <a:spLocks xmlns:a="http://schemas.openxmlformats.org/drawingml/2006/main" noGrp="1"/>
          </p:cNvSpPr>
          <p:nvPr/>
        </p:nvSpPr>
        <p:spPr>
          <a:xfrm xmlns:a="http://schemas.openxmlformats.org/drawingml/2006/main">
            <a:off x="2895600" y="2235200"/>
            <a:ext cx="2768600" cy="571500"/>
          </a:xfrm>
          <a:custGeom xmlns:a="http://schemas.openxmlformats.org/drawingml/2006/main">
            <a:pathLst>
              <a:path w="2768600" h="571500">
                <a:moveTo>
                  <a:pt x="0" y="0"/>
                </a:moveTo>
                <a:lnTo>
                  <a:pt x="0" y="177800"/>
                </a:lnTo>
                <a:lnTo>
                  <a:pt x="2768600" y="177800"/>
                </a:lnTo>
                <a:lnTo>
                  <a:pt x="2768600" y="571500"/>
                </a:lnTo>
              </a:path>
            </a:pathLst>
          </a:custGeom>
          <a:noFill xmlns:a="http://schemas.openxmlformats.org/drawingml/2006/main"/>
          <a:ln xmlns:a="http://schemas.openxmlformats.org/drawingml/2006/main" w="12700">
            <a:solidFill>
              <a:srgbClr val="161616"/>
            </a:solidFill>
            <a:prstDash val="dash"/>
          </a:ln>
        </p:spPr>
      </p:sp>
      <p:sp>
        <p:nvSpPr>
          <p:cNvPr id="43" name="Figure_6_Reference_Diagnostics-043">
            <a:extLst xmlns:a="http://schemas.openxmlformats.org/drawingml/2006/main">
              <a:ext uri="{FF2B5EF4-FFF2-40B4-BE49-F238E27FC236}">
                <a16:creationId xmlns:a16="http://schemas.microsoft.com/office/drawing/2014/main" id="{0681BC88-2C29-46C8-A6C1-B4D865AD8890}"/>
              </a:ext>
            </a:extLst>
          </p:cNvPr>
          <p:cNvSpPr>
            <a:spLocks xmlns:a="http://schemas.openxmlformats.org/drawingml/2006/main" noGrp="1"/>
          </p:cNvSpPr>
          <p:nvPr/>
        </p:nvSpPr>
        <p:spPr>
          <a:xfrm xmlns:a="http://schemas.openxmlformats.org/drawingml/2006/main">
            <a:off x="5664200" y="2781300"/>
            <a:ext cx="127" cy="25400"/>
          </a:xfrm>
          <a:custGeom xmlns:a="http://schemas.openxmlformats.org/drawingml/2006/main">
            <a:pathLst>
              <a:path w="127" h="25400">
                <a:moveTo>
                  <a:pt x="0" y="0"/>
                </a:moveTo>
                <a:lnTo>
                  <a:pt x="0" y="25400"/>
                </a:lnTo>
              </a:path>
            </a:pathLst>
          </a:custGeom>
          <a:noFill xmlns:a="http://schemas.openxmlformats.org/drawingml/2006/main"/>
          <a:ln xmlns:a="http://schemas.openxmlformats.org/drawingml/2006/main" w="12700">
            <a:solidFill>
              <a:srgbClr val="161616"/>
            </a:solidFill>
            <a:prstDash val="solid"/>
          </a:ln>
        </p:spPr>
      </p:sp>
      <p:sp>
        <p:nvSpPr>
          <p:cNvPr id="44" name="Figure_6_Reference_Diagnostics-044">
            <a:extLst xmlns:a="http://schemas.openxmlformats.org/drawingml/2006/main">
              <a:ext uri="{FF2B5EF4-FFF2-40B4-BE49-F238E27FC236}">
                <a16:creationId xmlns:a16="http://schemas.microsoft.com/office/drawing/2014/main" id="{FBBB8C03-F729-452E-AE64-D7885A7F0BEC}"/>
              </a:ext>
            </a:extLst>
          </p:cNvPr>
          <p:cNvSpPr>
            <a:spLocks xmlns:a="http://schemas.openxmlformats.org/drawingml/2006/main" noGrp="1"/>
          </p:cNvSpPr>
          <p:nvPr/>
        </p:nvSpPr>
        <p:spPr>
          <a:xfrm xmlns:a="http://schemas.openxmlformats.org/drawingml/2006/main">
            <a:off x="88900" y="2527300"/>
            <a:ext cx="127000" cy="175514"/>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80" b="1">
                <a:solidFill>
                  <a:srgbClr val="161616"/>
                </a:solidFill>
                <a:latin typeface="DejaVu Sans"/>
                <a:ea typeface="DejaVu Sans"/>
                <a:cs typeface="DejaVu Sans"/>
              </a:defRPr>
            </a:defPPr>
            <a:lvl1pPr algn="l">
              <a:defRPr sz="880" b="1">
                <a:solidFill>
                  <a:srgbClr val="161616"/>
                </a:solidFill>
                <a:latin typeface="DejaVu Sans"/>
                <a:ea typeface="DejaVu Sans"/>
                <a:cs typeface="DejaVu Sans"/>
              </a:defRPr>
            </a:lvl1pPr>
            <a:lvl2pPr algn="l">
              <a:defRPr sz="880" b="1">
                <a:solidFill>
                  <a:srgbClr val="161616"/>
                </a:solidFill>
                <a:latin typeface="DejaVu Sans"/>
                <a:ea typeface="DejaVu Sans"/>
                <a:cs typeface="DejaVu Sans"/>
              </a:defRPr>
            </a:lvl2pPr>
            <a:lvl3pPr algn="l">
              <a:defRPr sz="880" b="1">
                <a:solidFill>
                  <a:srgbClr val="161616"/>
                </a:solidFill>
                <a:latin typeface="DejaVu Sans"/>
                <a:ea typeface="DejaVu Sans"/>
                <a:cs typeface="DejaVu Sans"/>
              </a:defRPr>
            </a:lvl3pPr>
            <a:lvl4pPr algn="l">
              <a:defRPr sz="880" b="1">
                <a:solidFill>
                  <a:srgbClr val="161616"/>
                </a:solidFill>
                <a:latin typeface="DejaVu Sans"/>
                <a:ea typeface="DejaVu Sans"/>
                <a:cs typeface="DejaVu Sans"/>
              </a:defRPr>
            </a:lvl4pPr>
            <a:lvl5pPr algn="l">
              <a:defRPr sz="880" b="1">
                <a:solidFill>
                  <a:srgbClr val="161616"/>
                </a:solidFill>
                <a:latin typeface="DejaVu Sans"/>
                <a:ea typeface="DejaVu Sans"/>
                <a:cs typeface="DejaVu Sans"/>
              </a:defRPr>
            </a:lvl5pPr>
            <a:lvl6pPr algn="l">
              <a:defRPr sz="880" b="1">
                <a:solidFill>
                  <a:srgbClr val="161616"/>
                </a:solidFill>
                <a:latin typeface="DejaVu Sans"/>
                <a:ea typeface="DejaVu Sans"/>
                <a:cs typeface="DejaVu Sans"/>
              </a:defRPr>
            </a:lvl6pPr>
            <a:lvl7pPr algn="l">
              <a:defRPr sz="880" b="1">
                <a:solidFill>
                  <a:srgbClr val="161616"/>
                </a:solidFill>
                <a:latin typeface="DejaVu Sans"/>
                <a:ea typeface="DejaVu Sans"/>
                <a:cs typeface="DejaVu Sans"/>
              </a:defRPr>
            </a:lvl7pPr>
            <a:lvl8pPr algn="l">
              <a:defRPr sz="880" b="1">
                <a:solidFill>
                  <a:srgbClr val="161616"/>
                </a:solidFill>
                <a:latin typeface="DejaVu Sans"/>
                <a:ea typeface="DejaVu Sans"/>
                <a:cs typeface="DejaVu Sans"/>
              </a:defRPr>
            </a:lvl8pPr>
            <a:lvl9pPr algn="l">
              <a:defRPr sz="880" b="1">
                <a:solidFill>
                  <a:srgbClr val="161616"/>
                </a:solidFill>
                <a:latin typeface="DejaVu Sans"/>
                <a:ea typeface="DejaVu Sans"/>
                <a:cs typeface="DejaVu Sans"/>
              </a:defRPr>
            </a:lvl9pPr>
          </a:lstStyle>
          <a:p xmlns:a="http://schemas.openxmlformats.org/drawingml/2006/main">
            <a:pPr algn="l">
              <a:defRPr sz="880" b="1">
                <a:solidFill>
                  <a:srgbClr val="161616"/>
                </a:solidFill>
                <a:latin typeface="DejaVu Sans"/>
                <a:ea typeface="DejaVu Sans"/>
                <a:cs typeface="DejaVu Sans"/>
              </a:defRPr>
            </a:pPr>
            <a:r>
              <a:rPr sz="880" b="1">
                <a:solidFill>
                  <a:srgbClr val="161616"/>
                </a:solidFill>
                <a:latin typeface="DejaVu Sans"/>
                <a:ea typeface="DejaVu Sans"/>
                <a:cs typeface="DejaVu Sans"/>
              </a:rPr>
              <a:t>b</a:t>
            </a:r>
          </a:p>
        </p:txBody>
      </p:sp>
      <p:sp>
        <p:nvSpPr>
          <p:cNvPr id="45" name="Figure_6_Reference_Diagnostics-045">
            <a:extLst xmlns:a="http://schemas.openxmlformats.org/drawingml/2006/main">
              <a:ext uri="{FF2B5EF4-FFF2-40B4-BE49-F238E27FC236}">
                <a16:creationId xmlns:a16="http://schemas.microsoft.com/office/drawing/2014/main" id="{94BE3AAC-DF94-4C16-B98D-11FA29D50C1F}"/>
              </a:ext>
            </a:extLst>
          </p:cNvPr>
          <p:cNvSpPr>
            <a:spLocks xmlns:a="http://schemas.openxmlformats.org/drawingml/2006/main" noGrp="1"/>
          </p:cNvSpPr>
          <p:nvPr/>
        </p:nvSpPr>
        <p:spPr>
          <a:xfrm xmlns:a="http://schemas.openxmlformats.org/drawingml/2006/main">
            <a:off x="254000" y="2533650"/>
            <a:ext cx="5600700" cy="16129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l">
              <a:defRPr sz="800" b="1">
                <a:solidFill>
                  <a:srgbClr val="161616"/>
                </a:solidFill>
                <a:latin typeface="DejaVu Sans"/>
                <a:ea typeface="DejaVu Sans"/>
                <a:cs typeface="DejaVu Sans"/>
              </a:defRPr>
            </a:defPPr>
            <a:lvl1pPr algn="l">
              <a:defRPr sz="800" b="1">
                <a:solidFill>
                  <a:srgbClr val="161616"/>
                </a:solidFill>
                <a:latin typeface="DejaVu Sans"/>
                <a:ea typeface="DejaVu Sans"/>
                <a:cs typeface="DejaVu Sans"/>
              </a:defRPr>
            </a:lvl1pPr>
            <a:lvl2pPr algn="l">
              <a:defRPr sz="800" b="1">
                <a:solidFill>
                  <a:srgbClr val="161616"/>
                </a:solidFill>
                <a:latin typeface="DejaVu Sans"/>
                <a:ea typeface="DejaVu Sans"/>
                <a:cs typeface="DejaVu Sans"/>
              </a:defRPr>
            </a:lvl2pPr>
            <a:lvl3pPr algn="l">
              <a:defRPr sz="800" b="1">
                <a:solidFill>
                  <a:srgbClr val="161616"/>
                </a:solidFill>
                <a:latin typeface="DejaVu Sans"/>
                <a:ea typeface="DejaVu Sans"/>
                <a:cs typeface="DejaVu Sans"/>
              </a:defRPr>
            </a:lvl3pPr>
            <a:lvl4pPr algn="l">
              <a:defRPr sz="800" b="1">
                <a:solidFill>
                  <a:srgbClr val="161616"/>
                </a:solidFill>
                <a:latin typeface="DejaVu Sans"/>
                <a:ea typeface="DejaVu Sans"/>
                <a:cs typeface="DejaVu Sans"/>
              </a:defRPr>
            </a:lvl4pPr>
            <a:lvl5pPr algn="l">
              <a:defRPr sz="800" b="1">
                <a:solidFill>
                  <a:srgbClr val="161616"/>
                </a:solidFill>
                <a:latin typeface="DejaVu Sans"/>
                <a:ea typeface="DejaVu Sans"/>
                <a:cs typeface="DejaVu Sans"/>
              </a:defRPr>
            </a:lvl5pPr>
            <a:lvl6pPr algn="l">
              <a:defRPr sz="800" b="1">
                <a:solidFill>
                  <a:srgbClr val="161616"/>
                </a:solidFill>
                <a:latin typeface="DejaVu Sans"/>
                <a:ea typeface="DejaVu Sans"/>
                <a:cs typeface="DejaVu Sans"/>
              </a:defRPr>
            </a:lvl6pPr>
            <a:lvl7pPr algn="l">
              <a:defRPr sz="800" b="1">
                <a:solidFill>
                  <a:srgbClr val="161616"/>
                </a:solidFill>
                <a:latin typeface="DejaVu Sans"/>
                <a:ea typeface="DejaVu Sans"/>
                <a:cs typeface="DejaVu Sans"/>
              </a:defRPr>
            </a:lvl7pPr>
            <a:lvl8pPr algn="l">
              <a:defRPr sz="800" b="1">
                <a:solidFill>
                  <a:srgbClr val="161616"/>
                </a:solidFill>
                <a:latin typeface="DejaVu Sans"/>
                <a:ea typeface="DejaVu Sans"/>
                <a:cs typeface="DejaVu Sans"/>
              </a:defRPr>
            </a:lvl8pPr>
            <a:lvl9pPr algn="l">
              <a:defRPr sz="800" b="1">
                <a:solidFill>
                  <a:srgbClr val="161616"/>
                </a:solidFill>
                <a:latin typeface="DejaVu Sans"/>
                <a:ea typeface="DejaVu Sans"/>
                <a:cs typeface="DejaVu Sans"/>
              </a:defRPr>
            </a:lvl9pPr>
          </a:lstStyle>
          <a:p xmlns:a="http://schemas.openxmlformats.org/drawingml/2006/main">
            <a:pPr algn="l">
              <a:defRPr sz="800" b="1">
                <a:solidFill>
                  <a:srgbClr val="161616"/>
                </a:solidFill>
                <a:latin typeface="DejaVu Sans"/>
                <a:ea typeface="DejaVu Sans"/>
                <a:cs typeface="DejaVu Sans"/>
              </a:defRPr>
            </a:pPr>
            <a:r>
              <a:rPr sz="800" b="1">
                <a:solidFill>
                  <a:srgbClr val="161616"/>
                </a:solidFill>
                <a:latin typeface="DejaVu Sans"/>
                <a:ea typeface="DejaVu Sans"/>
                <a:cs typeface="DejaVu Sans"/>
              </a:rPr>
              <a:t>Complete-reference detail: fixed 60-question inspection</a:t>
            </a:r>
          </a:p>
        </p:txBody>
      </p:sp>
      <p:sp>
        <p:nvSpPr>
          <p:cNvPr id="46" name="Figure_6_Reference_Diagnostics-046">
            <a:extLst xmlns:a="http://schemas.openxmlformats.org/drawingml/2006/main">
              <a:ext uri="{FF2B5EF4-FFF2-40B4-BE49-F238E27FC236}">
                <a16:creationId xmlns:a16="http://schemas.microsoft.com/office/drawing/2014/main" id="{DA2DA975-5E46-4FDB-AC6A-5DE6E092B13F}"/>
              </a:ext>
            </a:extLst>
          </p:cNvPr>
          <p:cNvSpPr>
            <a:spLocks xmlns:a="http://schemas.openxmlformats.org/drawingml/2006/main" noGrp="1"/>
          </p:cNvSpPr>
          <p:nvPr/>
        </p:nvSpPr>
        <p:spPr>
          <a:xfrm xmlns:a="http://schemas.openxmlformats.org/drawingml/2006/main">
            <a:off x="76200" y="2806700"/>
            <a:ext cx="5778500" cy="1092200"/>
          </a:xfrm>
          <a:prstGeom xmlns:a="http://schemas.openxmlformats.org/drawingml/2006/main" prst="roundRect">
            <a:avLst>
              <a:gd name="adj" fmla="val 5814"/>
            </a:avLst>
          </a:prstGeom>
          <a:solidFill xmlns:a="http://schemas.openxmlformats.org/drawingml/2006/main">
            <a:srgbClr val="FFFFFF"/>
          </a:solidFill>
          <a:ln xmlns:a="http://schemas.openxmlformats.org/drawingml/2006/main" w="12700">
            <a:solidFill>
              <a:srgbClr val="161616"/>
            </a:solidFill>
            <a:prstDash val="dash"/>
          </a:ln>
        </p:spPr>
      </p:sp>
      <p:sp>
        <p:nvSpPr>
          <p:cNvPr id="47" name="Figure_6_Reference_Diagnostics-047">
            <a:extLst xmlns:a="http://schemas.openxmlformats.org/drawingml/2006/main">
              <a:ext uri="{FF2B5EF4-FFF2-40B4-BE49-F238E27FC236}">
                <a16:creationId xmlns:a16="http://schemas.microsoft.com/office/drawing/2014/main" id="{243BD5E8-1EE5-49E6-A20D-6122B9D77E17}"/>
              </a:ext>
            </a:extLst>
          </p:cNvPr>
          <p:cNvSpPr>
            <a:spLocks xmlns:a="http://schemas.openxmlformats.org/drawingml/2006/main" noGrp="1"/>
          </p:cNvSpPr>
          <p:nvPr/>
        </p:nvSpPr>
        <p:spPr>
          <a:xfrm xmlns:a="http://schemas.openxmlformats.org/drawingml/2006/main">
            <a:off x="177800" y="2908300"/>
            <a:ext cx="1676400" cy="876300"/>
          </a:xfrm>
          <a:prstGeom xmlns:a="http://schemas.openxmlformats.org/drawingml/2006/main" prst="roundRect">
            <a:avLst>
              <a:gd name="adj" fmla="val 5797"/>
            </a:avLst>
          </a:prstGeom>
          <a:solidFill xmlns:a="http://schemas.openxmlformats.org/drawingml/2006/main">
            <a:srgbClr val="DAE2F5"/>
          </a:solidFill>
          <a:ln xmlns:a="http://schemas.openxmlformats.org/drawingml/2006/main" w="10160">
            <a:solidFill>
              <a:srgbClr val="161616"/>
            </a:solidFill>
            <a:prstDash val="solid"/>
          </a:ln>
        </p:spPr>
      </p:sp>
      <p:sp>
        <p:nvSpPr>
          <p:cNvPr id="48" name="Figure_6_Reference_Diagnostics-048">
            <a:extLst xmlns:a="http://schemas.openxmlformats.org/drawingml/2006/main">
              <a:ext uri="{FF2B5EF4-FFF2-40B4-BE49-F238E27FC236}">
                <a16:creationId xmlns:a16="http://schemas.microsoft.com/office/drawing/2014/main" id="{1F1D2070-E4F6-4E4E-BBBD-D66736EA2111}"/>
              </a:ext>
            </a:extLst>
          </p:cNvPr>
          <p:cNvSpPr>
            <a:spLocks xmlns:a="http://schemas.openxmlformats.org/drawingml/2006/main" noGrp="1"/>
          </p:cNvSpPr>
          <p:nvPr/>
        </p:nvSpPr>
        <p:spPr>
          <a:xfrm xmlns:a="http://schemas.openxmlformats.org/drawingml/2006/main">
            <a:off x="241300" y="2984500"/>
            <a:ext cx="1549400" cy="150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40" b="1">
                <a:solidFill>
                  <a:srgbClr val="161616"/>
                </a:solidFill>
                <a:latin typeface="DejaVu Sans"/>
                <a:ea typeface="DejaVu Sans"/>
                <a:cs typeface="DejaVu Sans"/>
              </a:defRPr>
            </a:defPPr>
            <a:lvl1pPr algn="ctr">
              <a:defRPr sz="740" b="1">
                <a:solidFill>
                  <a:srgbClr val="161616"/>
                </a:solidFill>
                <a:latin typeface="DejaVu Sans"/>
                <a:ea typeface="DejaVu Sans"/>
                <a:cs typeface="DejaVu Sans"/>
              </a:defRPr>
            </a:lvl1pPr>
            <a:lvl2pPr algn="ctr">
              <a:defRPr sz="740" b="1">
                <a:solidFill>
                  <a:srgbClr val="161616"/>
                </a:solidFill>
                <a:latin typeface="DejaVu Sans"/>
                <a:ea typeface="DejaVu Sans"/>
                <a:cs typeface="DejaVu Sans"/>
              </a:defRPr>
            </a:lvl2pPr>
            <a:lvl3pPr algn="ctr">
              <a:defRPr sz="740" b="1">
                <a:solidFill>
                  <a:srgbClr val="161616"/>
                </a:solidFill>
                <a:latin typeface="DejaVu Sans"/>
                <a:ea typeface="DejaVu Sans"/>
                <a:cs typeface="DejaVu Sans"/>
              </a:defRPr>
            </a:lvl3pPr>
            <a:lvl4pPr algn="ctr">
              <a:defRPr sz="740" b="1">
                <a:solidFill>
                  <a:srgbClr val="161616"/>
                </a:solidFill>
                <a:latin typeface="DejaVu Sans"/>
                <a:ea typeface="DejaVu Sans"/>
                <a:cs typeface="DejaVu Sans"/>
              </a:defRPr>
            </a:lvl4pPr>
            <a:lvl5pPr algn="ctr">
              <a:defRPr sz="740" b="1">
                <a:solidFill>
                  <a:srgbClr val="161616"/>
                </a:solidFill>
                <a:latin typeface="DejaVu Sans"/>
                <a:ea typeface="DejaVu Sans"/>
                <a:cs typeface="DejaVu Sans"/>
              </a:defRPr>
            </a:lvl5pPr>
            <a:lvl6pPr algn="ctr">
              <a:defRPr sz="740" b="1">
                <a:solidFill>
                  <a:srgbClr val="161616"/>
                </a:solidFill>
                <a:latin typeface="DejaVu Sans"/>
                <a:ea typeface="DejaVu Sans"/>
                <a:cs typeface="DejaVu Sans"/>
              </a:defRPr>
            </a:lvl6pPr>
            <a:lvl7pPr algn="ctr">
              <a:defRPr sz="740" b="1">
                <a:solidFill>
                  <a:srgbClr val="161616"/>
                </a:solidFill>
                <a:latin typeface="DejaVu Sans"/>
                <a:ea typeface="DejaVu Sans"/>
                <a:cs typeface="DejaVu Sans"/>
              </a:defRPr>
            </a:lvl7pPr>
            <a:lvl8pPr algn="ctr">
              <a:defRPr sz="740" b="1">
                <a:solidFill>
                  <a:srgbClr val="161616"/>
                </a:solidFill>
                <a:latin typeface="DejaVu Sans"/>
                <a:ea typeface="DejaVu Sans"/>
                <a:cs typeface="DejaVu Sans"/>
              </a:defRPr>
            </a:lvl8pPr>
            <a:lvl9pPr algn="ctr">
              <a:defRPr sz="740" b="1">
                <a:solidFill>
                  <a:srgbClr val="161616"/>
                </a:solidFill>
                <a:latin typeface="DejaVu Sans"/>
                <a:ea typeface="DejaVu Sans"/>
                <a:cs typeface="DejaVu Sans"/>
              </a:defRPr>
            </a:lvl9pPr>
          </a:lstStyle>
          <a:p xmlns:a="http://schemas.openxmlformats.org/drawingml/2006/main">
            <a:pPr algn="ctr">
              <a:defRPr sz="740" b="1">
                <a:solidFill>
                  <a:srgbClr val="161616"/>
                </a:solidFill>
                <a:latin typeface="DejaVu Sans"/>
                <a:ea typeface="DejaVu Sans"/>
                <a:cs typeface="DejaVu Sans"/>
              </a:defRPr>
            </a:pPr>
            <a:r>
              <a:rPr sz="740" b="1">
                <a:solidFill>
                  <a:srgbClr val="161616"/>
                </a:solidFill>
                <a:latin typeface="DejaVu Sans"/>
                <a:ea typeface="DejaVu Sans"/>
                <a:cs typeface="DejaVu Sans"/>
              </a:rPr>
              <a:t>Budget feasibility</a:t>
            </a:r>
          </a:p>
        </p:txBody>
      </p:sp>
      <p:sp>
        <p:nvSpPr>
          <p:cNvPr id="49" name="Figure_6_Reference_Diagnostics-049">
            <a:extLst xmlns:a="http://schemas.openxmlformats.org/drawingml/2006/main">
              <a:ext uri="{FF2B5EF4-FFF2-40B4-BE49-F238E27FC236}">
                <a16:creationId xmlns:a16="http://schemas.microsoft.com/office/drawing/2014/main" id="{6B2DC56C-1651-4252-BF3E-804A4DD58BDB}"/>
              </a:ext>
            </a:extLst>
          </p:cNvPr>
          <p:cNvSpPr>
            <a:spLocks xmlns:a="http://schemas.openxmlformats.org/drawingml/2006/main" noGrp="1"/>
          </p:cNvSpPr>
          <p:nvPr/>
        </p:nvSpPr>
        <p:spPr>
          <a:xfrm xmlns:a="http://schemas.openxmlformats.org/drawingml/2006/main">
            <a:off x="2120900" y="2908300"/>
            <a:ext cx="1676400" cy="876300"/>
          </a:xfrm>
          <a:prstGeom xmlns:a="http://schemas.openxmlformats.org/drawingml/2006/main" prst="roundRect">
            <a:avLst>
              <a:gd name="adj" fmla="val 5797"/>
            </a:avLst>
          </a:prstGeom>
          <a:solidFill xmlns:a="http://schemas.openxmlformats.org/drawingml/2006/main">
            <a:srgbClr val="E1EFD9"/>
          </a:solidFill>
          <a:ln xmlns:a="http://schemas.openxmlformats.org/drawingml/2006/main" w="10160">
            <a:solidFill>
              <a:srgbClr val="161616"/>
            </a:solidFill>
            <a:prstDash val="solid"/>
          </a:ln>
        </p:spPr>
      </p:sp>
      <p:sp>
        <p:nvSpPr>
          <p:cNvPr id="50" name="Figure_6_Reference_Diagnostics-050">
            <a:extLst xmlns:a="http://schemas.openxmlformats.org/drawingml/2006/main">
              <a:ext uri="{FF2B5EF4-FFF2-40B4-BE49-F238E27FC236}">
                <a16:creationId xmlns:a16="http://schemas.microsoft.com/office/drawing/2014/main" id="{061CEF0F-8BA7-4D8E-B131-C3A2E24F2116}"/>
              </a:ext>
            </a:extLst>
          </p:cNvPr>
          <p:cNvSpPr>
            <a:spLocks xmlns:a="http://schemas.openxmlformats.org/drawingml/2006/main" noGrp="1"/>
          </p:cNvSpPr>
          <p:nvPr/>
        </p:nvSpPr>
        <p:spPr>
          <a:xfrm xmlns:a="http://schemas.openxmlformats.org/drawingml/2006/main">
            <a:off x="2184400" y="2984500"/>
            <a:ext cx="1549400" cy="150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40" b="1">
                <a:solidFill>
                  <a:srgbClr val="161616"/>
                </a:solidFill>
                <a:latin typeface="DejaVu Sans"/>
                <a:ea typeface="DejaVu Sans"/>
                <a:cs typeface="DejaVu Sans"/>
              </a:defRPr>
            </a:defPPr>
            <a:lvl1pPr algn="ctr">
              <a:defRPr sz="740" b="1">
                <a:solidFill>
                  <a:srgbClr val="161616"/>
                </a:solidFill>
                <a:latin typeface="DejaVu Sans"/>
                <a:ea typeface="DejaVu Sans"/>
                <a:cs typeface="DejaVu Sans"/>
              </a:defRPr>
            </a:lvl1pPr>
            <a:lvl2pPr algn="ctr">
              <a:defRPr sz="740" b="1">
                <a:solidFill>
                  <a:srgbClr val="161616"/>
                </a:solidFill>
                <a:latin typeface="DejaVu Sans"/>
                <a:ea typeface="DejaVu Sans"/>
                <a:cs typeface="DejaVu Sans"/>
              </a:defRPr>
            </a:lvl2pPr>
            <a:lvl3pPr algn="ctr">
              <a:defRPr sz="740" b="1">
                <a:solidFill>
                  <a:srgbClr val="161616"/>
                </a:solidFill>
                <a:latin typeface="DejaVu Sans"/>
                <a:ea typeface="DejaVu Sans"/>
                <a:cs typeface="DejaVu Sans"/>
              </a:defRPr>
            </a:lvl3pPr>
            <a:lvl4pPr algn="ctr">
              <a:defRPr sz="740" b="1">
                <a:solidFill>
                  <a:srgbClr val="161616"/>
                </a:solidFill>
                <a:latin typeface="DejaVu Sans"/>
                <a:ea typeface="DejaVu Sans"/>
                <a:cs typeface="DejaVu Sans"/>
              </a:defRPr>
            </a:lvl4pPr>
            <a:lvl5pPr algn="ctr">
              <a:defRPr sz="740" b="1">
                <a:solidFill>
                  <a:srgbClr val="161616"/>
                </a:solidFill>
                <a:latin typeface="DejaVu Sans"/>
                <a:ea typeface="DejaVu Sans"/>
                <a:cs typeface="DejaVu Sans"/>
              </a:defRPr>
            </a:lvl5pPr>
            <a:lvl6pPr algn="ctr">
              <a:defRPr sz="740" b="1">
                <a:solidFill>
                  <a:srgbClr val="161616"/>
                </a:solidFill>
                <a:latin typeface="DejaVu Sans"/>
                <a:ea typeface="DejaVu Sans"/>
                <a:cs typeface="DejaVu Sans"/>
              </a:defRPr>
            </a:lvl6pPr>
            <a:lvl7pPr algn="ctr">
              <a:defRPr sz="740" b="1">
                <a:solidFill>
                  <a:srgbClr val="161616"/>
                </a:solidFill>
                <a:latin typeface="DejaVu Sans"/>
                <a:ea typeface="DejaVu Sans"/>
                <a:cs typeface="DejaVu Sans"/>
              </a:defRPr>
            </a:lvl7pPr>
            <a:lvl8pPr algn="ctr">
              <a:defRPr sz="740" b="1">
                <a:solidFill>
                  <a:srgbClr val="161616"/>
                </a:solidFill>
                <a:latin typeface="DejaVu Sans"/>
                <a:ea typeface="DejaVu Sans"/>
                <a:cs typeface="DejaVu Sans"/>
              </a:defRPr>
            </a:lvl8pPr>
            <a:lvl9pPr algn="ctr">
              <a:defRPr sz="740" b="1">
                <a:solidFill>
                  <a:srgbClr val="161616"/>
                </a:solidFill>
                <a:latin typeface="DejaVu Sans"/>
                <a:ea typeface="DejaVu Sans"/>
                <a:cs typeface="DejaVu Sans"/>
              </a:defRPr>
            </a:lvl9pPr>
          </a:lstStyle>
          <a:p xmlns:a="http://schemas.openxmlformats.org/drawingml/2006/main">
            <a:pPr algn="ctr">
              <a:defRPr sz="740" b="1">
                <a:solidFill>
                  <a:srgbClr val="161616"/>
                </a:solidFill>
                <a:latin typeface="DejaVu Sans"/>
                <a:ea typeface="DejaVu Sans"/>
                <a:cs typeface="DejaVu Sans"/>
              </a:defRPr>
            </a:pPr>
            <a:r>
              <a:rPr sz="740" b="1">
                <a:solidFill>
                  <a:srgbClr val="161616"/>
                </a:solidFill>
                <a:latin typeface="DejaVu Sans"/>
                <a:ea typeface="DejaVu Sans"/>
                <a:cs typeface="DejaVu Sans"/>
              </a:rPr>
              <a:t>Evidence retention</a:t>
            </a:r>
          </a:p>
        </p:txBody>
      </p:sp>
      <p:sp>
        <p:nvSpPr>
          <p:cNvPr id="51" name="Figure_6_Reference_Diagnostics-051">
            <a:extLst xmlns:a="http://schemas.openxmlformats.org/drawingml/2006/main">
              <a:ext uri="{FF2B5EF4-FFF2-40B4-BE49-F238E27FC236}">
                <a16:creationId xmlns:a16="http://schemas.microsoft.com/office/drawing/2014/main" id="{A4D1788A-66D5-48A9-862B-9C627E25BF9B}"/>
              </a:ext>
            </a:extLst>
          </p:cNvPr>
          <p:cNvSpPr>
            <a:spLocks xmlns:a="http://schemas.openxmlformats.org/drawingml/2006/main" noGrp="1"/>
          </p:cNvSpPr>
          <p:nvPr/>
        </p:nvSpPr>
        <p:spPr>
          <a:xfrm xmlns:a="http://schemas.openxmlformats.org/drawingml/2006/main">
            <a:off x="4064000" y="2908300"/>
            <a:ext cx="1676400" cy="876300"/>
          </a:xfrm>
          <a:prstGeom xmlns:a="http://schemas.openxmlformats.org/drawingml/2006/main" prst="roundRect">
            <a:avLst>
              <a:gd name="adj" fmla="val 5797"/>
            </a:avLst>
          </a:prstGeom>
          <a:solidFill xmlns:a="http://schemas.openxmlformats.org/drawingml/2006/main">
            <a:srgbClr val="FAE4D5"/>
          </a:solidFill>
          <a:ln xmlns:a="http://schemas.openxmlformats.org/drawingml/2006/main" w="10160">
            <a:solidFill>
              <a:srgbClr val="161616"/>
            </a:solidFill>
            <a:prstDash val="solid"/>
          </a:ln>
        </p:spPr>
      </p:sp>
      <p:sp>
        <p:nvSpPr>
          <p:cNvPr id="52" name="Figure_6_Reference_Diagnostics-052">
            <a:extLst xmlns:a="http://schemas.openxmlformats.org/drawingml/2006/main">
              <a:ext uri="{FF2B5EF4-FFF2-40B4-BE49-F238E27FC236}">
                <a16:creationId xmlns:a16="http://schemas.microsoft.com/office/drawing/2014/main" id="{25332CF7-C64A-4FD8-A4AA-EC08CD7F7053}"/>
              </a:ext>
            </a:extLst>
          </p:cNvPr>
          <p:cNvSpPr>
            <a:spLocks xmlns:a="http://schemas.openxmlformats.org/drawingml/2006/main" noGrp="1"/>
          </p:cNvSpPr>
          <p:nvPr/>
        </p:nvSpPr>
        <p:spPr>
          <a:xfrm xmlns:a="http://schemas.openxmlformats.org/drawingml/2006/main">
            <a:off x="4127500" y="2984500"/>
            <a:ext cx="1549400" cy="150622"/>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740" b="1">
                <a:solidFill>
                  <a:srgbClr val="161616"/>
                </a:solidFill>
                <a:latin typeface="DejaVu Sans"/>
                <a:ea typeface="DejaVu Sans"/>
                <a:cs typeface="DejaVu Sans"/>
              </a:defRPr>
            </a:defPPr>
            <a:lvl1pPr algn="ctr">
              <a:defRPr sz="740" b="1">
                <a:solidFill>
                  <a:srgbClr val="161616"/>
                </a:solidFill>
                <a:latin typeface="DejaVu Sans"/>
                <a:ea typeface="DejaVu Sans"/>
                <a:cs typeface="DejaVu Sans"/>
              </a:defRPr>
            </a:lvl1pPr>
            <a:lvl2pPr algn="ctr">
              <a:defRPr sz="740" b="1">
                <a:solidFill>
                  <a:srgbClr val="161616"/>
                </a:solidFill>
                <a:latin typeface="DejaVu Sans"/>
                <a:ea typeface="DejaVu Sans"/>
                <a:cs typeface="DejaVu Sans"/>
              </a:defRPr>
            </a:lvl2pPr>
            <a:lvl3pPr algn="ctr">
              <a:defRPr sz="740" b="1">
                <a:solidFill>
                  <a:srgbClr val="161616"/>
                </a:solidFill>
                <a:latin typeface="DejaVu Sans"/>
                <a:ea typeface="DejaVu Sans"/>
                <a:cs typeface="DejaVu Sans"/>
              </a:defRPr>
            </a:lvl3pPr>
            <a:lvl4pPr algn="ctr">
              <a:defRPr sz="740" b="1">
                <a:solidFill>
                  <a:srgbClr val="161616"/>
                </a:solidFill>
                <a:latin typeface="DejaVu Sans"/>
                <a:ea typeface="DejaVu Sans"/>
                <a:cs typeface="DejaVu Sans"/>
              </a:defRPr>
            </a:lvl4pPr>
            <a:lvl5pPr algn="ctr">
              <a:defRPr sz="740" b="1">
                <a:solidFill>
                  <a:srgbClr val="161616"/>
                </a:solidFill>
                <a:latin typeface="DejaVu Sans"/>
                <a:ea typeface="DejaVu Sans"/>
                <a:cs typeface="DejaVu Sans"/>
              </a:defRPr>
            </a:lvl5pPr>
            <a:lvl6pPr algn="ctr">
              <a:defRPr sz="740" b="1">
                <a:solidFill>
                  <a:srgbClr val="161616"/>
                </a:solidFill>
                <a:latin typeface="DejaVu Sans"/>
                <a:ea typeface="DejaVu Sans"/>
                <a:cs typeface="DejaVu Sans"/>
              </a:defRPr>
            </a:lvl6pPr>
            <a:lvl7pPr algn="ctr">
              <a:defRPr sz="740" b="1">
                <a:solidFill>
                  <a:srgbClr val="161616"/>
                </a:solidFill>
                <a:latin typeface="DejaVu Sans"/>
                <a:ea typeface="DejaVu Sans"/>
                <a:cs typeface="DejaVu Sans"/>
              </a:defRPr>
            </a:lvl7pPr>
            <a:lvl8pPr algn="ctr">
              <a:defRPr sz="740" b="1">
                <a:solidFill>
                  <a:srgbClr val="161616"/>
                </a:solidFill>
                <a:latin typeface="DejaVu Sans"/>
                <a:ea typeface="DejaVu Sans"/>
                <a:cs typeface="DejaVu Sans"/>
              </a:defRPr>
            </a:lvl8pPr>
            <a:lvl9pPr algn="ctr">
              <a:defRPr sz="740" b="1">
                <a:solidFill>
                  <a:srgbClr val="161616"/>
                </a:solidFill>
                <a:latin typeface="DejaVu Sans"/>
                <a:ea typeface="DejaVu Sans"/>
                <a:cs typeface="DejaVu Sans"/>
              </a:defRPr>
            </a:lvl9pPr>
          </a:lstStyle>
          <a:p xmlns:a="http://schemas.openxmlformats.org/drawingml/2006/main">
            <a:pPr algn="ctr">
              <a:defRPr sz="740" b="1">
                <a:solidFill>
                  <a:srgbClr val="161616"/>
                </a:solidFill>
                <a:latin typeface="DejaVu Sans"/>
                <a:ea typeface="DejaVu Sans"/>
                <a:cs typeface="DejaVu Sans"/>
              </a:defRPr>
            </a:pPr>
            <a:r>
              <a:rPr sz="740" b="1">
                <a:solidFill>
                  <a:srgbClr val="161616"/>
                </a:solidFill>
                <a:latin typeface="DejaVu Sans"/>
                <a:ea typeface="DejaVu Sans"/>
                <a:cs typeface="DejaVu Sans"/>
              </a:rPr>
              <a:t>Reader use</a:t>
            </a:r>
          </a:p>
        </p:txBody>
      </p:sp>
      <mc:AlternateContent xmlns:mc="http://schemas.openxmlformats.org/markup-compatibility/2006" xmlns:a14="http://schemas.microsoft.com/office/drawing/2010/main" xmlns:m="http://schemas.openxmlformats.org/officeDocument/2006/math">
        <mc:Choice Requires="a14">
          <p:sp>
            <p:nvSpPr>
              <p:cNvPr id="53" name="Figure_6_Reference_Diagnostics-053">
                <a:extLst xmlns:a="http://schemas.openxmlformats.org/drawingml/2006/main">
                  <a:ext uri="{FF2B5EF4-FFF2-40B4-BE49-F238E27FC236}">
                    <a16:creationId xmlns:a16="http://schemas.microsoft.com/office/drawing/2014/main" id="{B5F13205-E998-4292-95E3-07E5B81EA958}"/>
                  </a:ext>
                </a:extLst>
              </p:cNvPr>
              <p:cNvSpPr>
                <a:spLocks xmlns:a="http://schemas.openxmlformats.org/drawingml/2006/main" noGrp="1"/>
              </p:cNvSpPr>
              <p:nvPr/>
            </p:nvSpPr>
            <p:spPr>
              <a:xfrm xmlns:a="http://schemas.openxmlformats.org/drawingml/2006/main">
                <a:off x="317500" y="3225800"/>
                <a:ext cx="1397000" cy="27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50" b="0">
                    <a:solidFill>
                      <a:srgbClr val="161616"/>
                    </a:solidFill>
                    <a:latin typeface="Latin Modern Math"/>
                    <a:ea typeface="Latin Modern Math"/>
                    <a:cs typeface="Latin Modern Math"/>
                  </a:defRPr>
                </a:defPPr>
                <a:lvl1pPr algn="ctr">
                  <a:defRPr sz="950" b="0">
                    <a:solidFill>
                      <a:srgbClr val="161616"/>
                    </a:solidFill>
                    <a:latin typeface="Latin Modern Math"/>
                    <a:ea typeface="Latin Modern Math"/>
                    <a:cs typeface="Latin Modern Math"/>
                  </a:defRPr>
                </a:lvl1pPr>
                <a:lvl2pPr algn="ctr">
                  <a:defRPr sz="950" b="0">
                    <a:solidFill>
                      <a:srgbClr val="161616"/>
                    </a:solidFill>
                    <a:latin typeface="Latin Modern Math"/>
                    <a:ea typeface="Latin Modern Math"/>
                    <a:cs typeface="Latin Modern Math"/>
                  </a:defRPr>
                </a:lvl2pPr>
                <a:lvl3pPr algn="ctr">
                  <a:defRPr sz="950" b="0">
                    <a:solidFill>
                      <a:srgbClr val="161616"/>
                    </a:solidFill>
                    <a:latin typeface="Latin Modern Math"/>
                    <a:ea typeface="Latin Modern Math"/>
                    <a:cs typeface="Latin Modern Math"/>
                  </a:defRPr>
                </a:lvl3pPr>
                <a:lvl4pPr algn="ctr">
                  <a:defRPr sz="950" b="0">
                    <a:solidFill>
                      <a:srgbClr val="161616"/>
                    </a:solidFill>
                    <a:latin typeface="Latin Modern Math"/>
                    <a:ea typeface="Latin Modern Math"/>
                    <a:cs typeface="Latin Modern Math"/>
                  </a:defRPr>
                </a:lvl4pPr>
                <a:lvl5pPr algn="ctr">
                  <a:defRPr sz="950" b="0">
                    <a:solidFill>
                      <a:srgbClr val="161616"/>
                    </a:solidFill>
                    <a:latin typeface="Latin Modern Math"/>
                    <a:ea typeface="Latin Modern Math"/>
                    <a:cs typeface="Latin Modern Math"/>
                  </a:defRPr>
                </a:lvl5pPr>
                <a:lvl6pPr algn="ctr">
                  <a:defRPr sz="950" b="0">
                    <a:solidFill>
                      <a:srgbClr val="161616"/>
                    </a:solidFill>
                    <a:latin typeface="Latin Modern Math"/>
                    <a:ea typeface="Latin Modern Math"/>
                    <a:cs typeface="Latin Modern Math"/>
                  </a:defRPr>
                </a:lvl6pPr>
                <a:lvl7pPr algn="ctr">
                  <a:defRPr sz="950" b="0">
                    <a:solidFill>
                      <a:srgbClr val="161616"/>
                    </a:solidFill>
                    <a:latin typeface="Latin Modern Math"/>
                    <a:ea typeface="Latin Modern Math"/>
                    <a:cs typeface="Latin Modern Math"/>
                  </a:defRPr>
                </a:lvl7pPr>
                <a:lvl8pPr algn="ctr">
                  <a:defRPr sz="950" b="0">
                    <a:solidFill>
                      <a:srgbClr val="161616"/>
                    </a:solidFill>
                    <a:latin typeface="Latin Modern Math"/>
                    <a:ea typeface="Latin Modern Math"/>
                    <a:cs typeface="Latin Modern Math"/>
                  </a:defRPr>
                </a:lvl8pPr>
                <a:lvl9pPr algn="ctr">
                  <a:defRPr sz="950" b="0">
                    <a:solidFill>
                      <a:srgbClr val="161616"/>
                    </a:solidFill>
                    <a:latin typeface="Latin Modern Math"/>
                    <a:ea typeface="Latin Modern Math"/>
                    <a:cs typeface="Latin Modern Math"/>
                  </a:defRPr>
                </a:lvl9pPr>
              </a:lstStyle>
              <ns0:p xmlns:ns0="http://schemas.openxmlformats.org/drawingml/2006/main">
                <ns0:pPr algn="ctr">
                  <ns0:buNone/>
                </ns0:pPr>
                <a14:m>
                  <m:oMathPara>
                    <m:oMathParaPr>
                      <m:jc m:val="center"/>
                    </m:oMathParaPr>
                    <m:oMath>
                      <m:r>
                        <m:rPr>
                          <m:sty m:val="i"/>
                        </m:rPr>
                        <ns0:rPr lang="en-US" sz="950" b="0" i="0">
                          <ns0:solidFill>
                            <ns0:srgbClr val="161616"/>
                          </ns0:solidFill>
                          <ns0:latin typeface="Latin Modern Math"/>
                        </ns0:rPr>
                        <m:t>C</m:t>
                      </m:r>
                      <m:r>
                        <m:rPr>
                          <m:sty m:val="i"/>
                        </m:rPr>
                        <ns0:rPr lang="en-US" sz="950" b="0" i="0">
                          <ns0:solidFill>
                            <ns0:srgbClr val="161616"/>
                          </ns0:solidFill>
                          <ns0:latin typeface="Latin Modern Math"/>
                        </ns0:rPr>
                        <m:t>(</m:t>
                      </m:r>
                      <m:r>
                        <m:rPr>
                          <m:sty m:val="i"/>
                        </m:rPr>
                        <ns0:rPr lang="en-US" sz="950" b="0" i="0">
                          <ns0:solidFill>
                            <ns0:srgbClr val="161616"/>
                          </ns0:solidFill>
                          <ns0:latin typeface="Latin Modern Math"/>
                        </ns0:rPr>
                        <m:t>R</m:t>
                      </m:r>
                      <m:r>
                        <m:rPr>
                          <m:sty m:val="i"/>
                        </m:rPr>
                        <ns0:rPr lang="en-US" sz="950" b="0" i="0">
                          <ns0:solidFill>
                            <ns0:srgbClr val="161616"/>
                          </ns0:solidFill>
                          <ns0:latin typeface="Latin Modern Math"/>
                        </ns0:rPr>
                        <m:t>)</m:t>
                      </m:r>
                      <m:r>
                        <m:rPr>
                          <m:sty m:val="i"/>
                        </m:rPr>
                        <ns0:rPr lang="en-US" sz="950" b="0" i="0">
                          <ns0:solidFill>
                            <ns0:srgbClr val="161616"/>
                          </ns0:solidFill>
                          <ns0:latin typeface="Latin Modern Math"/>
                        </ns0:rPr>
                        <m:t>≤</m:t>
                      </m:r>
                      <m:r>
                        <m:rPr>
                          <m:sty m:val="i"/>
                        </m:rPr>
                        <ns0:rPr lang="en-US" sz="950" b="0" i="0">
                          <ns0:solidFill>
                            <ns0:srgbClr val="161616"/>
                          </ns0:solidFill>
                          <ns0:latin typeface="Latin Modern Math"/>
                        </ns0:rPr>
                        <m:t>B</m:t>
                      </m:r>
                    </m:oMath>
                  </m:oMathPara>
                </a14:m>
                <ns0:endParaRPr lang="en-US" sz="950">
                  <ns0:latin typeface="Latin Modern Math"/>
                </ns0:endParaRPr>
              </ns0:p>
            </p:txBody>
          </p:sp>
        </mc:Choice>
        <mc:Fallback>
          <p:sp>
            <p:nvSpPr>
              <p:cNvPr id="53" name="Figure_6_Reference_Diagnostics-053" descr="Vector display fallback for the editable Office Math equation: C(R)\leq B">
                <a:extLst xmlns:a="http://schemas.openxmlformats.org/drawingml/2006/main">
                  <a:ext uri="{FF2B5EF4-FFF2-40B4-BE49-F238E27FC236}">
                    <a16:creationId xmlns:a16="http://schemas.microsoft.com/office/drawing/2014/main" id="{B5F13205-E998-4292-95E3-07E5B81EA958}"/>
                  </a:ext>
                </a:extLst>
              </p:cNvPr>
              <p:cNvSpPr>
                <a:spLocks xmlns:a="http://schemas.openxmlformats.org/drawingml/2006/main" noGrp="1"/>
              </p:cNvSpPr>
              <p:nvPr/>
            </p:nvSpPr>
            <p:spPr>
              <a:xfrm xmlns:a="http://schemas.openxmlformats.org/drawingml/2006/main">
                <a:off x="317500" y="3225800"/>
                <a:ext cx="1397000" cy="273050"/>
              </a:xfrm>
              <ns0:custGeom xmlns:ns0="http://schemas.openxmlformats.org/drawingml/2006/main">
                <ns0:avLst/>
                <ns0:gdLst/>
                <ns0:ahLst/>
                <ns0:cxnLst/>
                <ns0:rect l="l" t="t" r="r" b="b"/>
                <ns0:pathLst>
                  <ns0:path w="1397000" h="273050" fill="norm" stroke="0" extrusionOk="0">
                    <ns0:moveTo>
                      <ns0:pt x="565735" y="88354"/>
                    </ns0:moveTo>
                    <ns0:lnTo>
                      <ns0:pt x="561268" y="112484"/>
                    </ns0:lnTo>
                    <ns0:lnTo>
                      <ns0:pt x="559100" y="112126"/>
                    </ns0:lnTo>
                    <ns0:quadBezTo>
                      <ns0:pt x="556913" y="92464"/>
                      <ns0:pt x="541115" y="92464"/>
                    </ns0:quadBezTo>
                    <ns0:quadBezTo>
                      <ns0:pt x="527957" y="92464"/>
                      <ns0:pt x="517098" y="104171"/>
                    </ns0:quadBezTo>
                    <ns0:quadBezTo>
                      <ns0:pt x="510708" y="110920"/>
                      <ns0:pt x="507390" y="120572"/>
                    </ns0:quadBezTo>
                    <ns0:quadBezTo>
                      <ns0:pt x="504072" y="130224"/>
                      <ns0:pt x="504072" y="140479"/>
                    </ns0:quadBezTo>
                    <ns0:quadBezTo>
                      <ns0:pt x="504072" y="165212"/>
                      <ns0:pt x="525186" y="165212"/>
                    </ns0:quadBezTo>
                    <ns0:quadBezTo>
                      <ns0:pt x="532670" y="165212"/>
                      <ns0:pt x="538872" y="162083"/>
                    </ns0:quadBezTo>
                    <ns0:quadBezTo>
                      <ns0:pt x="545093" y="158935"/>
                      <ns0:pt x="552822" y="150866"/>
                    </ns0:quadBezTo>
                    <ns0:lnTo>
                      <ns0:pt x="554990" y="152676"/>
                    </ns0:lnTo>
                    <ns0:quadBezTo>
                      <ns0:pt x="546903" y="162196"/>
                      <ns0:pt x="539117" y="166419"/>
                    </ns0:quadBezTo>
                    <ns0:quadBezTo>
                      <ns0:pt x="531350" y="170641"/>
                      <ns0:pt x="522056" y="170641"/>
                    </ns0:quadBezTo>
                    <ns0:quadBezTo>
                      <ns0:pt x="507936" y="170641"/>
                      <ns0:pt x="499246" y="162271"/>
                    </ns0:quadBezTo>
                    <ns0:quadBezTo>
                      <ns0:pt x="490555" y="153882"/>
                      <ns0:pt x="490555" y="139159"/>
                    </ns0:quadBezTo>
                    <ns0:quadBezTo>
                      <ns0:pt x="490555" y="126736"/>
                      <ns0:pt x="496701" y="115463"/>
                    </ns0:quadBezTo>
                    <ns0:quadBezTo>
                      <ns0:pt x="502865" y="104171"/>
                      <ns0:pt x="513121" y="96932"/>
                    </ns0:quadBezTo>
                    <ns0:quadBezTo>
                      <ns0:pt x="525431" y="88128"/>
                      <ns0:pt x="539551" y="88128"/>
                    </ns0:quadBezTo>
                    <ns0:quadBezTo>
                      <ns0:pt x="547864" y="88128"/>
                      <ns0:pt x="553670" y="90164"/>
                    </ns0:quadBezTo>
                    <ns0:quadBezTo>
                      <ns0:pt x="556083" y="91012"/>
                      <ns0:pt x="558610" y="91012"/>
                    </ns0:quadBezTo>
                    <ns0:quadBezTo>
                      <ns0:pt x="561871" y="91012"/>
                      <ns0:pt x="563190" y="88354"/>
                    </ns0:quadBezTo>
                    <ns0:lnTo>
                      <ns0:pt x="565735" y="88354"/>
                    </ns0:lnTo>
                    <ns0:close/>
                    <ns0:moveTo>
                      <ns0:pt x="599759" y="187891"/>
                    </ns0:moveTo>
                    <ns0:lnTo>
                      <ns0:pt x="598307" y="189832"/>
                    </ns0:lnTo>
                    <ns0:quadBezTo>
                      <ns0:pt x="584300" y="181858"/>
                      <ns0:pt x="576571" y="167870"/>
                    </ns0:quadBezTo>
                    <ns0:quadBezTo>
                      <ns0:pt x="568861" y="153882"/>
                      <ns0:pt x="568861" y="138066"/>
                    </ns0:quadBezTo>
                    <ns0:quadBezTo>
                      <ns0:pt x="568861" y="104642"/>
                      <ns0:pt x="598665" y="86922"/>
                    </ns0:quadBezTo>
                    <ns0:lnTo>
                      <ns0:pt x="599759" y="88844"/>
                    </ns0:lnTo>
                    <ns0:quadBezTo>
                      <ns0:pt x="587448" y="99345"/>
                      <ns0:pt x="583339" y="109543"/>
                    </ns0:quadBezTo>
                    <ns0:quadBezTo>
                      <ns0:pt x="579248" y="119723"/>
                      <ns0:pt x="579248" y="137708"/>
                    </ns0:quadBezTo>
                    <ns0:quadBezTo>
                      <ns0:pt x="579248" y="155560"/>
                      <ns0:pt x="583471" y="166664"/>
                    </ns0:quadBezTo>
                    <ns0:quadBezTo>
                      <ns0:pt x="587694" y="177767"/>
                      <ns0:pt x="599759" y="187891"/>
                    </ns0:quadBezTo>
                    <ns0:close/>
                    <ns0:moveTo>
                      <ns0:pt x="619179" y="89693"/>
                    </ns0:moveTo>
                    <ns0:lnTo>
                      <ns0:pt x="649587" y="89693"/>
                    </ns0:lnTo>
                    <ns0:quadBezTo>
                      <ns0:pt x="661275" y="89693"/>
                      <ns0:pt x="667722" y="94274"/>
                    </ns0:quadBezTo>
                    <ns0:quadBezTo>
                      <ns0:pt x="674188" y="98855"/>
                      <ns0:pt x="674188" y="106697"/>
                    </ns0:quadBezTo>
                    <ns0:quadBezTo>
                      <ns0:pt x="674188" y="116104"/>
                      <ns0:pt x="666233" y="122136"/>
                    </ns0:quadBezTo>
                    <ns0:quadBezTo>
                      <ns0:pt x="661520" y="125756"/>
                      <ns0:pt x="650416" y="128301"/>
                    </ns0:quadBezTo>
                    <ns0:lnTo>
                      <ns0:pt x="661162" y="156654"/>
                    </ns0:lnTo>
                    <ns0:quadBezTo>
                      <ns0:pt x="663217" y="162196"/>
                      <ns0:pt x="665441" y="164383"/>
                    </ns0:quadBezTo>
                    <ns0:quadBezTo>
                      <ns0:pt x="667684" y="166551"/>
                      <ns0:pt x="671662" y="166551"/>
                    </ns0:quadBezTo>
                    <ns0:lnTo>
                      <ns0:pt x="671662" y="168473"/>
                    </ns0:lnTo>
                    <ns0:lnTo>
                      <ns0:pt x="653923" y="168473"/>
                    </ns0:lnTo>
                    <ns0:lnTo>
                      <ns0:pt x="639087" y="129375"/>
                    </ns0:lnTo>
                    <ns0:lnTo>
                      <ns0:pt x="631112" y="128772"/>
                    </ns0:lnTo>
                    <ns0:lnTo>
                      <ns0:pt x="624477" y="153279"/>
                    </ns0:lnTo>
                    <ns0:quadBezTo>
                      <ns0:pt x="622912" y="158821"/>
                      <ns0:pt x="622912" y="160876"/>
                    </ns0:quadBezTo>
                    <ns0:quadBezTo>
                      <ns0:pt x="622912" y="163647"/>
                      <ns0:pt x="624477" y="164854"/>
                    </ns0:quadBezTo>
                    <ns0:quadBezTo>
                      <ns0:pt x="626060" y="166060"/>
                      <ns0:pt x="630999" y="166551"/>
                    </ns0:quadBezTo>
                    <ns0:lnTo>
                      <ns0:pt x="630999" y="168473"/>
                    </ns0:lnTo>
                    <ns0:lnTo>
                      <ns0:pt x="601685" y="168473"/>
                    </ns0:lnTo>
                    <ns0:lnTo>
                      <ns0:pt x="601685" y="166551"/>
                    </ns0:lnTo>
                    <ns0:quadBezTo>
                      <ns0:pt x="606511" y="165947"/>
                      <ns0:pt x="608491" y="163893"/>
                    </ns0:quadBezTo>
                    <ns0:quadBezTo>
                      <ns0:pt x="610489" y="161838"/>
                      <ns0:pt x="611940" y="156295"/>
                    </ns0:quadBezTo>
                    <ns0:lnTo>
                      <ns0:pt x="626286" y="104284"/>
                    </ns0:lnTo>
                    <ns0:quadBezTo>
                      <ns0:pt x="627738" y="98742"/>
                      <ns0:pt x="627738" y="96687"/>
                    </ns0:quadBezTo>
                    <ns0:quadBezTo>
                      <ns0:pt x="627738" y="94519"/>
                      <ns0:pt x="626060" y="93312"/>
                    </ns0:quadBezTo>
                    <ns0:quadBezTo>
                      <ns0:pt x="624609" y="92351"/>
                      <ns0:pt x="619179" y="91616"/>
                    </ns0:quadBezTo>
                    <ns0:lnTo>
                      <ns0:pt x="619179" y="89693"/>
                    </ns0:lnTo>
                    <ns0:close/>
                    <ns0:moveTo>
                      <ns0:pt x="640161" y="96932"/>
                    </ns0:moveTo>
                    <ns0:lnTo>
                      <ns0:pt x="632564" y="124323"/>
                    </ns0:lnTo>
                    <ns0:quadBezTo>
                      <ns0:pt x="636315" y="124926"/>
                      <ns0:pt x="638728" y="124926"/>
                    </ns0:quadBezTo>
                    <ns0:quadBezTo>
                      <ns0:pt x="649455" y="124926"/>
                      <ns0:pt x="655487" y="120100"/>
                    </ns0:quadBezTo>
                    <ns0:quadBezTo>
                      <ns0:pt x="661520" y="115274"/>
                      <ns0:pt x="661520" y="106829"/>
                    </ns0:quadBezTo>
                    <ns0:quadBezTo>
                      <ns0:pt x="661520" y="100551"/>
                      <ns0:pt x="657769" y="96932"/>
                    </ns0:quadBezTo>
                    <ns0:quadBezTo>
                      <ns0:pt x="654036" y="93312"/>
                      <ns0:pt x="647042" y="93312"/>
                    </ns0:quadBezTo>
                    <ns0:quadBezTo>
                      <ns0:pt x="641141" y="93312"/>
                      <ns0:pt x="640161" y="96932"/>
                    </ns0:quadBezTo>
                    <ns0:close/>
                    <ns0:moveTo>
                      <ns0:pt x="680473" y="88844"/>
                    </ns0:moveTo>
                    <ns0:lnTo>
                      <ns0:pt x="681906" y="86922"/>
                    </ns0:lnTo>
                    <ns0:quadBezTo>
                      <ns0:pt x="695668" y="95122"/>
                      <ns0:pt x="703510" y="109129"/>
                    </ns0:quadBezTo>
                    <ns0:quadBezTo>
                      <ns0:pt x="711352" y="123117"/>
                      <ns0:pt x="711352" y="138669"/>
                    </ns0:quadBezTo>
                    <ns0:quadBezTo>
                      <ns0:pt x="711352" y="171603"/>
                      <ns0:pt x="681548" y="189832"/>
                    </ns0:quadBezTo>
                    <ns0:lnTo>
                      <ns0:pt x="680473" y="187891"/>
                    </ns0:lnTo>
                    <ns0:quadBezTo>
                      <ns0:pt x="692896" y="177635"/>
                      <ns0:pt x="696931" y="167455"/>
                    </ns0:quadBezTo>
                    <ns0:quadBezTo>
                      <ns0:pt x="700984" y="157257"/>
                      <ns0:pt x="700984" y="139027"/>
                    </ns0:quadBezTo>
                    <ns0:quadBezTo>
                      <ns0:pt x="700984" y="120704"/>
                      <ns0:pt x="696931" y="109657"/>
                    </ns0:quadBezTo>
                    <ns0:quadBezTo>
                      <ns0:pt x="692896" y="98610"/>
                      <ns0:pt x="680473" y="88844"/>
                    </ns0:quadBezTo>
                    <ns0:close/>
                    <ns0:moveTo>
                      <ns0:pt x="810461" y="162328"/>
                    </ns0:moveTo>
                    <ns0:lnTo>
                      <ns0:pt x="742294" y="129375"/>
                    </ns0:lnTo>
                    <ns0:lnTo>
                      <ns0:pt x="742294" y="128169"/>
                    </ns0:lnTo>
                    <ns0:lnTo>
                      <ns0:pt x="810461" y="94990"/>
                    </ns0:lnTo>
                    <ns0:lnTo>
                      <ns0:pt x="810461" y="102832"/>
                    </ns0:lnTo>
                    <ns0:lnTo>
                      <ns0:pt x="758337" y="128772"/>
                    </ns0:lnTo>
                    <ns0:lnTo>
                      <ns0:pt x="810461" y="154712"/>
                    </ns0:lnTo>
                    <ns0:lnTo>
                      <ns0:pt x="810461" y="162328"/>
                    </ns0:lnTo>
                    <ns0:close/>
                    <ns0:moveTo>
                      <ns0:pt x="810461" y="180897"/>
                    </ns0:moveTo>
                    <ns0:lnTo>
                      <ns0:pt x="742294" y="180897"/>
                    </ns0:lnTo>
                    <ns0:lnTo>
                      <ns0:pt x="742294" y="172941"/>
                    </ns0:lnTo>
                    <ns0:lnTo>
                      <ns0:pt x="810461" y="172941"/>
                    </ns0:lnTo>
                    <ns0:lnTo>
                      <ns0:pt x="810461" y="180897"/>
                    </ns0:lnTo>
                    <ns0:close/>
                    <ns0:moveTo>
                      <ns0:pt x="850317" y="89693"/>
                    </ns0:moveTo>
                    <ns0:lnTo>
                      <ns0:pt x="880479" y="89693"/>
                    </ns0:lnTo>
                    <ns0:quadBezTo>
                      <ns0:pt x="905571" y="89693"/>
                      <ns0:pt x="905571" y="107790"/>
                    </ns0:quadBezTo>
                    <ns0:quadBezTo>
                      <ns0:pt x="905571" y="116236"/>
                      <ns0:pt x="897860" y="121420"/>
                    </ns0:quadBezTo>
                    <ns0:quadBezTo>
                      <ns0:pt x="893751" y="124191"/>
                      <ns0:pt x="884457" y="126133"/>
                    </ns0:quadBezTo>
                    <ns0:lnTo>
                      <ns0:pt x="884457" y="126246"/>
                    </ns0:lnTo>
                    <ns0:quadBezTo>
                      <ns0:pt x="899670" y="130827"/>
                      <ns0:pt x="899670" y="144343"/>
                    </ns0:quadBezTo>
                    <ns0:quadBezTo>
                      <ns0:pt x="899670" y="156163"/>
                      <ns0:pt x="890678" y="162328"/>
                    </ns0:quadBezTo>
                    <ns0:quadBezTo>
                      <ns0:pt x="881686" y="168473"/>
                      <ns0:pt x="866491" y="168473"/>
                    </ns0:quadBezTo>
                    <ns0:lnTo>
                      <ns0:pt x="833671" y="168473"/>
                    </ns0:lnTo>
                    <ns0:lnTo>
                      <ns0:pt x="833671" y="166551"/>
                    </ns0:lnTo>
                    <ns0:quadBezTo>
                      <ns0:pt x="838610" y="165815"/>
                      <ns0:pt x="840363" y="164138"/>
                    </ns0:quadBezTo>
                    <ns0:quadBezTo>
                      <ns0:pt x="842116" y="162441"/>
                      <ns0:pt x="843681" y="156899"/>
                    </ns0:quadBezTo>
                    <ns0:lnTo>
                      <ns0:pt x="858272" y="104284"/>
                    </ns0:lnTo>
                    <ns0:quadBezTo>
                      <ns0:pt x="859610" y="99590"/>
                      <ns0:pt x="859610" y="96574"/>
                    </ns0:quadBezTo>
                    <ns0:quadBezTo>
                      <ns0:pt x="859610" y="93916"/>
                      <ns0:pt x="857801" y="93011"/>
                    </ns0:quadBezTo>
                    <ns0:quadBezTo>
                      <ns0:pt x="855991" y="92106"/>
                      <ns0:pt x="850317" y="91616"/>
                    </ns0:quadBezTo>
                    <ns0:lnTo>
                      <ns0:pt x="850317" y="89693"/>
                    </ns0:lnTo>
                    <ns0:close/>
                    <ns0:moveTo>
                      <ns0:pt x="864550" y="124681"/>
                    </ns0:moveTo>
                    <ns0:lnTo>
                      <ns0:pt x="869130" y="124681"/>
                    </ns0:lnTo>
                    <ns0:quadBezTo>
                      <ns0:pt x="880969" y="124681"/>
                      <ns0:pt x="887171" y="119987"/>
                    </ns0:quadBezTo>
                    <ns0:quadBezTo>
                      <ns0:pt x="893392" y="115274"/>
                      <ns0:pt x="893392" y="106339"/>
                    </ns0:quadBezTo>
                    <ns0:quadBezTo>
                      <ns0:pt x="893392" y="99590"/>
                      <ns0:pt x="889999" y="96460"/>
                    </ns0:quadBezTo>
                    <ns0:quadBezTo>
                      <ns0:pt x="886625" y="93312"/>
                      <ns0:pt x="879273" y="93312"/>
                    </ns0:quadBezTo>
                    <ns0:quadBezTo>
                      <ns0:pt x="876501" y="93312"/>
                      <ns0:pt x="875465" y="93501"/>
                    </ns0:quadBezTo>
                    <ns0:quadBezTo>
                      <ns0:pt x="874447" y="93670"/>
                      <ns0:pt x="873598" y="94575"/>
                    </ns0:quadBezTo>
                    <ns0:quadBezTo>
                      <ns0:pt x="872750" y="95480"/>
                      <ns0:pt x="872147" y="97648"/>
                    </ns0:quadBezTo>
                    <ns0:lnTo>
                      <ns0:pt x="864550" y="124681"/>
                    </ns0:lnTo>
                    <ns0:close/>
                    <ns0:moveTo>
                      <ns0:pt x="863343" y="128546"/>
                    </ns0:moveTo>
                    <ns0:lnTo>
                      <ns0:pt x="859478" y="142892"/>
                    </ns0:lnTo>
                    <ns0:quadBezTo>
                      <ns0:pt x="855256" y="158935"/>
                      <ns0:pt x="855256" y="159783"/>
                    </ns0:quadBezTo>
                    <ns0:quadBezTo>
                      <ns0:pt x="855256" y="164854"/>
                      <ns0:pt x="863343" y="164854"/>
                    </ns0:quadBezTo>
                    <ns0:quadBezTo>
                      <ns0:pt x="873956" y="164854"/>
                      <ns0:pt x="880291" y="159557"/>
                    </ns0:quadBezTo>
                    <ns0:quadBezTo>
                      <ns0:pt x="886625" y="154241"/>
                      <ns0:pt x="886625" y="144343"/>
                    </ns0:quadBezTo>
                    <ns0:quadBezTo>
                      <ns0:pt x="886625" y="138914"/>
                      <ns0:pt x="884325" y="135050"/>
                    </ns0:quadBezTo>
                    <ns0:quadBezTo>
                      <ns0:pt x="882044" y="131185"/>
                      <ns0:pt x="878556" y="129979"/>
                    </ns0:quadBezTo>
                    <ns0:quadBezTo>
                      <ns0:pt x="874447" y="128546"/>
                      <ns0:pt x="863343" y="128546"/>
                    </ns0:quadBezTo>
                    <ns0:close/>
                  </ns0:path>
                </ns0:pathLst>
              </ns0:custGeom>
              <ns0:solidFill xmlns:ns0="http://schemas.openxmlformats.org/drawingml/2006/main">
                <ns0:srgbClr val="161616"/>
              </ns0:solidFill>
              <ns0:ln xmlns:ns0="http://schemas.openxmlformats.org/drawingml/2006/main" w="0">
                <ns0:noFill/>
              </ns0:ln>
            </p:spPr>
          </p:sp>
        </mc:Fallback>
      </mc:AlternateContent>
      <p:sp>
        <p:nvSpPr>
          <p:cNvPr id="54" name="Figure_6_Reference_Diagnostics-054">
            <a:extLst xmlns:a="http://schemas.openxmlformats.org/drawingml/2006/main">
              <a:ext uri="{FF2B5EF4-FFF2-40B4-BE49-F238E27FC236}">
                <a16:creationId xmlns:a16="http://schemas.microsoft.com/office/drawing/2014/main" id="{59523EC0-A9D4-4CEC-BBDD-F1399A2DBC39}"/>
              </a:ext>
            </a:extLst>
          </p:cNvPr>
          <p:cNvSpPr>
            <a:spLocks xmlns:a="http://schemas.openxmlformats.org/drawingml/2006/main" noGrp="1"/>
          </p:cNvSpPr>
          <p:nvPr/>
        </p:nvSpPr>
        <p:spPr>
          <a:xfrm xmlns:a="http://schemas.openxmlformats.org/drawingml/2006/main">
            <a:off x="279400" y="3543300"/>
            <a:ext cx="1473200" cy="138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70" b="0">
                <a:solidFill>
                  <a:srgbClr val="161616"/>
                </a:solidFill>
                <a:latin typeface="DejaVu Sans"/>
                <a:ea typeface="DejaVu Sans"/>
                <a:cs typeface="DejaVu Sans"/>
              </a:defRPr>
            </a:defPPr>
            <a:lvl1pPr algn="ctr">
              <a:defRPr sz="670" b="0">
                <a:solidFill>
                  <a:srgbClr val="161616"/>
                </a:solidFill>
                <a:latin typeface="DejaVu Sans"/>
                <a:ea typeface="DejaVu Sans"/>
                <a:cs typeface="DejaVu Sans"/>
              </a:defRPr>
            </a:lvl1pPr>
            <a:lvl2pPr algn="ctr">
              <a:defRPr sz="670" b="0">
                <a:solidFill>
                  <a:srgbClr val="161616"/>
                </a:solidFill>
                <a:latin typeface="DejaVu Sans"/>
                <a:ea typeface="DejaVu Sans"/>
                <a:cs typeface="DejaVu Sans"/>
              </a:defRPr>
            </a:lvl2pPr>
            <a:lvl3pPr algn="ctr">
              <a:defRPr sz="670" b="0">
                <a:solidFill>
                  <a:srgbClr val="161616"/>
                </a:solidFill>
                <a:latin typeface="DejaVu Sans"/>
                <a:ea typeface="DejaVu Sans"/>
                <a:cs typeface="DejaVu Sans"/>
              </a:defRPr>
            </a:lvl3pPr>
            <a:lvl4pPr algn="ctr">
              <a:defRPr sz="670" b="0">
                <a:solidFill>
                  <a:srgbClr val="161616"/>
                </a:solidFill>
                <a:latin typeface="DejaVu Sans"/>
                <a:ea typeface="DejaVu Sans"/>
                <a:cs typeface="DejaVu Sans"/>
              </a:defRPr>
            </a:lvl4pPr>
            <a:lvl5pPr algn="ctr">
              <a:defRPr sz="670" b="0">
                <a:solidFill>
                  <a:srgbClr val="161616"/>
                </a:solidFill>
                <a:latin typeface="DejaVu Sans"/>
                <a:ea typeface="DejaVu Sans"/>
                <a:cs typeface="DejaVu Sans"/>
              </a:defRPr>
            </a:lvl5pPr>
            <a:lvl6pPr algn="ctr">
              <a:defRPr sz="670" b="0">
                <a:solidFill>
                  <a:srgbClr val="161616"/>
                </a:solidFill>
                <a:latin typeface="DejaVu Sans"/>
                <a:ea typeface="DejaVu Sans"/>
                <a:cs typeface="DejaVu Sans"/>
              </a:defRPr>
            </a:lvl6pPr>
            <a:lvl7pPr algn="ctr">
              <a:defRPr sz="670" b="0">
                <a:solidFill>
                  <a:srgbClr val="161616"/>
                </a:solidFill>
                <a:latin typeface="DejaVu Sans"/>
                <a:ea typeface="DejaVu Sans"/>
                <a:cs typeface="DejaVu Sans"/>
              </a:defRPr>
            </a:lvl7pPr>
            <a:lvl8pPr algn="ctr">
              <a:defRPr sz="670" b="0">
                <a:solidFill>
                  <a:srgbClr val="161616"/>
                </a:solidFill>
                <a:latin typeface="DejaVu Sans"/>
                <a:ea typeface="DejaVu Sans"/>
                <a:cs typeface="DejaVu Sans"/>
              </a:defRPr>
            </a:lvl8pPr>
            <a:lvl9pPr algn="ctr">
              <a:defRPr sz="670" b="0">
                <a:solidFill>
                  <a:srgbClr val="161616"/>
                </a:solidFill>
                <a:latin typeface="DejaVu Sans"/>
                <a:ea typeface="DejaVu Sans"/>
                <a:cs typeface="DejaVu Sans"/>
              </a:defRPr>
            </a:lvl9pPr>
          </a:lstStyle>
          <a:p xmlns:a="http://schemas.openxmlformats.org/drawingml/2006/main">
            <a:pPr algn="ctr">
              <a:defRPr sz="670" b="0">
                <a:solidFill>
                  <a:srgbClr val="161616"/>
                </a:solidFill>
                <a:latin typeface="DejaVu Sans"/>
                <a:ea typeface="DejaVu Sans"/>
                <a:cs typeface="DejaVu Sans"/>
              </a:defRPr>
            </a:pPr>
            <a:r>
              <a:rPr sz="670" b="0">
                <a:solidFill>
                  <a:srgbClr val="161616"/>
                </a:solidFill>
                <a:latin typeface="DejaVu Sans"/>
                <a:ea typeface="DejaVu Sans"/>
                <a:cs typeface="DejaVu Sans"/>
              </a:rPr>
              <a:t>Does complete support fit?</a:t>
            </a:r>
          </a:p>
        </p:txBody>
      </p:sp>
      <mc:AlternateContent xmlns:mc="http://schemas.openxmlformats.org/markup-compatibility/2006" xmlns:a14="http://schemas.microsoft.com/office/drawing/2010/main" xmlns:m="http://schemas.openxmlformats.org/officeDocument/2006/math">
        <mc:Choice Requires="a14">
          <p:sp>
            <p:nvSpPr>
              <p:cNvPr id="55" name="Figure_6_Reference_Diagnostics-055">
                <a:extLst xmlns:a="http://schemas.openxmlformats.org/drawingml/2006/main">
                  <a:ext uri="{FF2B5EF4-FFF2-40B4-BE49-F238E27FC236}">
                    <a16:creationId xmlns:a16="http://schemas.microsoft.com/office/drawing/2014/main" id="{BB00EE6E-B5C8-4A81-B32F-A699F041A76E}"/>
                  </a:ext>
                </a:extLst>
              </p:cNvPr>
              <p:cNvSpPr>
                <a:spLocks xmlns:a="http://schemas.openxmlformats.org/drawingml/2006/main" noGrp="1"/>
              </p:cNvSpPr>
              <p:nvPr/>
            </p:nvSpPr>
            <p:spPr>
              <a:xfrm xmlns:a="http://schemas.openxmlformats.org/drawingml/2006/main">
                <a:off x="2260600" y="3225800"/>
                <a:ext cx="1397000" cy="27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50" b="0">
                    <a:solidFill>
                      <a:srgbClr val="161616"/>
                    </a:solidFill>
                    <a:latin typeface="Latin Modern Math"/>
                    <a:ea typeface="Latin Modern Math"/>
                    <a:cs typeface="Latin Modern Math"/>
                  </a:defRPr>
                </a:defPPr>
                <a:lvl1pPr algn="ctr">
                  <a:defRPr sz="950" b="0">
                    <a:solidFill>
                      <a:srgbClr val="161616"/>
                    </a:solidFill>
                    <a:latin typeface="Latin Modern Math"/>
                    <a:ea typeface="Latin Modern Math"/>
                    <a:cs typeface="Latin Modern Math"/>
                  </a:defRPr>
                </a:lvl1pPr>
                <a:lvl2pPr algn="ctr">
                  <a:defRPr sz="950" b="0">
                    <a:solidFill>
                      <a:srgbClr val="161616"/>
                    </a:solidFill>
                    <a:latin typeface="Latin Modern Math"/>
                    <a:ea typeface="Latin Modern Math"/>
                    <a:cs typeface="Latin Modern Math"/>
                  </a:defRPr>
                </a:lvl2pPr>
                <a:lvl3pPr algn="ctr">
                  <a:defRPr sz="950" b="0">
                    <a:solidFill>
                      <a:srgbClr val="161616"/>
                    </a:solidFill>
                    <a:latin typeface="Latin Modern Math"/>
                    <a:ea typeface="Latin Modern Math"/>
                    <a:cs typeface="Latin Modern Math"/>
                  </a:defRPr>
                </a:lvl3pPr>
                <a:lvl4pPr algn="ctr">
                  <a:defRPr sz="950" b="0">
                    <a:solidFill>
                      <a:srgbClr val="161616"/>
                    </a:solidFill>
                    <a:latin typeface="Latin Modern Math"/>
                    <a:ea typeface="Latin Modern Math"/>
                    <a:cs typeface="Latin Modern Math"/>
                  </a:defRPr>
                </a:lvl4pPr>
                <a:lvl5pPr algn="ctr">
                  <a:defRPr sz="950" b="0">
                    <a:solidFill>
                      <a:srgbClr val="161616"/>
                    </a:solidFill>
                    <a:latin typeface="Latin Modern Math"/>
                    <a:ea typeface="Latin Modern Math"/>
                    <a:cs typeface="Latin Modern Math"/>
                  </a:defRPr>
                </a:lvl5pPr>
                <a:lvl6pPr algn="ctr">
                  <a:defRPr sz="950" b="0">
                    <a:solidFill>
                      <a:srgbClr val="161616"/>
                    </a:solidFill>
                    <a:latin typeface="Latin Modern Math"/>
                    <a:ea typeface="Latin Modern Math"/>
                    <a:cs typeface="Latin Modern Math"/>
                  </a:defRPr>
                </a:lvl6pPr>
                <a:lvl7pPr algn="ctr">
                  <a:defRPr sz="950" b="0">
                    <a:solidFill>
                      <a:srgbClr val="161616"/>
                    </a:solidFill>
                    <a:latin typeface="Latin Modern Math"/>
                    <a:ea typeface="Latin Modern Math"/>
                    <a:cs typeface="Latin Modern Math"/>
                  </a:defRPr>
                </a:lvl7pPr>
                <a:lvl8pPr algn="ctr">
                  <a:defRPr sz="950" b="0">
                    <a:solidFill>
                      <a:srgbClr val="161616"/>
                    </a:solidFill>
                    <a:latin typeface="Latin Modern Math"/>
                    <a:ea typeface="Latin Modern Math"/>
                    <a:cs typeface="Latin Modern Math"/>
                  </a:defRPr>
                </a:lvl8pPr>
                <a:lvl9pPr algn="ctr">
                  <a:defRPr sz="950" b="0">
                    <a:solidFill>
                      <a:srgbClr val="161616"/>
                    </a:solidFill>
                    <a:latin typeface="Latin Modern Math"/>
                    <a:ea typeface="Latin Modern Math"/>
                    <a:cs typeface="Latin Modern Math"/>
                  </a:defRPr>
                </a:lvl9pPr>
              </a:lstStyle>
              <ns0:p xmlns:ns0="http://schemas.openxmlformats.org/drawingml/2006/main">
                <ns0:pPr algn="ctr">
                  <ns0:buNone/>
                </ns0:pPr>
                <a14:m>
                  <m:oMathPara>
                    <m:oMathParaPr>
                      <m:jc m:val="center"/>
                    </m:oMathParaPr>
                    <m:oMath>
                      <m:r>
                        <m:rPr>
                          <m:sty m:val="i"/>
                        </m:rPr>
                        <ns0:rPr lang="en-US" sz="950" b="0" i="0">
                          <ns0:solidFill>
                            <ns0:srgbClr val="161616"/>
                          </ns0:solidFill>
                          <ns0:latin typeface="Latin Modern Math"/>
                        </ns0:rPr>
                        <m:t>R</m:t>
                      </m:r>
                      <m:r>
                        <m:rPr>
                          <m:sty m:val="i"/>
                        </m:rPr>
                        <ns0:rPr lang="en-US" sz="950" b="0" i="0">
                          <ns0:solidFill>
                            <ns0:srgbClr val="161616"/>
                          </ns0:solidFill>
                          <ns0:latin typeface="Latin Modern Math"/>
                        </ns0:rPr>
                        <m:t>⊆</m:t>
                      </m:r>
                      <m:r>
                        <m:rPr>
                          <m:sty m:val="i"/>
                        </m:rPr>
                        <ns0:rPr lang="en-US" sz="950" b="0" i="0">
                          <ns0:solidFill>
                            <ns0:srgbClr val="161616"/>
                          </ns0:solidFill>
                          <ns0:latin typeface="Latin Modern Math"/>
                        </ns0:rPr>
                        <m:t>S</m:t>
                      </m:r>
                    </m:oMath>
                  </m:oMathPara>
                </a14:m>
                <ns0:endParaRPr lang="en-US" sz="950">
                  <ns0:latin typeface="Latin Modern Math"/>
                </ns0:endParaRPr>
              </ns0:p>
            </p:txBody>
          </p:sp>
        </mc:Choice>
        <mc:Fallback>
          <p:sp>
            <p:nvSpPr>
              <p:cNvPr id="55" name="Figure_6_Reference_Diagnostics-055" descr="Vector display fallback for the editable Office Math equation: R\subseteq S">
                <a:extLst xmlns:a="http://schemas.openxmlformats.org/drawingml/2006/main">
                  <a:ext uri="{FF2B5EF4-FFF2-40B4-BE49-F238E27FC236}">
                    <a16:creationId xmlns:a16="http://schemas.microsoft.com/office/drawing/2014/main" id="{BB00EE6E-B5C8-4A81-B32F-A699F041A76E}"/>
                  </a:ext>
                </a:extLst>
              </p:cNvPr>
              <p:cNvSpPr>
                <a:spLocks xmlns:a="http://schemas.openxmlformats.org/drawingml/2006/main" noGrp="1"/>
              </p:cNvSpPr>
              <p:nvPr/>
            </p:nvSpPr>
            <p:spPr>
              <a:xfrm xmlns:a="http://schemas.openxmlformats.org/drawingml/2006/main">
                <a:off x="2260600" y="3225800"/>
                <a:ext cx="1397000" cy="273050"/>
              </a:xfrm>
              <ns0:custGeom xmlns:ns0="http://schemas.openxmlformats.org/drawingml/2006/main">
                <ns0:avLst/>
                <ns0:gdLst/>
                <ns0:ahLst/>
                <ns0:cxnLst/>
                <ns0:rect l="l" t="t" r="r" b="b"/>
                <ns0:pathLst>
                  <ns0:path w="1397000" h="273050" fill="norm" stroke="0" extrusionOk="0">
                    <ns0:moveTo>
                      <ns0:pt x="587430" y="88502"/>
                    </ns0:moveTo>
                    <ns0:lnTo>
                      <ns0:pt x="617837" y="88502"/>
                    </ns0:lnTo>
                    <ns0:quadBezTo>
                      <ns0:pt x="629525" y="88502"/>
                      <ns0:pt x="635972" y="93083"/>
                    </ns0:quadBezTo>
                    <ns0:quadBezTo>
                      <ns0:pt x="642438" y="97664"/>
                      <ns0:pt x="642438" y="105506"/>
                    </ns0:quadBezTo>
                    <ns0:quadBezTo>
                      <ns0:pt x="642438" y="114913"/>
                      <ns0:pt x="634483" y="120946"/>
                    </ns0:quadBezTo>
                    <ns0:quadBezTo>
                      <ns0:pt x="629770" y="124565"/>
                      <ns0:pt x="618667" y="127110"/>
                    </ns0:quadBezTo>
                    <ns0:lnTo>
                      <ns0:pt x="629412" y="155463"/>
                    </ns0:lnTo>
                    <ns0:quadBezTo>
                      <ns0:pt x="631467" y="161005"/>
                      <ns0:pt x="633691" y="163192"/>
                    </ns0:quadBezTo>
                    <ns0:quadBezTo>
                      <ns0:pt x="635935" y="165360"/>
                      <ns0:pt x="639912" y="165360"/>
                    </ns0:quadBezTo>
                    <ns0:lnTo>
                      <ns0:pt x="639912" y="167283"/>
                    </ns0:lnTo>
                    <ns0:lnTo>
                      <ns0:pt x="622173" y="167283"/>
                    </ns0:lnTo>
                    <ns0:lnTo>
                      <ns0:pt x="607337" y="128185"/>
                    </ns0:lnTo>
                    <ns0:lnTo>
                      <ns0:pt x="599363" y="127581"/>
                    </ns0:lnTo>
                    <ns0:lnTo>
                      <ns0:pt x="592727" y="152088"/>
                    </ns0:lnTo>
                    <ns0:quadBezTo>
                      <ns0:pt x="591162" y="157631"/>
                      <ns0:pt x="591162" y="159686"/>
                    </ns0:quadBezTo>
                    <ns0:quadBezTo>
                      <ns0:pt x="591162" y="162457"/>
                      <ns0:pt x="592727" y="163663"/>
                    </ns0:quadBezTo>
                    <ns0:quadBezTo>
                      <ns0:pt x="594310" y="164870"/>
                      <ns0:pt x="599250" y="165360"/>
                    </ns0:quadBezTo>
                    <ns0:lnTo>
                      <ns0:pt x="599250" y="167283"/>
                    </ns0:lnTo>
                    <ns0:lnTo>
                      <ns0:pt x="569935" y="167283"/>
                    </ns0:lnTo>
                    <ns0:lnTo>
                      <ns0:pt x="569935" y="165360"/>
                    </ns0:lnTo>
                    <ns0:quadBezTo>
                      <ns0:pt x="574761" y="164757"/>
                      <ns0:pt x="576741" y="162702"/>
                    </ns0:quadBezTo>
                    <ns0:quadBezTo>
                      <ns0:pt x="578739" y="160647"/>
                      <ns0:pt x="580191" y="155105"/>
                    </ns0:quadBezTo>
                    <ns0:lnTo>
                      <ns0:pt x="594537" y="103093"/>
                    </ns0:lnTo>
                    <ns0:quadBezTo>
                      <ns0:pt x="595988" y="97551"/>
                      <ns0:pt x="595988" y="95496"/>
                    </ns0:quadBezTo>
                    <ns0:quadBezTo>
                      <ns0:pt x="595988" y="93328"/>
                      <ns0:pt x="594310" y="92122"/>
                    </ns0:quadBezTo>
                    <ns0:quadBezTo>
                      <ns0:pt x="592859" y="91160"/>
                      <ns0:pt x="587430" y="90425"/>
                    </ns0:quadBezTo>
                    <ns0:lnTo>
                      <ns0:pt x="587430" y="88502"/>
                    </ns0:lnTo>
                    <ns0:close/>
                    <ns0:moveTo>
                      <ns0:pt x="608411" y="95741"/>
                    </ns0:moveTo>
                    <ns0:lnTo>
                      <ns0:pt x="600814" y="123132"/>
                    </ns0:lnTo>
                    <ns0:quadBezTo>
                      <ns0:pt x="604566" y="123736"/>
                      <ns0:pt x="606979" y="123736"/>
                    </ns0:quadBezTo>
                    <ns0:quadBezTo>
                      <ns0:pt x="617705" y="123736"/>
                      <ns0:pt x="623738" y="118910"/>
                    </ns0:quadBezTo>
                    <ns0:quadBezTo>
                      <ns0:pt x="629770" y="114084"/>
                      <ns0:pt x="629770" y="105638"/>
                    </ns0:quadBezTo>
                    <ns0:quadBezTo>
                      <ns0:pt x="629770" y="99361"/>
                      <ns0:pt x="626019" y="95741"/>
                    </ns0:quadBezTo>
                    <ns0:quadBezTo>
                      <ns0:pt x="622286" y="92122"/>
                      <ns0:pt x="615292" y="92122"/>
                    </ns0:quadBezTo>
                    <ns0:quadBezTo>
                      <ns0:pt x="609392" y="92122"/>
                      <ns0:pt x="608411" y="95741"/>
                    </ns0:quadBezTo>
                    <ns0:close/>
                    <ns0:moveTo>
                      <ns0:pt x="737555" y="161137"/>
                    </ns0:moveTo>
                    <ns0:lnTo>
                      <ns0:pt x="702566" y="161137"/>
                    </ns0:lnTo>
                    <ns0:quadBezTo>
                      <ns0:pt x="688579" y="161137"/>
                      <ns0:pt x="679473" y="151184"/>
                    </ns0:quadBezTo>
                    <ns0:quadBezTo>
                      <ns0:pt x="670368" y="141230"/>
                      <ns0:pt x="670368" y="127468"/>
                    </ns0:quadBezTo>
                    <ns0:quadBezTo>
                      <ns0:pt x="670368" y="113707"/>
                      <ns0:pt x="679586" y="103885"/>
                    </ns0:quadBezTo>
                    <ns0:quadBezTo>
                      <ns0:pt x="688824" y="94044"/>
                      <ns0:pt x="702943" y="94044"/>
                    </ns0:quadBezTo>
                    <ns0:lnTo>
                      <ns0:pt x="737555" y="94044"/>
                    </ns0:lnTo>
                    <ns0:lnTo>
                      <ns0:pt x="737555" y="102019"/>
                    </ns0:lnTo>
                    <ns0:lnTo>
                      <ns0:pt x="702943" y="102019"/>
                    </ns0:lnTo>
                    <ns0:quadBezTo>
                      <ns0:pt x="692801" y="102019"/>
                      <ns0:pt x="685562" y="109804"/>
                    </ns0:quadBezTo>
                    <ns0:quadBezTo>
                      <ns0:pt x="678323" y="117571"/>
                      <ns0:pt x="678323" y="127468"/>
                    </ns0:quadBezTo>
                    <ns0:quadBezTo>
                      <ns0:pt x="678323" y="137365"/>
                      <ns0:pt x="685619" y="145264"/>
                    </ns0:quadBezTo>
                    <ns0:quadBezTo>
                      <ns0:pt x="692914" y="153163"/>
                      <ns0:pt x="703057" y="153163"/>
                    </ns0:quadBezTo>
                    <ns0:lnTo>
                      <ns0:pt x="737555" y="153163"/>
                    </ns0:lnTo>
                    <ns0:lnTo>
                      <ns0:pt x="737555" y="161137"/>
                    </ns0:lnTo>
                    <ns0:close/>
                    <ns0:moveTo>
                      <ns0:pt x="737555" y="179706"/>
                    </ns0:moveTo>
                    <ns0:lnTo>
                      <ns0:pt x="671443" y="179706"/>
                    </ns0:lnTo>
                    <ns0:lnTo>
                      <ns0:pt x="671443" y="171751"/>
                    </ns0:lnTo>
                    <ns0:lnTo>
                      <ns0:pt x="737555" y="171751"/>
                    </ns0:lnTo>
                    <ns0:lnTo>
                      <ns0:pt x="737555" y="179706"/>
                    </ns0:lnTo>
                    <ns0:close/>
                    <ns0:moveTo>
                      <ns0:pt x="823992" y="86805"/>
                    </ns0:moveTo>
                    <ns0:lnTo>
                      <ns0:pt x="819166" y="110935"/>
                    </ns0:lnTo>
                    <ns0:lnTo>
                      <ns0:pt x="816998" y="110577"/>
                    </ns0:lnTo>
                    <ns0:quadBezTo>
                      <ns0:pt x="816998" y="100567"/>
                      <ns0:pt x="813982" y="95741"/>
                    </ns0:quadBezTo>
                    <ns0:quadBezTo>
                      <ns0:pt x="810966" y="90915"/>
                      <ns0:pt x="802633" y="90915"/>
                    </ns0:quadBezTo>
                    <ns0:quadBezTo>
                      <ns0:pt x="796375" y="90915"/>
                      <ns0:pt x="792755" y="94120"/>
                    </ns0:quadBezTo>
                    <ns0:quadBezTo>
                      <ns0:pt x="789136" y="97306"/>
                      <ns0:pt x="789136" y="102980"/>
                    </ns0:quadBezTo>
                    <ns0:quadBezTo>
                      <ns0:pt x="789136" y="107561"/>
                      <ns0:pt x="791059" y="110634"/>
                    </ns0:quadBezTo>
                    <ns0:quadBezTo>
                      <ns0:pt x="792981" y="113707"/>
                      <ns0:pt x="801069" y="121794"/>
                    </ns0:quadBezTo>
                    <ns0:quadBezTo>
                      <ns0:pt x="809156" y="129994"/>
                      <ns0:pt x="811927" y="134952"/>
                    </ns0:quadBezTo>
                    <ns0:quadBezTo>
                      <ns0:pt x="814698" y="139891"/>
                      <ns0:pt x="814698" y="145924"/>
                    </ns0:quadBezTo>
                    <ns0:quadBezTo>
                      <ns0:pt x="814698" y="156179"/>
                      <ns0:pt x="807761" y="162815"/>
                    </ns0:quadBezTo>
                    <ns0:quadBezTo>
                      <ns0:pt x="800824" y="169451"/>
                      <ns0:pt x="790342" y="169451"/>
                    </ns0:quadBezTo>
                    <ns0:quadBezTo>
                      <ns0:pt x="785742" y="169451"/>
                      <ns0:pt x="777787" y="166680"/>
                    </ns0:quadBezTo>
                    <ns0:quadBezTo>
                      <ns0:pt x="773923" y="165228"/>
                      <ns0:pt x="772113" y="165228"/>
                    </ns0:quadBezTo>
                    <ns0:quadBezTo>
                      <ns0:pt x="768135" y="165228"/>
                      <ns0:pt x="766929" y="169093"/>
                    </ns0:quadBezTo>
                    <ns0:lnTo>
                      <ns0:pt x="764761" y="169093"/>
                    </ns0:lnTo>
                    <ns0:lnTo>
                      <ns0:pt x="768851" y="142059"/>
                    </ns0:lnTo>
                    <ns0:lnTo>
                      <ns0:pt x="771264" y="142304"/>
                    </ns0:lnTo>
                    <ns0:quadBezTo>
                      <ns0:pt x="771038" y="143398"/>
                      <ns0:pt x="771038" y="145076"/>
                    </ns0:quadBezTo>
                    <ns0:quadBezTo>
                      <ns0:pt x="771038" y="153898"/>
                      <ns0:pt x="775921" y="159573"/>
                    </ns0:quadBezTo>
                    <ns0:quadBezTo>
                      <ns0:pt x="780803" y="165228"/>
                      <ns0:pt x="788401" y="165228"/>
                    </ns0:quadBezTo>
                    <ns0:quadBezTo>
                      <ns0:pt x="795394" y="165228"/>
                      <ns0:pt x="799806" y="160949"/>
                    </ns0:quadBezTo>
                    <ns0:quadBezTo>
                      <ns0:pt x="804217" y="156669"/>
                      <ns0:pt x="804217" y="149789"/>
                    </ns0:quadBezTo>
                    <ns0:quadBezTo>
                      <ns0:pt x="804217" y="145811"/>
                      <ns0:pt x="802633" y="142625"/>
                    </ns0:quadBezTo>
                    <ns0:quadBezTo>
                      <ns0:pt x="801069" y="139420"/>
                      <ns0:pt x="796978" y="134952"/>
                    </ns0:quadBezTo>
                    <ns0:lnTo>
                      <ns0:pt x="792265" y="129881"/>
                    </ns0:lnTo>
                    <ns0:quadBezTo>
                      <ns0:pt x="791907" y="129523"/>
                      <ns0:pt x="790210" y="127657"/>
                    </ns0:quadBezTo>
                    <ns0:quadBezTo>
                      <ns0:pt x="788532" y="125772"/>
                      <ns0:pt x="787552" y="124810"/>
                    </ns0:quadBezTo>
                    <ns0:quadBezTo>
                      <ns0:pt x="782123" y="119023"/>
                      <ns0:pt x="780313" y="115347"/>
                    </ns0:quadBezTo>
                    <ns0:quadBezTo>
                      <ns0:pt x="778503" y="111671"/>
                      <ns0:pt x="778503" y="106713"/>
                    </ns0:quadBezTo>
                    <ns0:quadBezTo>
                      <ns0:pt x="778503" y="97551"/>
                      <ns0:pt x="784724" y="92254"/>
                    </ns0:quadBezTo>
                    <ns0:quadBezTo>
                      <ns0:pt x="790945" y="86937"/>
                      <ns0:pt x="799994" y="86937"/>
                    </ns0:quadBezTo>
                    <ns0:quadBezTo>
                      <ns0:pt x="806253" y="86937"/>
                      <ns0:pt x="810249" y="88615"/>
                    </ns0:quadBezTo>
                    <ns0:quadBezTo>
                      <ns0:pt x="813737" y="89954"/>
                      <ns0:pt x="815792" y="89954"/>
                    </ns0:quadBezTo>
                    <ns0:quadBezTo>
                      <ns0:pt x="817847" y="89954"/>
                      <ns0:pt x="818921" y="89350"/>
                    </ns0:quadBezTo>
                    <ns0:quadBezTo>
                      <ns0:pt x="820015" y="88747"/>
                      <ns0:pt x="821221" y="86805"/>
                    </ns0:quadBezTo>
                    <ns0:lnTo>
                      <ns0:pt x="823992" y="86805"/>
                    </ns0:lnTo>
                    <ns0:close/>
                  </ns0:path>
                </ns0:pathLst>
              </ns0:custGeom>
              <ns0:solidFill xmlns:ns0="http://schemas.openxmlformats.org/drawingml/2006/main">
                <ns0:srgbClr val="161616"/>
              </ns0:solidFill>
              <ns0:ln xmlns:ns0="http://schemas.openxmlformats.org/drawingml/2006/main" w="0">
                <ns0:noFill/>
              </ns0:ln>
            </p:spPr>
          </p:sp>
        </mc:Fallback>
      </mc:AlternateContent>
      <p:sp>
        <p:nvSpPr>
          <p:cNvPr id="56" name="Figure_6_Reference_Diagnostics-056">
            <a:extLst xmlns:a="http://schemas.openxmlformats.org/drawingml/2006/main">
              <a:ext uri="{FF2B5EF4-FFF2-40B4-BE49-F238E27FC236}">
                <a16:creationId xmlns:a16="http://schemas.microsoft.com/office/drawing/2014/main" id="{DC8ED105-B55D-456F-BF6D-6B92FAC365A8}"/>
              </a:ext>
            </a:extLst>
          </p:cNvPr>
          <p:cNvSpPr>
            <a:spLocks xmlns:a="http://schemas.openxmlformats.org/drawingml/2006/main" noGrp="1"/>
          </p:cNvSpPr>
          <p:nvPr/>
        </p:nvSpPr>
        <p:spPr>
          <a:xfrm xmlns:a="http://schemas.openxmlformats.org/drawingml/2006/main">
            <a:off x="2222500" y="3543300"/>
            <a:ext cx="1473200" cy="13817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70" b="0">
                <a:solidFill>
                  <a:srgbClr val="161616"/>
                </a:solidFill>
                <a:latin typeface="DejaVu Sans"/>
                <a:ea typeface="DejaVu Sans"/>
                <a:cs typeface="DejaVu Sans"/>
              </a:defRPr>
            </a:defPPr>
            <a:lvl1pPr algn="ctr">
              <a:defRPr sz="670" b="0">
                <a:solidFill>
                  <a:srgbClr val="161616"/>
                </a:solidFill>
                <a:latin typeface="DejaVu Sans"/>
                <a:ea typeface="DejaVu Sans"/>
                <a:cs typeface="DejaVu Sans"/>
              </a:defRPr>
            </a:lvl1pPr>
            <a:lvl2pPr algn="ctr">
              <a:defRPr sz="670" b="0">
                <a:solidFill>
                  <a:srgbClr val="161616"/>
                </a:solidFill>
                <a:latin typeface="DejaVu Sans"/>
                <a:ea typeface="DejaVu Sans"/>
                <a:cs typeface="DejaVu Sans"/>
              </a:defRPr>
            </a:lvl2pPr>
            <a:lvl3pPr algn="ctr">
              <a:defRPr sz="670" b="0">
                <a:solidFill>
                  <a:srgbClr val="161616"/>
                </a:solidFill>
                <a:latin typeface="DejaVu Sans"/>
                <a:ea typeface="DejaVu Sans"/>
                <a:cs typeface="DejaVu Sans"/>
              </a:defRPr>
            </a:lvl3pPr>
            <a:lvl4pPr algn="ctr">
              <a:defRPr sz="670" b="0">
                <a:solidFill>
                  <a:srgbClr val="161616"/>
                </a:solidFill>
                <a:latin typeface="DejaVu Sans"/>
                <a:ea typeface="DejaVu Sans"/>
                <a:cs typeface="DejaVu Sans"/>
              </a:defRPr>
            </a:lvl4pPr>
            <a:lvl5pPr algn="ctr">
              <a:defRPr sz="670" b="0">
                <a:solidFill>
                  <a:srgbClr val="161616"/>
                </a:solidFill>
                <a:latin typeface="DejaVu Sans"/>
                <a:ea typeface="DejaVu Sans"/>
                <a:cs typeface="DejaVu Sans"/>
              </a:defRPr>
            </a:lvl5pPr>
            <a:lvl6pPr algn="ctr">
              <a:defRPr sz="670" b="0">
                <a:solidFill>
                  <a:srgbClr val="161616"/>
                </a:solidFill>
                <a:latin typeface="DejaVu Sans"/>
                <a:ea typeface="DejaVu Sans"/>
                <a:cs typeface="DejaVu Sans"/>
              </a:defRPr>
            </a:lvl6pPr>
            <a:lvl7pPr algn="ctr">
              <a:defRPr sz="670" b="0">
                <a:solidFill>
                  <a:srgbClr val="161616"/>
                </a:solidFill>
                <a:latin typeface="DejaVu Sans"/>
                <a:ea typeface="DejaVu Sans"/>
                <a:cs typeface="DejaVu Sans"/>
              </a:defRPr>
            </a:lvl7pPr>
            <a:lvl8pPr algn="ctr">
              <a:defRPr sz="670" b="0">
                <a:solidFill>
                  <a:srgbClr val="161616"/>
                </a:solidFill>
                <a:latin typeface="DejaVu Sans"/>
                <a:ea typeface="DejaVu Sans"/>
                <a:cs typeface="DejaVu Sans"/>
              </a:defRPr>
            </a:lvl8pPr>
            <a:lvl9pPr algn="ctr">
              <a:defRPr sz="670" b="0">
                <a:solidFill>
                  <a:srgbClr val="161616"/>
                </a:solidFill>
                <a:latin typeface="DejaVu Sans"/>
                <a:ea typeface="DejaVu Sans"/>
                <a:cs typeface="DejaVu Sans"/>
              </a:defRPr>
            </a:lvl9pPr>
          </a:lstStyle>
          <a:p xmlns:a="http://schemas.openxmlformats.org/drawingml/2006/main">
            <a:pPr algn="ctr">
              <a:defRPr sz="670" b="0">
                <a:solidFill>
                  <a:srgbClr val="161616"/>
                </a:solidFill>
                <a:latin typeface="DejaVu Sans"/>
                <a:ea typeface="DejaVu Sans"/>
                <a:cs typeface="DejaVu Sans"/>
              </a:defRPr>
            </a:pPr>
            <a:r>
              <a:rPr sz="670" b="0">
                <a:solidFill>
                  <a:srgbClr val="161616"/>
                </a:solidFill>
                <a:latin typeface="DejaVu Sans"/>
                <a:ea typeface="DejaVu Sans"/>
                <a:cs typeface="DejaVu Sans"/>
              </a:rPr>
              <a:t>Is this reference retained?</a:t>
            </a:r>
          </a:p>
        </p:txBody>
      </p:sp>
      <mc:AlternateContent xmlns:mc="http://schemas.openxmlformats.org/markup-compatibility/2006" xmlns:a14="http://schemas.microsoft.com/office/drawing/2010/main" xmlns:m="http://schemas.openxmlformats.org/officeDocument/2006/math">
        <mc:Choice Requires="a14">
          <p:sp>
            <p:nvSpPr>
              <p:cNvPr id="57" name="Figure_6_Reference_Diagnostics-057">
                <a:extLst xmlns:a="http://schemas.openxmlformats.org/drawingml/2006/main">
                  <a:ext uri="{FF2B5EF4-FFF2-40B4-BE49-F238E27FC236}">
                    <a16:creationId xmlns:a16="http://schemas.microsoft.com/office/drawing/2014/main" id="{5978DF49-6850-48E8-9900-C74DF556F2CD}"/>
                  </a:ext>
                </a:extLst>
              </p:cNvPr>
              <p:cNvSpPr>
                <a:spLocks xmlns:a="http://schemas.openxmlformats.org/drawingml/2006/main" noGrp="1"/>
              </p:cNvSpPr>
              <p:nvPr/>
            </p:nvSpPr>
            <p:spPr>
              <a:xfrm xmlns:a="http://schemas.openxmlformats.org/drawingml/2006/main">
                <a:off x="4203700" y="3225800"/>
                <a:ext cx="1397000" cy="273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ctr">
                <a:noAutofit/>
              </a:bodyPr>
              <a:lstStyle xmlns:a="http://schemas.openxmlformats.org/drawingml/2006/main">
                <a:defPPr algn="ctr">
                  <a:defRPr sz="950" b="0">
                    <a:solidFill>
                      <a:srgbClr val="161616"/>
                    </a:solidFill>
                    <a:latin typeface="Latin Modern Math"/>
                    <a:ea typeface="Latin Modern Math"/>
                    <a:cs typeface="Latin Modern Math"/>
                  </a:defRPr>
                </a:defPPr>
                <a:lvl1pPr algn="ctr">
                  <a:defRPr sz="950" b="0">
                    <a:solidFill>
                      <a:srgbClr val="161616"/>
                    </a:solidFill>
                    <a:latin typeface="Latin Modern Math"/>
                    <a:ea typeface="Latin Modern Math"/>
                    <a:cs typeface="Latin Modern Math"/>
                  </a:defRPr>
                </a:lvl1pPr>
                <a:lvl2pPr algn="ctr">
                  <a:defRPr sz="950" b="0">
                    <a:solidFill>
                      <a:srgbClr val="161616"/>
                    </a:solidFill>
                    <a:latin typeface="Latin Modern Math"/>
                    <a:ea typeface="Latin Modern Math"/>
                    <a:cs typeface="Latin Modern Math"/>
                  </a:defRPr>
                </a:lvl2pPr>
                <a:lvl3pPr algn="ctr">
                  <a:defRPr sz="950" b="0">
                    <a:solidFill>
                      <a:srgbClr val="161616"/>
                    </a:solidFill>
                    <a:latin typeface="Latin Modern Math"/>
                    <a:ea typeface="Latin Modern Math"/>
                    <a:cs typeface="Latin Modern Math"/>
                  </a:defRPr>
                </a:lvl3pPr>
                <a:lvl4pPr algn="ctr">
                  <a:defRPr sz="950" b="0">
                    <a:solidFill>
                      <a:srgbClr val="161616"/>
                    </a:solidFill>
                    <a:latin typeface="Latin Modern Math"/>
                    <a:ea typeface="Latin Modern Math"/>
                    <a:cs typeface="Latin Modern Math"/>
                  </a:defRPr>
                </a:lvl4pPr>
                <a:lvl5pPr algn="ctr">
                  <a:defRPr sz="950" b="0">
                    <a:solidFill>
                      <a:srgbClr val="161616"/>
                    </a:solidFill>
                    <a:latin typeface="Latin Modern Math"/>
                    <a:ea typeface="Latin Modern Math"/>
                    <a:cs typeface="Latin Modern Math"/>
                  </a:defRPr>
                </a:lvl5pPr>
                <a:lvl6pPr algn="ctr">
                  <a:defRPr sz="950" b="0">
                    <a:solidFill>
                      <a:srgbClr val="161616"/>
                    </a:solidFill>
                    <a:latin typeface="Latin Modern Math"/>
                    <a:ea typeface="Latin Modern Math"/>
                    <a:cs typeface="Latin Modern Math"/>
                  </a:defRPr>
                </a:lvl6pPr>
                <a:lvl7pPr algn="ctr">
                  <a:defRPr sz="950" b="0">
                    <a:solidFill>
                      <a:srgbClr val="161616"/>
                    </a:solidFill>
                    <a:latin typeface="Latin Modern Math"/>
                    <a:ea typeface="Latin Modern Math"/>
                    <a:cs typeface="Latin Modern Math"/>
                  </a:defRPr>
                </a:lvl7pPr>
                <a:lvl8pPr algn="ctr">
                  <a:defRPr sz="950" b="0">
                    <a:solidFill>
                      <a:srgbClr val="161616"/>
                    </a:solidFill>
                    <a:latin typeface="Latin Modern Math"/>
                    <a:ea typeface="Latin Modern Math"/>
                    <a:cs typeface="Latin Modern Math"/>
                  </a:defRPr>
                </a:lvl8pPr>
                <a:lvl9pPr algn="ctr">
                  <a:defRPr sz="950" b="0">
                    <a:solidFill>
                      <a:srgbClr val="161616"/>
                    </a:solidFill>
                    <a:latin typeface="Latin Modern Math"/>
                    <a:ea typeface="Latin Modern Math"/>
                    <a:cs typeface="Latin Modern Math"/>
                  </a:defRPr>
                </a:lvl9pPr>
              </a:lstStyle>
              <ns0:p xmlns:ns0="http://schemas.openxmlformats.org/drawingml/2006/main">
                <ns0:pPr algn="ctr">
                  <ns0:buNone/>
                </ns0:pPr>
                <a14:m>
                  <m:oMathPara>
                    <m:oMathParaPr>
                      <m:jc m:val="center"/>
                    </m:oMathParaPr>
                    <m:oMath>
                      <m:r>
                        <m:rPr>
                          <m:sty m:val="i"/>
                        </m:rPr>
                        <ns0:rPr lang="en-US" sz="950" b="0" i="0">
                          <ns0:solidFill>
                            <ns0:srgbClr val="161616"/>
                          </ns0:solidFill>
                          <ns0:latin typeface="Latin Modern Math"/>
                        </ns0:rPr>
                        <m:t>f</m:t>
                      </m:r>
                      <m:r>
                        <m:rPr>
                          <m:sty m:val="i"/>
                        </m:rPr>
                        <ns0:rPr lang="en-US" sz="950" b="0" i="0">
                          <ns0:solidFill>
                            <ns0:srgbClr val="161616"/>
                          </ns0:solidFill>
                          <ns0:latin typeface="Latin Modern Math"/>
                        </ns0:rPr>
                        <m:t>(</m:t>
                      </m:r>
                      <m:r>
                        <m:rPr>
                          <m:sty m:val="i"/>
                        </m:rPr>
                        <ns0:rPr lang="en-US" sz="950" b="0" i="0">
                          <ns0:solidFill>
                            <ns0:srgbClr val="161616"/>
                          </ns0:solidFill>
                          <ns0:latin typeface="Latin Modern Math"/>
                        </ns0:rPr>
                        <m:t>q</m:t>
                      </m:r>
                      <m:r>
                        <m:rPr>
                          <m:sty m:val="i"/>
                        </m:rPr>
                        <ns0:rPr lang="en-US" sz="950" b="0" i="0">
                          <ns0:solidFill>
                            <ns0:srgbClr val="161616"/>
                          </ns0:solidFill>
                          <ns0:latin typeface="Latin Modern Math"/>
                        </ns0:rPr>
                        <m:t>,</m:t>
                      </m:r>
                      <m:r>
                        <m:rPr>
                          <m:sty m:val="i"/>
                        </m:rPr>
                        <ns0:rPr lang="en-US" sz="950" b="0" i="0">
                          <ns0:solidFill>
                            <ns0:srgbClr val="161616"/>
                          </ns0:solidFill>
                          <ns0:latin typeface="Latin Modern Math"/>
                        </ns0:rPr>
                        <m:t>R</m:t>
                      </m:r>
                      <m:r>
                        <m:rPr>
                          <m:sty m:val="i"/>
                        </m:rPr>
                        <ns0:rPr lang="en-US" sz="950" b="0" i="0">
                          <ns0:solidFill>
                            <ns0:srgbClr val="161616"/>
                          </ns0:solidFill>
                          <ns0:latin typeface="Latin Modern Math"/>
                        </ns0:rPr>
                        <m:t>)</m:t>
                      </m:r>
                    </m:oMath>
                  </m:oMathPara>
                </a14:m>
                <ns0:endParaRPr lang="en-US" sz="950">
                  <ns0:latin typeface="Latin Modern Math"/>
                </ns0:endParaRPr>
              </ns0:p>
            </p:txBody>
          </p:sp>
        </mc:Choice>
        <mc:Fallback>
          <p:sp>
            <p:nvSpPr>
              <p:cNvPr id="57" name="Figure_6_Reference_Diagnostics-057" descr="Vector display fallback for the editable Office Math equation: f(q,R)">
                <a:extLst xmlns:a="http://schemas.openxmlformats.org/drawingml/2006/main">
                  <a:ext uri="{FF2B5EF4-FFF2-40B4-BE49-F238E27FC236}">
                    <a16:creationId xmlns:a16="http://schemas.microsoft.com/office/drawing/2014/main" id="{5978DF49-6850-48E8-9900-C74DF556F2CD}"/>
                  </a:ext>
                </a:extLst>
              </p:cNvPr>
              <p:cNvSpPr>
                <a:spLocks xmlns:a="http://schemas.openxmlformats.org/drawingml/2006/main" noGrp="1"/>
              </p:cNvSpPr>
              <p:nvPr/>
            </p:nvSpPr>
            <p:spPr>
              <a:xfrm xmlns:a="http://schemas.openxmlformats.org/drawingml/2006/main">
                <a:off x="4203700" y="3225800"/>
                <a:ext cx="1397000" cy="273050"/>
              </a:xfrm>
              <ns0:custGeom xmlns:ns0="http://schemas.openxmlformats.org/drawingml/2006/main">
                <ns0:avLst/>
                <ns0:gdLst/>
                <ns0:ahLst/>
                <ns0:cxnLst/>
                <ns0:rect l="l" t="t" r="r" b="b"/>
                <ns0:pathLst>
                  <ns0:path w="1397000" h="273050" fill="norm" stroke="0" extrusionOk="0">
                    <ns0:moveTo>
                      <ns0:pt x="551039" y="110687"/>
                    </ns0:moveTo>
                    <ns0:lnTo>
                      <ns0:pt x="562275" y="110687"/>
                    </ns0:lnTo>
                    <ns0:quadBezTo>
                      <ns0:pt x="566969" y="95474"/>
                      <ns0:pt x="570946" y="89819"/>
                    </ns0:quadBezTo>
                    <ns0:quadBezTo>
                      <ns0:pt x="577469" y="80525"/>
                      <ns0:pt x="586876" y="80525"/>
                    </ns0:quadBezTo>
                    <ns0:quadBezTo>
                      <ns0:pt x="591344" y="80525"/>
                      <ns0:pt x="594303" y="82636"/>
                    </ns0:quadBezTo>
                    <ns0:quadBezTo>
                      <ns0:pt x="597263" y="84748"/>
                      <ns0:pt x="597263" y="88009"/>
                    </ns0:quadBezTo>
                    <ns0:quadBezTo>
                      <ns0:pt x="597263" y="90045"/>
                      <ns0:pt x="595755" y="91629"/>
                    </ns0:quadBezTo>
                    <ns0:quadBezTo>
                      <ns0:pt x="594247" y="93193"/>
                      <ns0:pt x="592192" y="93193"/>
                    </ns0:quadBezTo>
                    <ns0:quadBezTo>
                      <ns0:pt x="590495" y="93193"/>
                      <ns0:pt x="589100" y="91874"/>
                    </ns0:quadBezTo>
                    <ns0:quadBezTo>
                      <ns0:pt x="587724" y="90535"/>
                      <ns0:pt x="587724" y="88480"/>
                    </ns0:quadBezTo>
                    <ns0:quadBezTo>
                      <ns0:pt x="587724" y="87274"/>
                      <ns0:pt x="588328" y="86199"/>
                    </ns0:quadBezTo>
                    <ns0:quadBezTo>
                      <ns0:pt x="588931" y="85106"/>
                      <ns0:pt x="588931" y="84748"/>
                    </ns0:quadBezTo>
                    <ns0:quadBezTo>
                      <ns0:pt x="588931" y="83183"/>
                      <ns0:pt x="586273" y="83183"/>
                    </ns0:quadBezTo>
                    <ns0:quadBezTo>
                      <ns0:pt x="581202" y="83183"/>
                      <ns0:pt x="577695" y="89762"/>
                    </ns0:quadBezTo>
                    <ns0:quadBezTo>
                      <ns0:pt x="574208" y="96323"/>
                      <ns0:pt x="571550" y="110687"/>
                    </ns0:quadBezTo>
                    <ns0:lnTo>
                      <ns0:pt x="584463" y="110687"/>
                    </ns0:lnTo>
                    <ns0:lnTo>
                      <ns0:pt x="583747" y="114552"/>
                    </ns0:lnTo>
                    <ns0:lnTo>
                      <ns0:pt x="570720" y="114552"/>
                    </ns0:lnTo>
                    <ns0:lnTo>
                      <ns0:pt x="562030" y="153160"/>
                    </ns0:lnTo>
                    <ns0:quadBezTo>
                      <ns0:pt x="554300" y="187300"/>
                      <ns0:pt x="537900" y="187300"/>
                    </ns0:quadBezTo>
                    <ns0:quadBezTo>
                      <ns0:pt x="533790" y="187300"/>
                      <ns0:pt x="531075" y="185189"/>
                    </ns0:quadBezTo>
                    <ns0:quadBezTo>
                      <ns0:pt x="528361" y="183077"/>
                      <ns0:pt x="528361" y="179929"/>
                    </ns0:quadBezTo>
                    <ns0:quadBezTo>
                      <ns0:pt x="528361" y="177893"/>
                      <ns0:pt x="529699" y="176385"/>
                    </ns0:quadBezTo>
                    <ns0:quadBezTo>
                      <ns0:pt x="531019" y="174877"/>
                      <ns0:pt x="532942" y="174877"/>
                    </ns0:quadBezTo>
                    <ns0:quadBezTo>
                      <ns0:pt x="534996" y="174877"/>
                      <ns0:pt x="536278" y="176140"/>
                    </ns0:quadBezTo>
                    <ns0:quadBezTo>
                      <ns0:pt x="537541" y="177403"/>
                      <ns0:pt x="537541" y="179326"/>
                    </ns0:quadBezTo>
                    <ns0:quadBezTo>
                      <ns0:pt x="537541" y="180174"/>
                      <ns0:pt x="536995" y="181192"/>
                    </ns0:quadBezTo>
                    <ns0:quadBezTo>
                      <ns0:pt x="536448" y="182229"/>
                      <ns0:pt x="536448" y="182832"/>
                    </ns0:quadBezTo>
                    <ns0:quadBezTo>
                      <ns0:pt x="536448" y="184755"/>
                      <ns0:pt x="538861" y="184755"/>
                    </ns0:quadBezTo>
                    <ns0:quadBezTo>
                      <ns0:pt x="546345" y="184755"/>
                      <ns0:pt x="550568" y="165225"/>
                    </ns0:quadBezTo>
                    <ns0:lnTo>
                      <ns0:pt x="561181" y="114552"/>
                    </ns0:lnTo>
                    <ns0:lnTo>
                      <ns0:pt x="550210" y="114552"/>
                    </ns0:lnTo>
                    <ns0:lnTo>
                      <ns0:pt x="551039" y="110687"/>
                    </ns0:lnTo>
                    <ns0:close/>
                    <ns0:moveTo>
                      <ns0:pt x="616326" y="181739"/>
                    </ns0:moveTo>
                    <ns0:lnTo>
                      <ns0:pt x="614874" y="183681"/>
                    </ns0:lnTo>
                    <ns0:quadBezTo>
                      <ns0:pt x="600867" y="175706"/>
                      <ns0:pt x="593138" y="161719"/>
                    </ns0:quadBezTo>
                    <ns0:quadBezTo>
                      <ns0:pt x="585428" y="147731"/>
                      <ns0:pt x="585428" y="131914"/>
                    </ns0:quadBezTo>
                    <ns0:quadBezTo>
                      <ns0:pt x="585428" y="98490"/>
                      <ns0:pt x="615232" y="80770"/>
                    </ns0:quadBezTo>
                    <ns0:lnTo>
                      <ns0:pt x="616326" y="82693"/>
                    </ns0:lnTo>
                    <ns0:quadBezTo>
                      <ns0:pt x="604016" y="93193"/>
                      <ns0:pt x="599906" y="103392"/>
                    </ns0:quadBezTo>
                    <ns0:quadBezTo>
                      <ns0:pt x="595815" y="113572"/>
                      <ns0:pt x="595815" y="131556"/>
                    </ns0:quadBezTo>
                    <ns0:quadBezTo>
                      <ns0:pt x="595815" y="149409"/>
                      <ns0:pt x="600038" y="160512"/>
                    </ns0:quadBezTo>
                    <ns0:quadBezTo>
                      <ns0:pt x="604261" y="171616"/>
                      <ns0:pt x="616326" y="181739"/>
                    </ns0:quadBezTo>
                    <ns0:close/>
                    <ns0:moveTo>
                      <ns0:pt x="678219" y="110687"/>
                    </ns0:moveTo>
                    <ns0:lnTo>
                      <ns0:pt x="658312" y="180532"/>
                    </ns0:lnTo>
                    <ns0:quadBezTo>
                      <ns0:pt x="658067" y="181513"/>
                      <ns0:pt x="658067" y="181871"/>
                    </ns0:quadBezTo>
                    <ns0:quadBezTo>
                      <ns0:pt x="658067" y="185604"/>
                      <ns0:pt x="664948" y="185604"/>
                    </ns0:quadBezTo>
                    <ns0:lnTo>
                      <ns0:pt x="666757" y="185604"/>
                    </ns0:lnTo>
                    <ns0:lnTo>
                      <ns0:pt x="666757" y="187545"/>
                    </ns0:lnTo>
                    <ns0:lnTo>
                      <ns0:pt x="638160" y="187545"/>
                    </ns0:lnTo>
                    <ns0:lnTo>
                      <ns0:pt x="638160" y="185604"/>
                    </ns0:lnTo>
                    <ns0:quadBezTo>
                      <ns0:pt x="643702" y="185245"/>
                      <ns0:pt x="645870" y="183794"/>
                    </ns0:quadBezTo>
                    <ns0:quadBezTo>
                      <ns0:pt x="648057" y="182342"/>
                      <ns0:pt x="649131" y="178855"/>
                    </ns0:quadBezTo>
                    <ns0:lnTo>
                      <ns0:pt x="659990" y="143866"/>
                    </ns0:lnTo>
                    <ns0:quadBezTo>
                      <ns0:pt x="652883" y="155196"/>
                      <ns0:pt x="647453" y="159419"/>
                    </ns0:quadBezTo>
                    <ns0:quadBezTo>
                      <ns0:pt x="642024" y="163641"/>
                      <ns0:pt x="634898" y="163641"/>
                    </ns0:quadBezTo>
                    <ns0:quadBezTo>
                      <ns0:pt x="629224" y="163641"/>
                      <ns0:pt x="626019" y="159909"/>
                    </ns0:quadBezTo>
                    <ns0:quadBezTo>
                      <ns0:pt x="622833" y="156176"/>
                      <ns0:pt x="622833" y="149654"/>
                    </ns0:quadBezTo>
                    <ns0:quadBezTo>
                      <ns0:pt x="622833" y="140360"/>
                      <ns0:pt x="628206" y="130840"/>
                    </ns0:quadBezTo>
                    <ns0:quadBezTo>
                      <ns0:pt x="633579" y="121301"/>
                      <ns0:pt x="641836" y="115212"/>
                    </ns0:quadBezTo>
                    <ns0:quadBezTo>
                      <ns0:pt x="650093" y="109123"/>
                      <ns0:pt x="658180" y="109123"/>
                    </ns0:quadBezTo>
                    <ns0:quadBezTo>
                      <ns0:pt x="665777" y="109123"/>
                      <ns0:pt x="667474" y="116588"/>
                    </ns0:quadBezTo>
                    <ns0:lnTo>
                      <ns0:pt x="669397" y="110687"/>
                    </ns0:lnTo>
                    <ns0:lnTo>
                      <ns0:pt x="678219" y="110687"/>
                    </ns0:lnTo>
                    <ns0:close/>
                    <ns0:moveTo>
                      <ns0:pt x="665664" y="119001"/>
                    </ns0:moveTo>
                    <ns0:quadBezTo>
                      <ns0:pt x="665664" y="115985"/>
                      <ns0:pt x="663609" y="113873"/>
                    </ns0:quadBezTo>
                    <ns0:quadBezTo>
                      <ns0:pt x="661554" y="111762"/>
                      <ns0:pt x="658538" y="111762"/>
                    </ns0:quadBezTo>
                    <ns0:quadBezTo>
                      <ns0:pt x="653599" y="111762"/>
                      <ns0:pt x="647321" y="117681"/>
                    </ns0:quadBezTo>
                    <ns0:quadBezTo>
                      <ns0:pt x="641176" y="123601"/>
                      <ns0:pt x="637179" y="132046"/>
                    </ns0:quadBezTo>
                    <ns0:quadBezTo>
                      <ns0:pt x="633202" y="140492"/>
                      <ns0:pt x="633202" y="147957"/>
                    </ns0:quadBezTo>
                    <ns0:quadBezTo>
                      <ns0:pt x="633202" y="157251"/>
                      <ns0:pt x="639611" y="157251"/>
                    </ns0:quadBezTo>
                    <ns0:quadBezTo>
                      <ns0:pt x="644550" y="157251"/>
                      <ns0:pt x="649489" y="152915"/>
                    </ns0:quadBezTo>
                    <ns0:quadBezTo>
                      <ns0:pt x="655654" y="147599"/>
                      <ns0:pt x="660649" y="137042"/>
                    </ns0:quadBezTo>
                    <ns0:quadBezTo>
                      <ns0:pt x="665664" y="126485"/>
                      <ns0:pt x="665664" y="119001"/>
                    </ns0:quadBezTo>
                    <ns0:close/>
                    <ns0:moveTo>
                      <ns0:pt x="690152" y="179326"/>
                    </ns0:moveTo>
                    <ns0:lnTo>
                      <ns0:pt x="688945" y="177045"/>
                    </ns0:lnTo>
                    <ns0:quadBezTo>
                      <ns0:pt x="698956" y="170277"/>
                      <ns0:pt x="698956" y="164132"/>
                    </ns0:quadBezTo>
                    <ns0:quadBezTo>
                      <ns0:pt x="698956" y="162567"/>
                      <ns0:pt x="697278" y="162567"/>
                    </ns0:quadBezTo>
                    <ns0:quadBezTo>
                      <ns0:pt x="696788" y="162567"/>
                      <ns0:pt x="695638" y="162793"/>
                    </ns0:quadBezTo>
                    <ns0:quadBezTo>
                      <ns0:pt x="694507" y="163038"/>
                      <ns0:pt x="693771" y="163038"/>
                    </ns0:quadBezTo>
                    <ns0:quadBezTo>
                      <ns0:pt x="686778" y="163038"/>
                      <ns0:pt x="686778" y="156893"/>
                    </ns0:quadBezTo>
                    <ns0:quadBezTo>
                      <ns0:pt x="686778" y="153763"/>
                      <ns0:pt x="688757" y="151897"/>
                    </ns0:quadBezTo>
                    <ns0:quadBezTo>
                      <ns0:pt x="690755" y="150012"/>
                      <ns0:pt x="694017" y="150012"/>
                    </ns0:quadBezTo>
                    <ns0:quadBezTo>
                      <ns0:pt x="698126" y="150012"/>
                      <ns0:pt x="700897" y="152972"/>
                    </ns0:quadBezTo>
                    <ns0:quadBezTo>
                      <ns0:pt x="703669" y="155931"/>
                      <ns0:pt x="703669" y="160512"/>
                    </ns0:quadBezTo>
                    <ns0:quadBezTo>
                      <ns0:pt x="703669" y="166054"/>
                      <ns0:pt x="699993" y="171239"/>
                    </ns0:quadBezTo>
                    <ns0:quadBezTo>
                      <ns0:pt x="696316" y="176442"/>
                      <ns0:pt x="690152" y="179326"/>
                    </ns0:quadBezTo>
                    <ns0:close/>
                    <ns0:moveTo>
                      <ns0:pt x="743656" y="83541"/>
                    </ns0:moveTo>
                    <ns0:lnTo>
                      <ns0:pt x="774063" y="83541"/>
                    </ns0:lnTo>
                    <ns0:quadBezTo>
                      <ns0:pt x="785751" y="83541"/>
                      <ns0:pt x="792199" y="88122"/>
                    </ns0:quadBezTo>
                    <ns0:quadBezTo>
                      <ns0:pt x="798665" y="92703"/>
                      <ns0:pt x="798665" y="100545"/>
                    </ns0:quadBezTo>
                    <ns0:quadBezTo>
                      <ns0:pt x="798665" y="109952"/>
                      <ns0:pt x="790709" y="115985"/>
                    </ns0:quadBezTo>
                    <ns0:quadBezTo>
                      <ns0:pt x="785996" y="119604"/>
                      <ns0:pt x="774893" y="122149"/>
                    </ns0:quadBezTo>
                    <ns0:lnTo>
                      <ns0:pt x="785638" y="150502"/>
                    </ns0:lnTo>
                    <ns0:quadBezTo>
                      <ns0:pt x="787693" y="156044"/>
                      <ns0:pt x="789917" y="158231"/>
                    </ns0:quadBezTo>
                    <ns0:quadBezTo>
                      <ns0:pt x="792161" y="160399"/>
                      <ns0:pt x="796138" y="160399"/>
                    </ns0:quadBezTo>
                    <ns0:lnTo>
                      <ns0:pt x="796138" y="162322"/>
                    </ns0:lnTo>
                    <ns0:lnTo>
                      <ns0:pt x="778399" y="162322"/>
                    </ns0:lnTo>
                    <ns0:lnTo>
                      <ns0:pt x="763563" y="123224"/>
                    </ns0:lnTo>
                    <ns0:lnTo>
                      <ns0:pt x="755589" y="122620"/>
                    </ns0:lnTo>
                    <ns0:lnTo>
                      <ns0:pt x="748953" y="147128"/>
                    </ns0:lnTo>
                    <ns0:quadBezTo>
                      <ns0:pt x="747388" y="152670"/>
                      <ns0:pt x="747388" y="154725"/>
                    </ns0:quadBezTo>
                    <ns0:quadBezTo>
                      <ns0:pt x="747388" y="157496"/>
                      <ns0:pt x="748953" y="158702"/>
                    </ns0:quadBezTo>
                    <ns0:quadBezTo>
                      <ns0:pt x="750537" y="159909"/>
                      <ns0:pt x="755476" y="160399"/>
                    </ns0:quadBezTo>
                    <ns0:lnTo>
                      <ns0:pt x="755476" y="162322"/>
                    </ns0:lnTo>
                    <ns0:lnTo>
                      <ns0:pt x="726161" y="162322"/>
                    </ns0:lnTo>
                    <ns0:lnTo>
                      <ns0:pt x="726161" y="160399"/>
                    </ns0:lnTo>
                    <ns0:quadBezTo>
                      <ns0:pt x="730987" y="159796"/>
                      <ns0:pt x="732967" y="157741"/>
                    </ns0:quadBezTo>
                    <ns0:quadBezTo>
                      <ns0:pt x="734965" y="155686"/>
                      <ns0:pt x="736417" y="150144"/>
                    </ns0:quadBezTo>
                    <ns0:lnTo>
                      <ns0:pt x="750763" y="98132"/>
                    </ns0:lnTo>
                    <ns0:quadBezTo>
                      <ns0:pt x="752214" y="92590"/>
                      <ns0:pt x="752214" y="90535"/>
                    </ns0:quadBezTo>
                    <ns0:quadBezTo>
                      <ns0:pt x="752214" y="88367"/>
                      <ns0:pt x="750537" y="87161"/>
                    </ns0:quadBezTo>
                    <ns0:quadBezTo>
                      <ns0:pt x="749085" y="86199"/>
                      <ns0:pt x="743656" y="85464"/>
                    </ns0:quadBezTo>
                    <ns0:lnTo>
                      <ns0:pt x="743656" y="83541"/>
                    </ns0:lnTo>
                    <ns0:close/>
                    <ns0:moveTo>
                      <ns0:pt x="764638" y="90780"/>
                    </ns0:moveTo>
                    <ns0:lnTo>
                      <ns0:pt x="757040" y="118172"/>
                    </ns0:lnTo>
                    <ns0:quadBezTo>
                      <ns0:pt x="760792" y="118775"/>
                      <ns0:pt x="763205" y="118775"/>
                    </ns0:quadBezTo>
                    <ns0:quadBezTo>
                      <ns0:pt x="773931" y="118775"/>
                      <ns0:pt x="779964" y="113949"/>
                    </ns0:quadBezTo>
                    <ns0:quadBezTo>
                      <ns0:pt x="785996" y="109123"/>
                      <ns0:pt x="785996" y="100677"/>
                    </ns0:quadBezTo>
                    <ns0:quadBezTo>
                      <ns0:pt x="785996" y="94400"/>
                      <ns0:pt x="782245" y="90780"/>
                    </ns0:quadBezTo>
                    <ns0:quadBezTo>
                      <ns0:pt x="778512" y="87161"/>
                      <ns0:pt x="771518" y="87161"/>
                    </ns0:quadBezTo>
                    <ns0:quadBezTo>
                      <ns0:pt x="765618" y="87161"/>
                      <ns0:pt x="764638" y="90780"/>
                    </ns0:quadBezTo>
                    <ns0:close/>
                    <ns0:moveTo>
                      <ns0:pt x="804950" y="82693"/>
                    </ns0:moveTo>
                    <ns0:lnTo>
                      <ns0:pt x="806382" y="80770"/>
                    </ns0:lnTo>
                    <ns0:quadBezTo>
                      <ns0:pt x="820144" y="88970"/>
                      <ns0:pt x="827986" y="102977"/>
                    </ns0:quadBezTo>
                    <ns0:quadBezTo>
                      <ns0:pt x="835828" y="116965"/>
                      <ns0:pt x="835828" y="132518"/>
                    </ns0:quadBezTo>
                    <ns0:quadBezTo>
                      <ns0:pt x="835828" y="165451"/>
                      <ns0:pt x="806024" y="183681"/>
                    </ns0:quadBezTo>
                    <ns0:lnTo>
                      <ns0:pt x="804950" y="181739"/>
                    </ns0:lnTo>
                    <ns0:quadBezTo>
                      <ns0:pt x="817373" y="171484"/>
                      <ns0:pt x="821407" y="161304"/>
                    </ns0:quadBezTo>
                    <ns0:quadBezTo>
                      <ns0:pt x="825460" y="151105"/>
                      <ns0:pt x="825460" y="132876"/>
                    </ns0:quadBezTo>
                    <ns0:quadBezTo>
                      <ns0:pt x="825460" y="114552"/>
                      <ns0:pt x="821407" y="103505"/>
                    </ns0:quadBezTo>
                    <ns0:quadBezTo>
                      <ns0:pt x="817373" y="92458"/>
                      <ns0:pt x="804950" y="82693"/>
                    </ns0:quadBezTo>
                    <ns0:close/>
                  </ns0:path>
                </ns0:pathLst>
              </ns0:custGeom>
              <ns0:solidFill xmlns:ns0="http://schemas.openxmlformats.org/drawingml/2006/main">
                <ns0:srgbClr val="161616"/>
              </ns0:solidFill>
              <ns0:ln xmlns:ns0="http://schemas.openxmlformats.org/drawingml/2006/main" w="0">
                <ns0:noFill/>
              </ns0:ln>
            </p:spPr>
          </p:sp>
        </mc:Fallback>
      </mc:AlternateContent>
      <p:sp>
        <p:nvSpPr>
          <p:cNvPr id="58" name="Figure_6_Reference_Diagnostics-058">
            <a:extLst xmlns:a="http://schemas.openxmlformats.org/drawingml/2006/main">
              <a:ext uri="{FF2B5EF4-FFF2-40B4-BE49-F238E27FC236}">
                <a16:creationId xmlns:a16="http://schemas.microsoft.com/office/drawing/2014/main" id="{48DD343F-6A0B-4853-B102-4D4A997CDB07}"/>
              </a:ext>
            </a:extLst>
          </p:cNvPr>
          <p:cNvSpPr>
            <a:spLocks xmlns:a="http://schemas.openxmlformats.org/drawingml/2006/main" noGrp="1"/>
          </p:cNvSpPr>
          <p:nvPr/>
        </p:nvSpPr>
        <p:spPr>
          <a:xfrm xmlns:a="http://schemas.openxmlformats.org/drawingml/2006/main">
            <a:off x="4165600" y="3543300"/>
            <a:ext cx="1473200" cy="13462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noAutofit/>
          </a:bodyPr>
          <a:lstStyle xmlns:a="http://schemas.openxmlformats.org/drawingml/2006/main">
            <a:defPPr algn="ctr">
              <a:defRPr sz="650" b="0">
                <a:solidFill>
                  <a:srgbClr val="161616"/>
                </a:solidFill>
                <a:latin typeface="DejaVu Sans"/>
                <a:ea typeface="DejaVu Sans"/>
                <a:cs typeface="DejaVu Sans"/>
              </a:defRPr>
            </a:defPPr>
            <a:lvl1pPr algn="ctr">
              <a:defRPr sz="650" b="0">
                <a:solidFill>
                  <a:srgbClr val="161616"/>
                </a:solidFill>
                <a:latin typeface="DejaVu Sans"/>
                <a:ea typeface="DejaVu Sans"/>
                <a:cs typeface="DejaVu Sans"/>
              </a:defRPr>
            </a:lvl1pPr>
            <a:lvl2pPr algn="ctr">
              <a:defRPr sz="650" b="0">
                <a:solidFill>
                  <a:srgbClr val="161616"/>
                </a:solidFill>
                <a:latin typeface="DejaVu Sans"/>
                <a:ea typeface="DejaVu Sans"/>
                <a:cs typeface="DejaVu Sans"/>
              </a:defRPr>
            </a:lvl2pPr>
            <a:lvl3pPr algn="ctr">
              <a:defRPr sz="650" b="0">
                <a:solidFill>
                  <a:srgbClr val="161616"/>
                </a:solidFill>
                <a:latin typeface="DejaVu Sans"/>
                <a:ea typeface="DejaVu Sans"/>
                <a:cs typeface="DejaVu Sans"/>
              </a:defRPr>
            </a:lvl3pPr>
            <a:lvl4pPr algn="ctr">
              <a:defRPr sz="650" b="0">
                <a:solidFill>
                  <a:srgbClr val="161616"/>
                </a:solidFill>
                <a:latin typeface="DejaVu Sans"/>
                <a:ea typeface="DejaVu Sans"/>
                <a:cs typeface="DejaVu Sans"/>
              </a:defRPr>
            </a:lvl4pPr>
            <a:lvl5pPr algn="ctr">
              <a:defRPr sz="650" b="0">
                <a:solidFill>
                  <a:srgbClr val="161616"/>
                </a:solidFill>
                <a:latin typeface="DejaVu Sans"/>
                <a:ea typeface="DejaVu Sans"/>
                <a:cs typeface="DejaVu Sans"/>
              </a:defRPr>
            </a:lvl5pPr>
            <a:lvl6pPr algn="ctr">
              <a:defRPr sz="650" b="0">
                <a:solidFill>
                  <a:srgbClr val="161616"/>
                </a:solidFill>
                <a:latin typeface="DejaVu Sans"/>
                <a:ea typeface="DejaVu Sans"/>
                <a:cs typeface="DejaVu Sans"/>
              </a:defRPr>
            </a:lvl6pPr>
            <a:lvl7pPr algn="ctr">
              <a:defRPr sz="650" b="0">
                <a:solidFill>
                  <a:srgbClr val="161616"/>
                </a:solidFill>
                <a:latin typeface="DejaVu Sans"/>
                <a:ea typeface="DejaVu Sans"/>
                <a:cs typeface="DejaVu Sans"/>
              </a:defRPr>
            </a:lvl7pPr>
            <a:lvl8pPr algn="ctr">
              <a:defRPr sz="650" b="0">
                <a:solidFill>
                  <a:srgbClr val="161616"/>
                </a:solidFill>
                <a:latin typeface="DejaVu Sans"/>
                <a:ea typeface="DejaVu Sans"/>
                <a:cs typeface="DejaVu Sans"/>
              </a:defRPr>
            </a:lvl8pPr>
            <a:lvl9pPr algn="ctr">
              <a:defRPr sz="650" b="0">
                <a:solidFill>
                  <a:srgbClr val="161616"/>
                </a:solidFill>
                <a:latin typeface="DejaVu Sans"/>
                <a:ea typeface="DejaVu Sans"/>
                <a:cs typeface="DejaVu Sans"/>
              </a:defRPr>
            </a:lvl9pPr>
          </a:lstStyle>
          <a:p xmlns:a="http://schemas.openxmlformats.org/drawingml/2006/main">
            <a:pPr algn="ctr">
              <a:defRPr sz="650" b="0">
                <a:solidFill>
                  <a:srgbClr val="161616"/>
                </a:solidFill>
                <a:latin typeface="DejaVu Sans"/>
                <a:ea typeface="DejaVu Sans"/>
                <a:cs typeface="DejaVu Sans"/>
              </a:defRPr>
            </a:pPr>
            <a:r>
              <a:rPr sz="650" b="0">
                <a:solidFill>
                  <a:srgbClr val="161616"/>
                </a:solidFill>
                <a:latin typeface="DejaVu Sans"/>
                <a:ea typeface="DejaVu Sans"/>
                <a:cs typeface="DejaVu Sans"/>
              </a:rPr>
              <a:t>Read the complete reference</a:t>
            </a:r>
          </a:p>
        </p:txBody>
      </p:sp>
    </p:spTree>
    <p:extLst>
      <p:ext uri="{BB962C8B-B14F-4D97-AF65-F5344CB8AC3E}">
        <p14:creationId xmlns:p14="http://schemas.microsoft.com/office/powerpoint/2010/main" val="6910533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2026-10-23T17:06:33.7970000Z</dcterms:created>
  <dcterms:modified xsi:type="dcterms:W3CDTF">2026-10-23T17:06:33.7970000Z</dcterms:modified>
</coreProperties>
</file>